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4"/>
  </p:notesMasterIdLst>
  <p:sldIdLst>
    <p:sldId id="256" r:id="rId2"/>
    <p:sldId id="258" r:id="rId3"/>
    <p:sldId id="257" r:id="rId4"/>
    <p:sldId id="264" r:id="rId5"/>
    <p:sldId id="263" r:id="rId6"/>
    <p:sldId id="265" r:id="rId7"/>
    <p:sldId id="266" r:id="rId8"/>
    <p:sldId id="267" r:id="rId9"/>
    <p:sldId id="268" r:id="rId10"/>
    <p:sldId id="269" r:id="rId11"/>
    <p:sldId id="261" r:id="rId12"/>
    <p:sldId id="260" r:id="rId13"/>
  </p:sldIdLst>
  <p:sldSz cx="9144000" cy="5143500" type="screen16x9"/>
  <p:notesSz cx="6858000" cy="9144000"/>
  <p:embeddedFontLst>
    <p:embeddedFont>
      <p:font typeface="Anaheim" panose="020B0604020202020204" charset="0"/>
      <p:regular r:id="rId15"/>
      <p:bold r:id="rId16"/>
    </p:embeddedFont>
    <p:embeddedFont>
      <p:font typeface="Archivo" panose="020B0604020202020204" charset="0"/>
      <p:regular r:id="rId17"/>
      <p:bold r:id="rId18"/>
      <p:italic r:id="rId19"/>
      <p:boldItalic r:id="rId20"/>
    </p:embeddedFont>
    <p:embeddedFont>
      <p:font typeface="Nunito Light" pitchFamily="2" charset="0"/>
      <p:regular r:id="rId21"/>
      <p:italic r:id="rId22"/>
    </p:embeddedFont>
    <p:embeddedFont>
      <p:font typeface="Oswald" panose="00000500000000000000" pitchFamily="2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A0BCEC-DF6B-4964-B3D8-1E088FF5E0F4}">
  <a:tblStyle styleId="{9DA0BCEC-DF6B-4964-B3D8-1E088FF5E0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3881C87-0A5F-4784-80B2-3D618190388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57711" y="-433779"/>
            <a:ext cx="9459421" cy="6011059"/>
            <a:chOff x="-157711" y="-433779"/>
            <a:chExt cx="9459421" cy="6011059"/>
          </a:xfrm>
        </p:grpSpPr>
        <p:sp>
          <p:nvSpPr>
            <p:cNvPr id="10" name="Google Shape;10;p2"/>
            <p:cNvSpPr/>
            <p:nvPr/>
          </p:nvSpPr>
          <p:spPr>
            <a:xfrm rot="10800000" flipH="1">
              <a:off x="-157711" y="4565896"/>
              <a:ext cx="9459421" cy="1011384"/>
            </a:xfrm>
            <a:custGeom>
              <a:avLst/>
              <a:gdLst/>
              <a:ahLst/>
              <a:cxnLst/>
              <a:rect l="l" t="t" r="r" b="b"/>
              <a:pathLst>
                <a:path w="10935747" h="1165860" extrusionOk="0">
                  <a:moveTo>
                    <a:pt x="5467826" y="0"/>
                  </a:moveTo>
                  <a:lnTo>
                    <a:pt x="0" y="0"/>
                  </a:lnTo>
                  <a:lnTo>
                    <a:pt x="0" y="1165860"/>
                  </a:lnTo>
                  <a:lnTo>
                    <a:pt x="10935748" y="1165860"/>
                  </a:lnTo>
                  <a:lnTo>
                    <a:pt x="10935748" y="0"/>
                  </a:lnTo>
                  <a:lnTo>
                    <a:pt x="5467922" y="0"/>
                  </a:lnTo>
                  <a:close/>
                  <a:moveTo>
                    <a:pt x="10672572" y="57245"/>
                  </a:moveTo>
                  <a:cubicBezTo>
                    <a:pt x="10672572" y="42958"/>
                    <a:pt x="10687336" y="31242"/>
                    <a:pt x="10705434" y="31242"/>
                  </a:cubicBezTo>
                  <a:lnTo>
                    <a:pt x="10862310" y="31242"/>
                  </a:lnTo>
                  <a:cubicBezTo>
                    <a:pt x="10880408" y="31242"/>
                    <a:pt x="10895171" y="42958"/>
                    <a:pt x="10895171" y="57245"/>
                  </a:cubicBezTo>
                  <a:lnTo>
                    <a:pt x="10895171" y="195072"/>
                  </a:lnTo>
                  <a:cubicBezTo>
                    <a:pt x="10895171" y="209360"/>
                    <a:pt x="10880408" y="221075"/>
                    <a:pt x="10862310" y="221075"/>
                  </a:cubicBezTo>
                  <a:lnTo>
                    <a:pt x="10705434" y="221075"/>
                  </a:lnTo>
                  <a:cubicBezTo>
                    <a:pt x="10687336" y="221075"/>
                    <a:pt x="10672572" y="209360"/>
                    <a:pt x="10672572" y="195072"/>
                  </a:cubicBezTo>
                  <a:lnTo>
                    <a:pt x="10672572" y="57245"/>
                  </a:lnTo>
                  <a:close/>
                  <a:moveTo>
                    <a:pt x="10386726" y="57245"/>
                  </a:moveTo>
                  <a:cubicBezTo>
                    <a:pt x="10386726" y="42958"/>
                    <a:pt x="10401491" y="31242"/>
                    <a:pt x="10419588" y="31242"/>
                  </a:cubicBezTo>
                  <a:lnTo>
                    <a:pt x="10576465" y="31242"/>
                  </a:lnTo>
                  <a:cubicBezTo>
                    <a:pt x="10594563" y="31242"/>
                    <a:pt x="10609326" y="42958"/>
                    <a:pt x="10609326" y="57245"/>
                  </a:cubicBezTo>
                  <a:lnTo>
                    <a:pt x="10609326" y="195072"/>
                  </a:lnTo>
                  <a:cubicBezTo>
                    <a:pt x="10609326" y="209360"/>
                    <a:pt x="10594563" y="221075"/>
                    <a:pt x="10576465" y="221075"/>
                  </a:cubicBezTo>
                  <a:lnTo>
                    <a:pt x="10419588" y="221075"/>
                  </a:lnTo>
                  <a:cubicBezTo>
                    <a:pt x="10401491" y="221075"/>
                    <a:pt x="10386726" y="209360"/>
                    <a:pt x="10386726" y="195072"/>
                  </a:cubicBezTo>
                  <a:lnTo>
                    <a:pt x="10386726" y="57245"/>
                  </a:lnTo>
                  <a:close/>
                  <a:moveTo>
                    <a:pt x="10100881" y="57245"/>
                  </a:moveTo>
                  <a:cubicBezTo>
                    <a:pt x="10100881" y="42958"/>
                    <a:pt x="10115645" y="31242"/>
                    <a:pt x="10133743" y="31242"/>
                  </a:cubicBezTo>
                  <a:lnTo>
                    <a:pt x="10290620" y="31242"/>
                  </a:lnTo>
                  <a:cubicBezTo>
                    <a:pt x="10308717" y="31242"/>
                    <a:pt x="10323480" y="42958"/>
                    <a:pt x="10323480" y="57245"/>
                  </a:cubicBezTo>
                  <a:lnTo>
                    <a:pt x="10323480" y="195072"/>
                  </a:lnTo>
                  <a:cubicBezTo>
                    <a:pt x="10323480" y="209360"/>
                    <a:pt x="10308717" y="221075"/>
                    <a:pt x="10290620" y="221075"/>
                  </a:cubicBezTo>
                  <a:lnTo>
                    <a:pt x="10133743" y="221075"/>
                  </a:lnTo>
                  <a:cubicBezTo>
                    <a:pt x="10115645" y="221075"/>
                    <a:pt x="10100881" y="209360"/>
                    <a:pt x="10100881" y="195072"/>
                  </a:cubicBezTo>
                  <a:lnTo>
                    <a:pt x="10100881" y="57245"/>
                  </a:lnTo>
                  <a:close/>
                  <a:moveTo>
                    <a:pt x="9815036" y="57245"/>
                  </a:moveTo>
                  <a:cubicBezTo>
                    <a:pt x="9815036" y="42958"/>
                    <a:pt x="9829800" y="31242"/>
                    <a:pt x="9847898" y="31242"/>
                  </a:cubicBezTo>
                  <a:lnTo>
                    <a:pt x="10004774" y="31242"/>
                  </a:lnTo>
                  <a:cubicBezTo>
                    <a:pt x="10022872" y="31242"/>
                    <a:pt x="10037635" y="42958"/>
                    <a:pt x="10037635" y="57245"/>
                  </a:cubicBezTo>
                  <a:lnTo>
                    <a:pt x="10037635" y="195072"/>
                  </a:lnTo>
                  <a:cubicBezTo>
                    <a:pt x="10037635" y="209360"/>
                    <a:pt x="10022872" y="221075"/>
                    <a:pt x="10004774" y="221075"/>
                  </a:cubicBezTo>
                  <a:lnTo>
                    <a:pt x="9847898" y="221075"/>
                  </a:lnTo>
                  <a:cubicBezTo>
                    <a:pt x="9829800" y="221075"/>
                    <a:pt x="9815036" y="209360"/>
                    <a:pt x="9815036" y="195072"/>
                  </a:cubicBezTo>
                  <a:lnTo>
                    <a:pt x="9815036" y="57245"/>
                  </a:lnTo>
                  <a:close/>
                  <a:moveTo>
                    <a:pt x="9529191" y="57245"/>
                  </a:moveTo>
                  <a:cubicBezTo>
                    <a:pt x="9529191" y="42958"/>
                    <a:pt x="9543955" y="31242"/>
                    <a:pt x="9562052" y="31242"/>
                  </a:cubicBezTo>
                  <a:lnTo>
                    <a:pt x="9718929" y="31242"/>
                  </a:lnTo>
                  <a:cubicBezTo>
                    <a:pt x="9737027" y="31242"/>
                    <a:pt x="9751790" y="42958"/>
                    <a:pt x="9751790" y="57245"/>
                  </a:cubicBezTo>
                  <a:lnTo>
                    <a:pt x="9751790" y="195072"/>
                  </a:lnTo>
                  <a:cubicBezTo>
                    <a:pt x="9751790" y="209360"/>
                    <a:pt x="9737027" y="221075"/>
                    <a:pt x="9718929" y="221075"/>
                  </a:cubicBezTo>
                  <a:lnTo>
                    <a:pt x="9562052" y="221075"/>
                  </a:lnTo>
                  <a:cubicBezTo>
                    <a:pt x="9543955" y="221075"/>
                    <a:pt x="9529191" y="209360"/>
                    <a:pt x="9529191" y="195072"/>
                  </a:cubicBezTo>
                  <a:lnTo>
                    <a:pt x="9529191" y="57245"/>
                  </a:lnTo>
                  <a:close/>
                  <a:moveTo>
                    <a:pt x="9243346" y="57245"/>
                  </a:moveTo>
                  <a:cubicBezTo>
                    <a:pt x="9243346" y="42958"/>
                    <a:pt x="9258109" y="31242"/>
                    <a:pt x="9276207" y="31242"/>
                  </a:cubicBezTo>
                  <a:lnTo>
                    <a:pt x="9433084" y="31242"/>
                  </a:lnTo>
                  <a:cubicBezTo>
                    <a:pt x="9451181" y="31242"/>
                    <a:pt x="9465945" y="42958"/>
                    <a:pt x="9465945" y="57245"/>
                  </a:cubicBezTo>
                  <a:lnTo>
                    <a:pt x="9465945" y="195072"/>
                  </a:lnTo>
                  <a:cubicBezTo>
                    <a:pt x="9465945" y="209360"/>
                    <a:pt x="9451181" y="221075"/>
                    <a:pt x="9433084" y="221075"/>
                  </a:cubicBezTo>
                  <a:lnTo>
                    <a:pt x="9276207" y="221075"/>
                  </a:lnTo>
                  <a:cubicBezTo>
                    <a:pt x="9258109" y="221075"/>
                    <a:pt x="9243346" y="209360"/>
                    <a:pt x="9243346" y="195072"/>
                  </a:cubicBezTo>
                  <a:lnTo>
                    <a:pt x="9243346" y="57245"/>
                  </a:lnTo>
                  <a:close/>
                  <a:moveTo>
                    <a:pt x="8957500" y="57245"/>
                  </a:moveTo>
                  <a:cubicBezTo>
                    <a:pt x="8957500" y="42958"/>
                    <a:pt x="8972264" y="31242"/>
                    <a:pt x="8990362" y="31242"/>
                  </a:cubicBezTo>
                  <a:lnTo>
                    <a:pt x="9147239" y="31242"/>
                  </a:lnTo>
                  <a:cubicBezTo>
                    <a:pt x="9165336" y="31242"/>
                    <a:pt x="9180100" y="42958"/>
                    <a:pt x="9180100" y="57245"/>
                  </a:cubicBezTo>
                  <a:lnTo>
                    <a:pt x="9180100" y="195072"/>
                  </a:lnTo>
                  <a:cubicBezTo>
                    <a:pt x="9180100" y="209360"/>
                    <a:pt x="9165336" y="221075"/>
                    <a:pt x="9147239" y="221075"/>
                  </a:cubicBezTo>
                  <a:lnTo>
                    <a:pt x="8990362" y="221075"/>
                  </a:lnTo>
                  <a:cubicBezTo>
                    <a:pt x="8972264" y="221075"/>
                    <a:pt x="8957500" y="209360"/>
                    <a:pt x="8957500" y="195072"/>
                  </a:cubicBezTo>
                  <a:lnTo>
                    <a:pt x="8957500" y="57245"/>
                  </a:lnTo>
                  <a:close/>
                  <a:moveTo>
                    <a:pt x="8671655" y="57245"/>
                  </a:moveTo>
                  <a:cubicBezTo>
                    <a:pt x="8671655" y="42958"/>
                    <a:pt x="8686419" y="31242"/>
                    <a:pt x="8704516" y="31242"/>
                  </a:cubicBezTo>
                  <a:lnTo>
                    <a:pt x="8861393" y="31242"/>
                  </a:lnTo>
                  <a:cubicBezTo>
                    <a:pt x="8879491" y="31242"/>
                    <a:pt x="8894255" y="42958"/>
                    <a:pt x="8894255" y="57245"/>
                  </a:cubicBezTo>
                  <a:lnTo>
                    <a:pt x="8894255" y="195072"/>
                  </a:lnTo>
                  <a:cubicBezTo>
                    <a:pt x="8894255" y="209360"/>
                    <a:pt x="8879491" y="221075"/>
                    <a:pt x="8861393" y="221075"/>
                  </a:cubicBezTo>
                  <a:lnTo>
                    <a:pt x="8704516" y="221075"/>
                  </a:lnTo>
                  <a:cubicBezTo>
                    <a:pt x="8686419" y="221075"/>
                    <a:pt x="8671655" y="209360"/>
                    <a:pt x="8671655" y="195072"/>
                  </a:cubicBezTo>
                  <a:lnTo>
                    <a:pt x="8671655" y="57245"/>
                  </a:lnTo>
                  <a:close/>
                  <a:moveTo>
                    <a:pt x="8385810" y="57245"/>
                  </a:moveTo>
                  <a:cubicBezTo>
                    <a:pt x="8385810" y="42958"/>
                    <a:pt x="8400574" y="31242"/>
                    <a:pt x="8418671" y="31242"/>
                  </a:cubicBezTo>
                  <a:lnTo>
                    <a:pt x="8575548" y="31242"/>
                  </a:lnTo>
                  <a:cubicBezTo>
                    <a:pt x="8593645" y="31242"/>
                    <a:pt x="8608409" y="42958"/>
                    <a:pt x="8608409" y="57245"/>
                  </a:cubicBezTo>
                  <a:lnTo>
                    <a:pt x="8608409" y="195072"/>
                  </a:lnTo>
                  <a:cubicBezTo>
                    <a:pt x="8608409" y="209360"/>
                    <a:pt x="8593645" y="221075"/>
                    <a:pt x="8575548" y="221075"/>
                  </a:cubicBezTo>
                  <a:lnTo>
                    <a:pt x="8418671" y="221075"/>
                  </a:lnTo>
                  <a:cubicBezTo>
                    <a:pt x="8400574" y="221075"/>
                    <a:pt x="8385810" y="209360"/>
                    <a:pt x="8385810" y="195072"/>
                  </a:cubicBezTo>
                  <a:lnTo>
                    <a:pt x="8385810" y="57245"/>
                  </a:lnTo>
                  <a:close/>
                  <a:moveTo>
                    <a:pt x="8099965" y="57245"/>
                  </a:moveTo>
                  <a:cubicBezTo>
                    <a:pt x="8099965" y="42958"/>
                    <a:pt x="8114729" y="31242"/>
                    <a:pt x="8132827" y="31242"/>
                  </a:cubicBezTo>
                  <a:lnTo>
                    <a:pt x="8289703" y="31242"/>
                  </a:lnTo>
                  <a:cubicBezTo>
                    <a:pt x="8307801" y="31242"/>
                    <a:pt x="8322564" y="42958"/>
                    <a:pt x="8322564" y="57245"/>
                  </a:cubicBezTo>
                  <a:lnTo>
                    <a:pt x="8322564" y="195072"/>
                  </a:lnTo>
                  <a:cubicBezTo>
                    <a:pt x="8322564" y="209360"/>
                    <a:pt x="8307801" y="221075"/>
                    <a:pt x="8289703" y="221075"/>
                  </a:cubicBezTo>
                  <a:lnTo>
                    <a:pt x="8132827" y="221075"/>
                  </a:lnTo>
                  <a:cubicBezTo>
                    <a:pt x="8114729" y="221075"/>
                    <a:pt x="8099965" y="209360"/>
                    <a:pt x="8099965" y="195072"/>
                  </a:cubicBezTo>
                  <a:lnTo>
                    <a:pt x="8099965" y="57245"/>
                  </a:lnTo>
                  <a:close/>
                  <a:moveTo>
                    <a:pt x="7814120" y="57245"/>
                  </a:moveTo>
                  <a:cubicBezTo>
                    <a:pt x="7814120" y="42958"/>
                    <a:pt x="7828883" y="31242"/>
                    <a:pt x="7846981" y="31242"/>
                  </a:cubicBezTo>
                  <a:lnTo>
                    <a:pt x="8003858" y="31242"/>
                  </a:lnTo>
                  <a:cubicBezTo>
                    <a:pt x="8021955" y="31242"/>
                    <a:pt x="8036719" y="42958"/>
                    <a:pt x="8036719" y="57245"/>
                  </a:cubicBezTo>
                  <a:lnTo>
                    <a:pt x="8036719" y="195072"/>
                  </a:lnTo>
                  <a:cubicBezTo>
                    <a:pt x="8036719" y="209360"/>
                    <a:pt x="8021955" y="221075"/>
                    <a:pt x="8003858" y="221075"/>
                  </a:cubicBezTo>
                  <a:lnTo>
                    <a:pt x="7846981" y="221075"/>
                  </a:lnTo>
                  <a:cubicBezTo>
                    <a:pt x="7828883" y="221075"/>
                    <a:pt x="7814120" y="209360"/>
                    <a:pt x="7814120" y="195072"/>
                  </a:cubicBezTo>
                  <a:lnTo>
                    <a:pt x="7814120" y="57245"/>
                  </a:lnTo>
                  <a:close/>
                  <a:moveTo>
                    <a:pt x="7528274" y="57245"/>
                  </a:moveTo>
                  <a:cubicBezTo>
                    <a:pt x="7528274" y="42958"/>
                    <a:pt x="7543038" y="31242"/>
                    <a:pt x="7561136" y="31242"/>
                  </a:cubicBezTo>
                  <a:lnTo>
                    <a:pt x="7718012" y="31242"/>
                  </a:lnTo>
                  <a:cubicBezTo>
                    <a:pt x="7736110" y="31242"/>
                    <a:pt x="7750874" y="42958"/>
                    <a:pt x="7750874" y="57245"/>
                  </a:cubicBezTo>
                  <a:lnTo>
                    <a:pt x="7750874" y="195072"/>
                  </a:lnTo>
                  <a:cubicBezTo>
                    <a:pt x="7750874" y="209360"/>
                    <a:pt x="7736110" y="221075"/>
                    <a:pt x="7718012" y="221075"/>
                  </a:cubicBezTo>
                  <a:lnTo>
                    <a:pt x="7561136" y="221075"/>
                  </a:lnTo>
                  <a:cubicBezTo>
                    <a:pt x="7543038" y="221075"/>
                    <a:pt x="7528274" y="209360"/>
                    <a:pt x="7528274" y="195072"/>
                  </a:cubicBezTo>
                  <a:lnTo>
                    <a:pt x="7528274" y="57245"/>
                  </a:lnTo>
                  <a:close/>
                  <a:moveTo>
                    <a:pt x="7242429" y="57245"/>
                  </a:moveTo>
                  <a:cubicBezTo>
                    <a:pt x="7242429" y="42958"/>
                    <a:pt x="7257193" y="31242"/>
                    <a:pt x="7275290" y="31242"/>
                  </a:cubicBezTo>
                  <a:lnTo>
                    <a:pt x="7432168" y="31242"/>
                  </a:lnTo>
                  <a:cubicBezTo>
                    <a:pt x="7450265" y="31242"/>
                    <a:pt x="7465028" y="42958"/>
                    <a:pt x="7465028" y="57245"/>
                  </a:cubicBezTo>
                  <a:lnTo>
                    <a:pt x="7465028" y="195072"/>
                  </a:lnTo>
                  <a:cubicBezTo>
                    <a:pt x="7465028" y="209360"/>
                    <a:pt x="7450265" y="221075"/>
                    <a:pt x="7432168" y="221075"/>
                  </a:cubicBezTo>
                  <a:lnTo>
                    <a:pt x="7275290" y="221075"/>
                  </a:lnTo>
                  <a:cubicBezTo>
                    <a:pt x="7257193" y="221075"/>
                    <a:pt x="7242429" y="209360"/>
                    <a:pt x="7242429" y="195072"/>
                  </a:cubicBezTo>
                  <a:lnTo>
                    <a:pt x="7242429" y="57245"/>
                  </a:lnTo>
                  <a:close/>
                  <a:moveTo>
                    <a:pt x="6956584" y="57245"/>
                  </a:moveTo>
                  <a:cubicBezTo>
                    <a:pt x="6956584" y="42958"/>
                    <a:pt x="6971348" y="31242"/>
                    <a:pt x="6989445" y="31242"/>
                  </a:cubicBezTo>
                  <a:lnTo>
                    <a:pt x="7146322" y="31242"/>
                  </a:lnTo>
                  <a:cubicBezTo>
                    <a:pt x="7164419" y="31242"/>
                    <a:pt x="7179183" y="42958"/>
                    <a:pt x="7179183" y="57245"/>
                  </a:cubicBezTo>
                  <a:lnTo>
                    <a:pt x="7179183" y="195072"/>
                  </a:lnTo>
                  <a:cubicBezTo>
                    <a:pt x="7179183" y="209360"/>
                    <a:pt x="7164419" y="221075"/>
                    <a:pt x="7146322" y="221075"/>
                  </a:cubicBezTo>
                  <a:lnTo>
                    <a:pt x="6989445" y="221075"/>
                  </a:lnTo>
                  <a:cubicBezTo>
                    <a:pt x="6971348" y="221075"/>
                    <a:pt x="6956584" y="209360"/>
                    <a:pt x="6956584" y="195072"/>
                  </a:cubicBezTo>
                  <a:lnTo>
                    <a:pt x="6956584" y="57245"/>
                  </a:lnTo>
                  <a:close/>
                  <a:moveTo>
                    <a:pt x="6670739" y="57245"/>
                  </a:moveTo>
                  <a:cubicBezTo>
                    <a:pt x="6670739" y="42958"/>
                    <a:pt x="6685503" y="31242"/>
                    <a:pt x="6703600" y="31242"/>
                  </a:cubicBezTo>
                  <a:lnTo>
                    <a:pt x="6860477" y="31242"/>
                  </a:lnTo>
                  <a:cubicBezTo>
                    <a:pt x="6878574" y="31242"/>
                    <a:pt x="6893338" y="42958"/>
                    <a:pt x="6893338" y="57245"/>
                  </a:cubicBezTo>
                  <a:lnTo>
                    <a:pt x="6893338" y="195072"/>
                  </a:lnTo>
                  <a:cubicBezTo>
                    <a:pt x="6893338" y="209360"/>
                    <a:pt x="6878574" y="221075"/>
                    <a:pt x="6860477" y="221075"/>
                  </a:cubicBezTo>
                  <a:lnTo>
                    <a:pt x="6703600" y="221075"/>
                  </a:lnTo>
                  <a:cubicBezTo>
                    <a:pt x="6685503" y="221075"/>
                    <a:pt x="6670739" y="209360"/>
                    <a:pt x="6670739" y="195072"/>
                  </a:cubicBezTo>
                  <a:lnTo>
                    <a:pt x="6670739" y="57245"/>
                  </a:lnTo>
                  <a:close/>
                  <a:moveTo>
                    <a:pt x="6384894" y="57245"/>
                  </a:moveTo>
                  <a:cubicBezTo>
                    <a:pt x="6384894" y="42958"/>
                    <a:pt x="6399657" y="31242"/>
                    <a:pt x="6417755" y="31242"/>
                  </a:cubicBezTo>
                  <a:lnTo>
                    <a:pt x="6574631" y="31242"/>
                  </a:lnTo>
                  <a:cubicBezTo>
                    <a:pt x="6592729" y="31242"/>
                    <a:pt x="6607493" y="42958"/>
                    <a:pt x="6607493" y="57245"/>
                  </a:cubicBezTo>
                  <a:lnTo>
                    <a:pt x="6607493" y="195072"/>
                  </a:lnTo>
                  <a:cubicBezTo>
                    <a:pt x="6607493" y="209360"/>
                    <a:pt x="6592729" y="221075"/>
                    <a:pt x="6574631" y="221075"/>
                  </a:cubicBezTo>
                  <a:lnTo>
                    <a:pt x="6417755" y="221075"/>
                  </a:lnTo>
                  <a:cubicBezTo>
                    <a:pt x="6399657" y="221075"/>
                    <a:pt x="6384894" y="209360"/>
                    <a:pt x="6384894" y="195072"/>
                  </a:cubicBezTo>
                  <a:lnTo>
                    <a:pt x="6384894" y="57245"/>
                  </a:lnTo>
                  <a:close/>
                  <a:moveTo>
                    <a:pt x="6099048" y="57245"/>
                  </a:moveTo>
                  <a:cubicBezTo>
                    <a:pt x="6099048" y="42958"/>
                    <a:pt x="6113812" y="31242"/>
                    <a:pt x="6131910" y="31242"/>
                  </a:cubicBezTo>
                  <a:lnTo>
                    <a:pt x="6288786" y="31242"/>
                  </a:lnTo>
                  <a:cubicBezTo>
                    <a:pt x="6306884" y="31242"/>
                    <a:pt x="6321648" y="42958"/>
                    <a:pt x="6321648" y="57245"/>
                  </a:cubicBezTo>
                  <a:lnTo>
                    <a:pt x="6321648" y="195072"/>
                  </a:lnTo>
                  <a:cubicBezTo>
                    <a:pt x="6321648" y="209360"/>
                    <a:pt x="6306884" y="221075"/>
                    <a:pt x="6288786" y="221075"/>
                  </a:cubicBezTo>
                  <a:lnTo>
                    <a:pt x="6131910" y="221075"/>
                  </a:lnTo>
                  <a:cubicBezTo>
                    <a:pt x="6113812" y="221075"/>
                    <a:pt x="6099048" y="209360"/>
                    <a:pt x="6099048" y="195072"/>
                  </a:cubicBezTo>
                  <a:lnTo>
                    <a:pt x="6099048" y="57245"/>
                  </a:lnTo>
                  <a:close/>
                  <a:moveTo>
                    <a:pt x="5813203" y="57245"/>
                  </a:moveTo>
                  <a:cubicBezTo>
                    <a:pt x="5813203" y="42958"/>
                    <a:pt x="5827967" y="31242"/>
                    <a:pt x="5846064" y="31242"/>
                  </a:cubicBezTo>
                  <a:lnTo>
                    <a:pt x="6002941" y="31242"/>
                  </a:lnTo>
                  <a:cubicBezTo>
                    <a:pt x="6021039" y="31242"/>
                    <a:pt x="6035802" y="42958"/>
                    <a:pt x="6035802" y="57245"/>
                  </a:cubicBezTo>
                  <a:lnTo>
                    <a:pt x="6035802" y="195072"/>
                  </a:lnTo>
                  <a:cubicBezTo>
                    <a:pt x="6035802" y="209360"/>
                    <a:pt x="6021039" y="221075"/>
                    <a:pt x="6002941" y="221075"/>
                  </a:cubicBezTo>
                  <a:lnTo>
                    <a:pt x="5846064" y="221075"/>
                  </a:lnTo>
                  <a:cubicBezTo>
                    <a:pt x="5827967" y="221075"/>
                    <a:pt x="5813203" y="209360"/>
                    <a:pt x="5813203" y="195072"/>
                  </a:cubicBezTo>
                  <a:lnTo>
                    <a:pt x="5813203" y="57245"/>
                  </a:lnTo>
                  <a:close/>
                  <a:moveTo>
                    <a:pt x="5527358" y="57245"/>
                  </a:moveTo>
                  <a:cubicBezTo>
                    <a:pt x="5527358" y="42958"/>
                    <a:pt x="5542121" y="31242"/>
                    <a:pt x="5560219" y="31242"/>
                  </a:cubicBezTo>
                  <a:lnTo>
                    <a:pt x="5717095" y="31242"/>
                  </a:lnTo>
                  <a:cubicBezTo>
                    <a:pt x="5735193" y="31242"/>
                    <a:pt x="5749957" y="42958"/>
                    <a:pt x="5749957" y="57245"/>
                  </a:cubicBezTo>
                  <a:lnTo>
                    <a:pt x="5749957" y="195072"/>
                  </a:lnTo>
                  <a:cubicBezTo>
                    <a:pt x="5749957" y="209360"/>
                    <a:pt x="5735193" y="221075"/>
                    <a:pt x="5717095" y="221075"/>
                  </a:cubicBezTo>
                  <a:lnTo>
                    <a:pt x="5560219" y="221075"/>
                  </a:lnTo>
                  <a:cubicBezTo>
                    <a:pt x="5542121" y="221075"/>
                    <a:pt x="5527358" y="209360"/>
                    <a:pt x="5527358" y="195072"/>
                  </a:cubicBezTo>
                  <a:lnTo>
                    <a:pt x="5527358" y="57245"/>
                  </a:lnTo>
                  <a:close/>
                  <a:moveTo>
                    <a:pt x="5204555" y="57245"/>
                  </a:moveTo>
                  <a:cubicBezTo>
                    <a:pt x="5204555" y="42958"/>
                    <a:pt x="5219319" y="31242"/>
                    <a:pt x="5237417" y="31242"/>
                  </a:cubicBezTo>
                  <a:lnTo>
                    <a:pt x="5394294" y="31242"/>
                  </a:lnTo>
                  <a:cubicBezTo>
                    <a:pt x="5412391" y="31242"/>
                    <a:pt x="5427155" y="42958"/>
                    <a:pt x="5427155" y="57245"/>
                  </a:cubicBezTo>
                  <a:lnTo>
                    <a:pt x="5427155" y="195072"/>
                  </a:lnTo>
                  <a:cubicBezTo>
                    <a:pt x="5427155" y="209360"/>
                    <a:pt x="5412391" y="221075"/>
                    <a:pt x="5394294" y="221075"/>
                  </a:cubicBezTo>
                  <a:lnTo>
                    <a:pt x="5237417" y="221075"/>
                  </a:lnTo>
                  <a:cubicBezTo>
                    <a:pt x="5219319" y="221075"/>
                    <a:pt x="5204555" y="209360"/>
                    <a:pt x="5204555" y="195072"/>
                  </a:cubicBezTo>
                  <a:lnTo>
                    <a:pt x="5204555" y="57245"/>
                  </a:lnTo>
                  <a:close/>
                  <a:moveTo>
                    <a:pt x="4918710" y="57245"/>
                  </a:moveTo>
                  <a:cubicBezTo>
                    <a:pt x="4918710" y="42958"/>
                    <a:pt x="4933474" y="31242"/>
                    <a:pt x="4951571" y="31242"/>
                  </a:cubicBezTo>
                  <a:lnTo>
                    <a:pt x="5108448" y="31242"/>
                  </a:lnTo>
                  <a:cubicBezTo>
                    <a:pt x="5126545" y="31242"/>
                    <a:pt x="5141310" y="42958"/>
                    <a:pt x="5141310" y="57245"/>
                  </a:cubicBezTo>
                  <a:lnTo>
                    <a:pt x="5141310" y="195072"/>
                  </a:lnTo>
                  <a:cubicBezTo>
                    <a:pt x="5141310" y="209360"/>
                    <a:pt x="5126545" y="221075"/>
                    <a:pt x="5108448" y="221075"/>
                  </a:cubicBezTo>
                  <a:lnTo>
                    <a:pt x="4951571" y="221075"/>
                  </a:lnTo>
                  <a:cubicBezTo>
                    <a:pt x="4933474" y="221075"/>
                    <a:pt x="4918710" y="209360"/>
                    <a:pt x="4918710" y="195072"/>
                  </a:cubicBezTo>
                  <a:lnTo>
                    <a:pt x="4918710" y="57245"/>
                  </a:lnTo>
                  <a:close/>
                  <a:moveTo>
                    <a:pt x="4632865" y="57245"/>
                  </a:moveTo>
                  <a:cubicBezTo>
                    <a:pt x="4632865" y="42958"/>
                    <a:pt x="4647629" y="31242"/>
                    <a:pt x="4665726" y="31242"/>
                  </a:cubicBezTo>
                  <a:lnTo>
                    <a:pt x="4822603" y="31242"/>
                  </a:lnTo>
                  <a:cubicBezTo>
                    <a:pt x="4840700" y="31242"/>
                    <a:pt x="4855464" y="42958"/>
                    <a:pt x="4855464" y="57245"/>
                  </a:cubicBezTo>
                  <a:lnTo>
                    <a:pt x="4855464" y="195072"/>
                  </a:lnTo>
                  <a:cubicBezTo>
                    <a:pt x="4855464" y="209360"/>
                    <a:pt x="4840700" y="221075"/>
                    <a:pt x="4822603" y="221075"/>
                  </a:cubicBezTo>
                  <a:lnTo>
                    <a:pt x="4665726" y="221075"/>
                  </a:lnTo>
                  <a:cubicBezTo>
                    <a:pt x="4647629" y="221075"/>
                    <a:pt x="4632865" y="209360"/>
                    <a:pt x="4632865" y="195072"/>
                  </a:cubicBezTo>
                  <a:lnTo>
                    <a:pt x="4632865" y="57245"/>
                  </a:lnTo>
                  <a:close/>
                  <a:moveTo>
                    <a:pt x="4347020" y="57245"/>
                  </a:moveTo>
                  <a:cubicBezTo>
                    <a:pt x="4347020" y="42958"/>
                    <a:pt x="4361783" y="31242"/>
                    <a:pt x="4379881" y="31242"/>
                  </a:cubicBezTo>
                  <a:lnTo>
                    <a:pt x="4536758" y="31242"/>
                  </a:lnTo>
                  <a:cubicBezTo>
                    <a:pt x="4554855" y="31242"/>
                    <a:pt x="4569619" y="42958"/>
                    <a:pt x="4569619" y="57245"/>
                  </a:cubicBezTo>
                  <a:lnTo>
                    <a:pt x="4569619" y="195072"/>
                  </a:lnTo>
                  <a:cubicBezTo>
                    <a:pt x="4569619" y="209360"/>
                    <a:pt x="4554855" y="221075"/>
                    <a:pt x="4536758" y="221075"/>
                  </a:cubicBezTo>
                  <a:lnTo>
                    <a:pt x="4379881" y="221075"/>
                  </a:lnTo>
                  <a:cubicBezTo>
                    <a:pt x="4361783" y="221075"/>
                    <a:pt x="4347020" y="209360"/>
                    <a:pt x="4347020" y="195072"/>
                  </a:cubicBezTo>
                  <a:lnTo>
                    <a:pt x="4347020" y="57245"/>
                  </a:lnTo>
                  <a:close/>
                  <a:moveTo>
                    <a:pt x="4061174" y="57245"/>
                  </a:moveTo>
                  <a:cubicBezTo>
                    <a:pt x="4061174" y="42958"/>
                    <a:pt x="4075938" y="31242"/>
                    <a:pt x="4094036" y="31242"/>
                  </a:cubicBezTo>
                  <a:lnTo>
                    <a:pt x="4250913" y="31242"/>
                  </a:lnTo>
                  <a:cubicBezTo>
                    <a:pt x="4269010" y="31242"/>
                    <a:pt x="4283774" y="42958"/>
                    <a:pt x="4283774" y="57245"/>
                  </a:cubicBezTo>
                  <a:lnTo>
                    <a:pt x="4283774" y="195072"/>
                  </a:lnTo>
                  <a:cubicBezTo>
                    <a:pt x="4283774" y="209360"/>
                    <a:pt x="4269010" y="221075"/>
                    <a:pt x="4250913" y="221075"/>
                  </a:cubicBezTo>
                  <a:lnTo>
                    <a:pt x="4094036" y="221075"/>
                  </a:lnTo>
                  <a:cubicBezTo>
                    <a:pt x="4075938" y="221075"/>
                    <a:pt x="4061174" y="209360"/>
                    <a:pt x="4061174" y="195072"/>
                  </a:cubicBezTo>
                  <a:lnTo>
                    <a:pt x="4061174" y="57245"/>
                  </a:lnTo>
                  <a:close/>
                  <a:moveTo>
                    <a:pt x="3775329" y="57245"/>
                  </a:moveTo>
                  <a:cubicBezTo>
                    <a:pt x="3775329" y="42958"/>
                    <a:pt x="3790093" y="31242"/>
                    <a:pt x="3808190" y="31242"/>
                  </a:cubicBezTo>
                  <a:lnTo>
                    <a:pt x="3965067" y="31242"/>
                  </a:lnTo>
                  <a:cubicBezTo>
                    <a:pt x="3983165" y="31242"/>
                    <a:pt x="3997928" y="42958"/>
                    <a:pt x="3997928" y="57245"/>
                  </a:cubicBezTo>
                  <a:lnTo>
                    <a:pt x="3997928" y="195072"/>
                  </a:lnTo>
                  <a:cubicBezTo>
                    <a:pt x="3997928" y="209360"/>
                    <a:pt x="3983165" y="221075"/>
                    <a:pt x="3965067" y="221075"/>
                  </a:cubicBezTo>
                  <a:lnTo>
                    <a:pt x="3808190" y="221075"/>
                  </a:lnTo>
                  <a:cubicBezTo>
                    <a:pt x="3790093" y="221075"/>
                    <a:pt x="3775329" y="209360"/>
                    <a:pt x="3775329" y="195072"/>
                  </a:cubicBezTo>
                  <a:lnTo>
                    <a:pt x="3775329" y="57245"/>
                  </a:lnTo>
                  <a:close/>
                  <a:moveTo>
                    <a:pt x="3489484" y="57245"/>
                  </a:moveTo>
                  <a:cubicBezTo>
                    <a:pt x="3489484" y="42958"/>
                    <a:pt x="3504248" y="31242"/>
                    <a:pt x="3522345" y="31242"/>
                  </a:cubicBezTo>
                  <a:lnTo>
                    <a:pt x="3679222" y="31242"/>
                  </a:lnTo>
                  <a:cubicBezTo>
                    <a:pt x="3697320" y="31242"/>
                    <a:pt x="3712083" y="42958"/>
                    <a:pt x="3712083" y="57245"/>
                  </a:cubicBezTo>
                  <a:lnTo>
                    <a:pt x="3712083" y="195072"/>
                  </a:lnTo>
                  <a:cubicBezTo>
                    <a:pt x="3712083" y="209360"/>
                    <a:pt x="3697320" y="221075"/>
                    <a:pt x="3679222" y="221075"/>
                  </a:cubicBezTo>
                  <a:lnTo>
                    <a:pt x="3522345" y="221075"/>
                  </a:lnTo>
                  <a:cubicBezTo>
                    <a:pt x="3504248" y="221075"/>
                    <a:pt x="3489484" y="209360"/>
                    <a:pt x="3489484" y="195072"/>
                  </a:cubicBezTo>
                  <a:lnTo>
                    <a:pt x="3489484" y="57245"/>
                  </a:lnTo>
                  <a:close/>
                  <a:moveTo>
                    <a:pt x="3203639" y="57245"/>
                  </a:moveTo>
                  <a:cubicBezTo>
                    <a:pt x="3203639" y="42958"/>
                    <a:pt x="3218403" y="31242"/>
                    <a:pt x="3236500" y="31242"/>
                  </a:cubicBezTo>
                  <a:lnTo>
                    <a:pt x="3393377" y="31242"/>
                  </a:lnTo>
                  <a:cubicBezTo>
                    <a:pt x="3411474" y="31242"/>
                    <a:pt x="3426238" y="42958"/>
                    <a:pt x="3426238" y="57245"/>
                  </a:cubicBezTo>
                  <a:lnTo>
                    <a:pt x="3426238" y="195072"/>
                  </a:lnTo>
                  <a:cubicBezTo>
                    <a:pt x="3426238" y="209360"/>
                    <a:pt x="3411474" y="221075"/>
                    <a:pt x="3393377" y="221075"/>
                  </a:cubicBezTo>
                  <a:lnTo>
                    <a:pt x="3236500" y="221075"/>
                  </a:lnTo>
                  <a:cubicBezTo>
                    <a:pt x="3218403" y="221075"/>
                    <a:pt x="3203639" y="209360"/>
                    <a:pt x="3203639" y="195072"/>
                  </a:cubicBezTo>
                  <a:lnTo>
                    <a:pt x="3203639" y="57245"/>
                  </a:lnTo>
                  <a:close/>
                  <a:moveTo>
                    <a:pt x="2917793" y="57245"/>
                  </a:moveTo>
                  <a:cubicBezTo>
                    <a:pt x="2917793" y="42958"/>
                    <a:pt x="2932557" y="31242"/>
                    <a:pt x="2950655" y="31242"/>
                  </a:cubicBezTo>
                  <a:lnTo>
                    <a:pt x="3107531" y="31242"/>
                  </a:lnTo>
                  <a:cubicBezTo>
                    <a:pt x="3125629" y="31242"/>
                    <a:pt x="3140393" y="42958"/>
                    <a:pt x="3140393" y="57245"/>
                  </a:cubicBezTo>
                  <a:lnTo>
                    <a:pt x="3140393" y="195072"/>
                  </a:lnTo>
                  <a:cubicBezTo>
                    <a:pt x="3140393" y="209360"/>
                    <a:pt x="3125629" y="221075"/>
                    <a:pt x="3107531" y="221075"/>
                  </a:cubicBezTo>
                  <a:lnTo>
                    <a:pt x="2950655" y="221075"/>
                  </a:lnTo>
                  <a:cubicBezTo>
                    <a:pt x="2932557" y="221075"/>
                    <a:pt x="2917793" y="209360"/>
                    <a:pt x="2917793" y="195072"/>
                  </a:cubicBezTo>
                  <a:lnTo>
                    <a:pt x="2917793" y="57245"/>
                  </a:lnTo>
                  <a:close/>
                  <a:moveTo>
                    <a:pt x="2631948" y="57245"/>
                  </a:moveTo>
                  <a:cubicBezTo>
                    <a:pt x="2631948" y="42958"/>
                    <a:pt x="2646712" y="31242"/>
                    <a:pt x="2664809" y="31242"/>
                  </a:cubicBezTo>
                  <a:lnTo>
                    <a:pt x="2821686" y="31242"/>
                  </a:lnTo>
                  <a:cubicBezTo>
                    <a:pt x="2839784" y="31242"/>
                    <a:pt x="2854547" y="42958"/>
                    <a:pt x="2854547" y="57245"/>
                  </a:cubicBezTo>
                  <a:lnTo>
                    <a:pt x="2854547" y="195072"/>
                  </a:lnTo>
                  <a:cubicBezTo>
                    <a:pt x="2854547" y="209360"/>
                    <a:pt x="2839784" y="221075"/>
                    <a:pt x="2821686" y="221075"/>
                  </a:cubicBezTo>
                  <a:lnTo>
                    <a:pt x="2664809" y="221075"/>
                  </a:lnTo>
                  <a:cubicBezTo>
                    <a:pt x="2646712" y="221075"/>
                    <a:pt x="2631948" y="209360"/>
                    <a:pt x="2631948" y="195072"/>
                  </a:cubicBezTo>
                  <a:lnTo>
                    <a:pt x="2631948" y="57245"/>
                  </a:lnTo>
                  <a:close/>
                  <a:moveTo>
                    <a:pt x="2346103" y="57245"/>
                  </a:moveTo>
                  <a:cubicBezTo>
                    <a:pt x="2346103" y="42958"/>
                    <a:pt x="2360867" y="31242"/>
                    <a:pt x="2378964" y="31242"/>
                  </a:cubicBezTo>
                  <a:lnTo>
                    <a:pt x="2535841" y="31242"/>
                  </a:lnTo>
                  <a:cubicBezTo>
                    <a:pt x="2553938" y="31242"/>
                    <a:pt x="2568702" y="42958"/>
                    <a:pt x="2568702" y="57245"/>
                  </a:cubicBezTo>
                  <a:lnTo>
                    <a:pt x="2568702" y="195072"/>
                  </a:lnTo>
                  <a:cubicBezTo>
                    <a:pt x="2568702" y="209360"/>
                    <a:pt x="2553938" y="221075"/>
                    <a:pt x="2535841" y="221075"/>
                  </a:cubicBezTo>
                  <a:lnTo>
                    <a:pt x="2378964" y="221075"/>
                  </a:lnTo>
                  <a:cubicBezTo>
                    <a:pt x="2360867" y="221075"/>
                    <a:pt x="2346103" y="209360"/>
                    <a:pt x="2346103" y="195072"/>
                  </a:cubicBezTo>
                  <a:lnTo>
                    <a:pt x="2346103" y="57245"/>
                  </a:lnTo>
                  <a:close/>
                  <a:moveTo>
                    <a:pt x="2060258" y="57245"/>
                  </a:moveTo>
                  <a:cubicBezTo>
                    <a:pt x="2060258" y="42958"/>
                    <a:pt x="2075021" y="31242"/>
                    <a:pt x="2093119" y="31242"/>
                  </a:cubicBezTo>
                  <a:lnTo>
                    <a:pt x="2249996" y="31242"/>
                  </a:lnTo>
                  <a:cubicBezTo>
                    <a:pt x="2268093" y="31242"/>
                    <a:pt x="2282857" y="42958"/>
                    <a:pt x="2282857" y="57245"/>
                  </a:cubicBezTo>
                  <a:lnTo>
                    <a:pt x="2282857" y="195072"/>
                  </a:lnTo>
                  <a:cubicBezTo>
                    <a:pt x="2282857" y="209360"/>
                    <a:pt x="2268093" y="221075"/>
                    <a:pt x="2249996" y="221075"/>
                  </a:cubicBezTo>
                  <a:lnTo>
                    <a:pt x="2093119" y="221075"/>
                  </a:lnTo>
                  <a:cubicBezTo>
                    <a:pt x="2075021" y="221075"/>
                    <a:pt x="2060258" y="209360"/>
                    <a:pt x="2060258" y="195072"/>
                  </a:cubicBezTo>
                  <a:lnTo>
                    <a:pt x="2060258" y="57245"/>
                  </a:lnTo>
                  <a:close/>
                  <a:moveTo>
                    <a:pt x="1774412" y="57245"/>
                  </a:moveTo>
                  <a:cubicBezTo>
                    <a:pt x="1774412" y="42958"/>
                    <a:pt x="1789176" y="31242"/>
                    <a:pt x="1807274" y="31242"/>
                  </a:cubicBezTo>
                  <a:lnTo>
                    <a:pt x="1964150" y="31242"/>
                  </a:lnTo>
                  <a:cubicBezTo>
                    <a:pt x="1982248" y="31242"/>
                    <a:pt x="1997012" y="42958"/>
                    <a:pt x="1997012" y="57245"/>
                  </a:cubicBezTo>
                  <a:lnTo>
                    <a:pt x="1997012" y="195072"/>
                  </a:lnTo>
                  <a:cubicBezTo>
                    <a:pt x="1997012" y="209360"/>
                    <a:pt x="1982248" y="221075"/>
                    <a:pt x="1964150" y="221075"/>
                  </a:cubicBezTo>
                  <a:lnTo>
                    <a:pt x="1807274" y="221075"/>
                  </a:lnTo>
                  <a:cubicBezTo>
                    <a:pt x="1789176" y="221075"/>
                    <a:pt x="1774412" y="209360"/>
                    <a:pt x="1774412" y="195072"/>
                  </a:cubicBezTo>
                  <a:lnTo>
                    <a:pt x="1774412" y="57245"/>
                  </a:lnTo>
                  <a:close/>
                  <a:moveTo>
                    <a:pt x="1488567" y="57245"/>
                  </a:moveTo>
                  <a:cubicBezTo>
                    <a:pt x="1488567" y="42958"/>
                    <a:pt x="1503331" y="31242"/>
                    <a:pt x="1521428" y="31242"/>
                  </a:cubicBezTo>
                  <a:lnTo>
                    <a:pt x="1678305" y="31242"/>
                  </a:lnTo>
                  <a:cubicBezTo>
                    <a:pt x="1696403" y="31242"/>
                    <a:pt x="1711166" y="42958"/>
                    <a:pt x="1711166" y="57245"/>
                  </a:cubicBezTo>
                  <a:lnTo>
                    <a:pt x="1711166" y="195072"/>
                  </a:lnTo>
                  <a:cubicBezTo>
                    <a:pt x="1711166" y="209360"/>
                    <a:pt x="1696403" y="221075"/>
                    <a:pt x="1678305" y="221075"/>
                  </a:cubicBezTo>
                  <a:lnTo>
                    <a:pt x="1521428" y="221075"/>
                  </a:lnTo>
                  <a:cubicBezTo>
                    <a:pt x="1503331" y="221075"/>
                    <a:pt x="1488567" y="209360"/>
                    <a:pt x="1488567" y="195072"/>
                  </a:cubicBezTo>
                  <a:lnTo>
                    <a:pt x="1488567" y="57245"/>
                  </a:lnTo>
                  <a:close/>
                  <a:moveTo>
                    <a:pt x="1202722" y="57245"/>
                  </a:moveTo>
                  <a:cubicBezTo>
                    <a:pt x="1202722" y="42958"/>
                    <a:pt x="1217486" y="31242"/>
                    <a:pt x="1235583" y="31242"/>
                  </a:cubicBezTo>
                  <a:lnTo>
                    <a:pt x="1392460" y="31242"/>
                  </a:lnTo>
                  <a:cubicBezTo>
                    <a:pt x="1410557" y="31242"/>
                    <a:pt x="1425321" y="42958"/>
                    <a:pt x="1425321" y="57245"/>
                  </a:cubicBezTo>
                  <a:lnTo>
                    <a:pt x="1425321" y="195072"/>
                  </a:lnTo>
                  <a:cubicBezTo>
                    <a:pt x="1425321" y="209360"/>
                    <a:pt x="1410557" y="221075"/>
                    <a:pt x="1392460" y="221075"/>
                  </a:cubicBezTo>
                  <a:lnTo>
                    <a:pt x="1235583" y="221075"/>
                  </a:lnTo>
                  <a:cubicBezTo>
                    <a:pt x="1217486" y="221075"/>
                    <a:pt x="1202722" y="209360"/>
                    <a:pt x="1202722" y="195072"/>
                  </a:cubicBezTo>
                  <a:lnTo>
                    <a:pt x="1202722" y="57245"/>
                  </a:lnTo>
                  <a:close/>
                  <a:moveTo>
                    <a:pt x="916877" y="57245"/>
                  </a:moveTo>
                  <a:cubicBezTo>
                    <a:pt x="916877" y="42958"/>
                    <a:pt x="931640" y="31242"/>
                    <a:pt x="949738" y="31242"/>
                  </a:cubicBezTo>
                  <a:lnTo>
                    <a:pt x="1106615" y="31242"/>
                  </a:lnTo>
                  <a:cubicBezTo>
                    <a:pt x="1124712" y="31242"/>
                    <a:pt x="1139476" y="42958"/>
                    <a:pt x="1139476" y="57245"/>
                  </a:cubicBezTo>
                  <a:lnTo>
                    <a:pt x="1139476" y="195072"/>
                  </a:lnTo>
                  <a:cubicBezTo>
                    <a:pt x="1139476" y="209360"/>
                    <a:pt x="1124712" y="221075"/>
                    <a:pt x="1106615" y="221075"/>
                  </a:cubicBezTo>
                  <a:lnTo>
                    <a:pt x="949738" y="221075"/>
                  </a:lnTo>
                  <a:cubicBezTo>
                    <a:pt x="931640" y="221075"/>
                    <a:pt x="916877" y="209360"/>
                    <a:pt x="916877" y="195072"/>
                  </a:cubicBezTo>
                  <a:lnTo>
                    <a:pt x="916877" y="57245"/>
                  </a:lnTo>
                  <a:close/>
                  <a:moveTo>
                    <a:pt x="631031" y="57245"/>
                  </a:moveTo>
                  <a:cubicBezTo>
                    <a:pt x="631031" y="42958"/>
                    <a:pt x="645795" y="31242"/>
                    <a:pt x="663893" y="31242"/>
                  </a:cubicBezTo>
                  <a:lnTo>
                    <a:pt x="820769" y="31242"/>
                  </a:lnTo>
                  <a:cubicBezTo>
                    <a:pt x="838867" y="31242"/>
                    <a:pt x="853631" y="42958"/>
                    <a:pt x="853631" y="57245"/>
                  </a:cubicBezTo>
                  <a:lnTo>
                    <a:pt x="853631" y="195072"/>
                  </a:lnTo>
                  <a:cubicBezTo>
                    <a:pt x="853631" y="209360"/>
                    <a:pt x="838867" y="221075"/>
                    <a:pt x="820769" y="221075"/>
                  </a:cubicBezTo>
                  <a:lnTo>
                    <a:pt x="663893" y="221075"/>
                  </a:lnTo>
                  <a:cubicBezTo>
                    <a:pt x="645795" y="221075"/>
                    <a:pt x="631031" y="209360"/>
                    <a:pt x="631031" y="195072"/>
                  </a:cubicBezTo>
                  <a:lnTo>
                    <a:pt x="631031" y="57245"/>
                  </a:lnTo>
                  <a:close/>
                  <a:moveTo>
                    <a:pt x="345186" y="57245"/>
                  </a:moveTo>
                  <a:cubicBezTo>
                    <a:pt x="345186" y="42958"/>
                    <a:pt x="359950" y="31242"/>
                    <a:pt x="378047" y="31242"/>
                  </a:cubicBezTo>
                  <a:lnTo>
                    <a:pt x="534924" y="31242"/>
                  </a:lnTo>
                  <a:cubicBezTo>
                    <a:pt x="553022" y="31242"/>
                    <a:pt x="567785" y="42958"/>
                    <a:pt x="567785" y="57245"/>
                  </a:cubicBezTo>
                  <a:lnTo>
                    <a:pt x="567785" y="195072"/>
                  </a:lnTo>
                  <a:cubicBezTo>
                    <a:pt x="567785" y="209360"/>
                    <a:pt x="553022" y="221075"/>
                    <a:pt x="534924" y="221075"/>
                  </a:cubicBezTo>
                  <a:lnTo>
                    <a:pt x="378047" y="221075"/>
                  </a:lnTo>
                  <a:cubicBezTo>
                    <a:pt x="359950" y="221075"/>
                    <a:pt x="345186" y="209360"/>
                    <a:pt x="345186" y="195072"/>
                  </a:cubicBezTo>
                  <a:lnTo>
                    <a:pt x="345186" y="57245"/>
                  </a:lnTo>
                  <a:close/>
                  <a:moveTo>
                    <a:pt x="59341" y="57245"/>
                  </a:moveTo>
                  <a:cubicBezTo>
                    <a:pt x="59341" y="42958"/>
                    <a:pt x="74105" y="31242"/>
                    <a:pt x="92202" y="31242"/>
                  </a:cubicBezTo>
                  <a:lnTo>
                    <a:pt x="249079" y="31242"/>
                  </a:lnTo>
                  <a:cubicBezTo>
                    <a:pt x="267176" y="31242"/>
                    <a:pt x="281940" y="42958"/>
                    <a:pt x="281940" y="57245"/>
                  </a:cubicBezTo>
                  <a:lnTo>
                    <a:pt x="281940" y="195072"/>
                  </a:lnTo>
                  <a:cubicBezTo>
                    <a:pt x="281940" y="209360"/>
                    <a:pt x="267176" y="221075"/>
                    <a:pt x="249079" y="221075"/>
                  </a:cubicBezTo>
                  <a:lnTo>
                    <a:pt x="92583" y="221075"/>
                  </a:lnTo>
                  <a:cubicBezTo>
                    <a:pt x="74486" y="221075"/>
                    <a:pt x="59722" y="209360"/>
                    <a:pt x="59722" y="195072"/>
                  </a:cubicBezTo>
                  <a:lnTo>
                    <a:pt x="59722" y="57245"/>
                  </a:lnTo>
                  <a:close/>
                  <a:moveTo>
                    <a:pt x="5290947" y="413575"/>
                  </a:moveTo>
                  <a:lnTo>
                    <a:pt x="5290947" y="721043"/>
                  </a:lnTo>
                  <a:cubicBezTo>
                    <a:pt x="5290947" y="778288"/>
                    <a:pt x="5231797" y="825151"/>
                    <a:pt x="5159407" y="825151"/>
                  </a:cubicBezTo>
                  <a:lnTo>
                    <a:pt x="4628198" y="825151"/>
                  </a:lnTo>
                  <a:cubicBezTo>
                    <a:pt x="4555808" y="825151"/>
                    <a:pt x="4496657" y="778288"/>
                    <a:pt x="4496657" y="721043"/>
                  </a:cubicBezTo>
                  <a:lnTo>
                    <a:pt x="4496657" y="413575"/>
                  </a:lnTo>
                  <a:cubicBezTo>
                    <a:pt x="4496657" y="356330"/>
                    <a:pt x="4555808" y="309467"/>
                    <a:pt x="4628198" y="309467"/>
                  </a:cubicBezTo>
                  <a:lnTo>
                    <a:pt x="5159407" y="309467"/>
                  </a:lnTo>
                  <a:cubicBezTo>
                    <a:pt x="5231797" y="309467"/>
                    <a:pt x="5290947" y="356330"/>
                    <a:pt x="5290947" y="413575"/>
                  </a:cubicBezTo>
                  <a:close/>
                  <a:moveTo>
                    <a:pt x="4210812" y="413575"/>
                  </a:moveTo>
                  <a:lnTo>
                    <a:pt x="4210812" y="721043"/>
                  </a:lnTo>
                  <a:cubicBezTo>
                    <a:pt x="4210812" y="778288"/>
                    <a:pt x="4151662" y="825151"/>
                    <a:pt x="4079272" y="825151"/>
                  </a:cubicBezTo>
                  <a:lnTo>
                    <a:pt x="3548063" y="825151"/>
                  </a:lnTo>
                  <a:cubicBezTo>
                    <a:pt x="3475673" y="825151"/>
                    <a:pt x="3416522" y="778288"/>
                    <a:pt x="3416522" y="721043"/>
                  </a:cubicBezTo>
                  <a:lnTo>
                    <a:pt x="3416522" y="413575"/>
                  </a:lnTo>
                  <a:cubicBezTo>
                    <a:pt x="3416522" y="356330"/>
                    <a:pt x="3475673" y="309467"/>
                    <a:pt x="3548063" y="309467"/>
                  </a:cubicBezTo>
                  <a:lnTo>
                    <a:pt x="4079272" y="309467"/>
                  </a:lnTo>
                  <a:cubicBezTo>
                    <a:pt x="4151662" y="309467"/>
                    <a:pt x="4210812" y="356330"/>
                    <a:pt x="4210812" y="413575"/>
                  </a:cubicBezTo>
                  <a:close/>
                  <a:moveTo>
                    <a:pt x="3130677" y="413575"/>
                  </a:moveTo>
                  <a:lnTo>
                    <a:pt x="3130677" y="721043"/>
                  </a:lnTo>
                  <a:cubicBezTo>
                    <a:pt x="3130677" y="778288"/>
                    <a:pt x="3071527" y="825151"/>
                    <a:pt x="2999137" y="825151"/>
                  </a:cubicBezTo>
                  <a:lnTo>
                    <a:pt x="2467928" y="825151"/>
                  </a:lnTo>
                  <a:cubicBezTo>
                    <a:pt x="2395538" y="825151"/>
                    <a:pt x="2336387" y="778288"/>
                    <a:pt x="2336387" y="721043"/>
                  </a:cubicBezTo>
                  <a:lnTo>
                    <a:pt x="2336387" y="413575"/>
                  </a:lnTo>
                  <a:cubicBezTo>
                    <a:pt x="2336387" y="356330"/>
                    <a:pt x="2395538" y="309467"/>
                    <a:pt x="2467928" y="309467"/>
                  </a:cubicBezTo>
                  <a:lnTo>
                    <a:pt x="2999137" y="309467"/>
                  </a:lnTo>
                  <a:cubicBezTo>
                    <a:pt x="3071527" y="309467"/>
                    <a:pt x="3130677" y="356330"/>
                    <a:pt x="3130677" y="413575"/>
                  </a:cubicBezTo>
                  <a:close/>
                  <a:moveTo>
                    <a:pt x="2050542" y="413575"/>
                  </a:moveTo>
                  <a:lnTo>
                    <a:pt x="2050542" y="721043"/>
                  </a:lnTo>
                  <a:cubicBezTo>
                    <a:pt x="2050542" y="778288"/>
                    <a:pt x="1991392" y="825151"/>
                    <a:pt x="1919002" y="825151"/>
                  </a:cubicBezTo>
                  <a:lnTo>
                    <a:pt x="1387793" y="825151"/>
                  </a:lnTo>
                  <a:cubicBezTo>
                    <a:pt x="1315403" y="825151"/>
                    <a:pt x="1256252" y="778288"/>
                    <a:pt x="1256252" y="721043"/>
                  </a:cubicBezTo>
                  <a:lnTo>
                    <a:pt x="1256252" y="413575"/>
                  </a:lnTo>
                  <a:cubicBezTo>
                    <a:pt x="1256252" y="356330"/>
                    <a:pt x="1315403" y="309467"/>
                    <a:pt x="1387793" y="309467"/>
                  </a:cubicBezTo>
                  <a:lnTo>
                    <a:pt x="1919002" y="309467"/>
                  </a:lnTo>
                  <a:cubicBezTo>
                    <a:pt x="1991392" y="309467"/>
                    <a:pt x="2050542" y="356330"/>
                    <a:pt x="2050542" y="413575"/>
                  </a:cubicBezTo>
                  <a:close/>
                  <a:moveTo>
                    <a:pt x="970407" y="413575"/>
                  </a:moveTo>
                  <a:lnTo>
                    <a:pt x="970407" y="721043"/>
                  </a:lnTo>
                  <a:cubicBezTo>
                    <a:pt x="970407" y="778288"/>
                    <a:pt x="911257" y="825151"/>
                    <a:pt x="838867" y="825151"/>
                  </a:cubicBezTo>
                  <a:lnTo>
                    <a:pt x="307658" y="825151"/>
                  </a:lnTo>
                  <a:cubicBezTo>
                    <a:pt x="235268" y="825151"/>
                    <a:pt x="176117" y="778288"/>
                    <a:pt x="176117" y="721043"/>
                  </a:cubicBezTo>
                  <a:lnTo>
                    <a:pt x="176117" y="413575"/>
                  </a:lnTo>
                  <a:cubicBezTo>
                    <a:pt x="176117" y="356330"/>
                    <a:pt x="235268" y="309467"/>
                    <a:pt x="307658" y="309467"/>
                  </a:cubicBezTo>
                  <a:lnTo>
                    <a:pt x="838867" y="309467"/>
                  </a:lnTo>
                  <a:cubicBezTo>
                    <a:pt x="911257" y="309467"/>
                    <a:pt x="970407" y="356330"/>
                    <a:pt x="970407" y="413575"/>
                  </a:cubicBezTo>
                  <a:close/>
                  <a:moveTo>
                    <a:pt x="263081" y="1108615"/>
                  </a:moveTo>
                  <a:cubicBezTo>
                    <a:pt x="263081" y="1122902"/>
                    <a:pt x="248317" y="1134618"/>
                    <a:pt x="230219" y="1134618"/>
                  </a:cubicBezTo>
                  <a:lnTo>
                    <a:pt x="73343" y="1134618"/>
                  </a:lnTo>
                  <a:cubicBezTo>
                    <a:pt x="55245" y="1134618"/>
                    <a:pt x="40481" y="1122902"/>
                    <a:pt x="40481" y="1108615"/>
                  </a:cubicBezTo>
                  <a:lnTo>
                    <a:pt x="40481" y="970788"/>
                  </a:lnTo>
                  <a:cubicBezTo>
                    <a:pt x="40481" y="956501"/>
                    <a:pt x="55245" y="944785"/>
                    <a:pt x="73343" y="944785"/>
                  </a:cubicBezTo>
                  <a:lnTo>
                    <a:pt x="230219" y="944785"/>
                  </a:lnTo>
                  <a:cubicBezTo>
                    <a:pt x="248317" y="944785"/>
                    <a:pt x="263081" y="956501"/>
                    <a:pt x="263081" y="970788"/>
                  </a:cubicBezTo>
                  <a:lnTo>
                    <a:pt x="263081" y="1108615"/>
                  </a:lnTo>
                  <a:close/>
                  <a:moveTo>
                    <a:pt x="548926" y="1108615"/>
                  </a:moveTo>
                  <a:cubicBezTo>
                    <a:pt x="548926" y="1122902"/>
                    <a:pt x="534162" y="1134618"/>
                    <a:pt x="516065" y="1134618"/>
                  </a:cubicBezTo>
                  <a:lnTo>
                    <a:pt x="359188" y="1134618"/>
                  </a:lnTo>
                  <a:cubicBezTo>
                    <a:pt x="341090" y="1134618"/>
                    <a:pt x="326326" y="1122902"/>
                    <a:pt x="326326" y="1108615"/>
                  </a:cubicBezTo>
                  <a:lnTo>
                    <a:pt x="326326" y="970788"/>
                  </a:lnTo>
                  <a:cubicBezTo>
                    <a:pt x="326326" y="956501"/>
                    <a:pt x="341090" y="944785"/>
                    <a:pt x="359188" y="944785"/>
                  </a:cubicBezTo>
                  <a:lnTo>
                    <a:pt x="516065" y="944785"/>
                  </a:lnTo>
                  <a:cubicBezTo>
                    <a:pt x="534162" y="944785"/>
                    <a:pt x="548926" y="956501"/>
                    <a:pt x="548926" y="970788"/>
                  </a:cubicBezTo>
                  <a:lnTo>
                    <a:pt x="548926" y="1108615"/>
                  </a:lnTo>
                  <a:close/>
                  <a:moveTo>
                    <a:pt x="834771" y="1108615"/>
                  </a:moveTo>
                  <a:cubicBezTo>
                    <a:pt x="834771" y="1122902"/>
                    <a:pt x="820007" y="1134618"/>
                    <a:pt x="801910" y="1134618"/>
                  </a:cubicBezTo>
                  <a:lnTo>
                    <a:pt x="645033" y="1134618"/>
                  </a:lnTo>
                  <a:cubicBezTo>
                    <a:pt x="626936" y="1134618"/>
                    <a:pt x="612172" y="1122902"/>
                    <a:pt x="612172" y="1108615"/>
                  </a:cubicBezTo>
                  <a:lnTo>
                    <a:pt x="612172" y="970788"/>
                  </a:lnTo>
                  <a:cubicBezTo>
                    <a:pt x="612172" y="956501"/>
                    <a:pt x="626936" y="944785"/>
                    <a:pt x="645033" y="944785"/>
                  </a:cubicBezTo>
                  <a:lnTo>
                    <a:pt x="801910" y="944785"/>
                  </a:lnTo>
                  <a:cubicBezTo>
                    <a:pt x="820007" y="944785"/>
                    <a:pt x="834771" y="956501"/>
                    <a:pt x="834771" y="970788"/>
                  </a:cubicBezTo>
                  <a:lnTo>
                    <a:pt x="834771" y="1108615"/>
                  </a:lnTo>
                  <a:close/>
                  <a:moveTo>
                    <a:pt x="1120616" y="1108615"/>
                  </a:moveTo>
                  <a:cubicBezTo>
                    <a:pt x="1120616" y="1122902"/>
                    <a:pt x="1105853" y="1134618"/>
                    <a:pt x="1087755" y="1134618"/>
                  </a:cubicBezTo>
                  <a:lnTo>
                    <a:pt x="930878" y="1134618"/>
                  </a:lnTo>
                  <a:cubicBezTo>
                    <a:pt x="912781" y="1134618"/>
                    <a:pt x="898017" y="1122902"/>
                    <a:pt x="898017" y="1108615"/>
                  </a:cubicBezTo>
                  <a:lnTo>
                    <a:pt x="898017" y="970788"/>
                  </a:lnTo>
                  <a:cubicBezTo>
                    <a:pt x="898017" y="956501"/>
                    <a:pt x="912781" y="944785"/>
                    <a:pt x="930878" y="944785"/>
                  </a:cubicBezTo>
                  <a:lnTo>
                    <a:pt x="1087755" y="944785"/>
                  </a:lnTo>
                  <a:cubicBezTo>
                    <a:pt x="1105853" y="944785"/>
                    <a:pt x="1120616" y="956501"/>
                    <a:pt x="1120616" y="970788"/>
                  </a:cubicBezTo>
                  <a:lnTo>
                    <a:pt x="1120616" y="1108615"/>
                  </a:lnTo>
                  <a:close/>
                  <a:moveTo>
                    <a:pt x="1406462" y="1108615"/>
                  </a:moveTo>
                  <a:cubicBezTo>
                    <a:pt x="1406462" y="1122902"/>
                    <a:pt x="1391698" y="1134618"/>
                    <a:pt x="1373600" y="1134618"/>
                  </a:cubicBezTo>
                  <a:lnTo>
                    <a:pt x="1216724" y="1134618"/>
                  </a:lnTo>
                  <a:cubicBezTo>
                    <a:pt x="1198626" y="1134618"/>
                    <a:pt x="1183862" y="1122902"/>
                    <a:pt x="1183862" y="1108615"/>
                  </a:cubicBezTo>
                  <a:lnTo>
                    <a:pt x="1183862" y="970788"/>
                  </a:lnTo>
                  <a:cubicBezTo>
                    <a:pt x="1183862" y="956501"/>
                    <a:pt x="1198626" y="944785"/>
                    <a:pt x="1216724" y="944785"/>
                  </a:cubicBezTo>
                  <a:lnTo>
                    <a:pt x="1373600" y="944785"/>
                  </a:lnTo>
                  <a:cubicBezTo>
                    <a:pt x="1391698" y="944785"/>
                    <a:pt x="1406462" y="956501"/>
                    <a:pt x="1406462" y="970788"/>
                  </a:cubicBezTo>
                  <a:lnTo>
                    <a:pt x="1406462" y="1108615"/>
                  </a:lnTo>
                  <a:close/>
                  <a:moveTo>
                    <a:pt x="1692307" y="1108615"/>
                  </a:moveTo>
                  <a:cubicBezTo>
                    <a:pt x="1692307" y="1122902"/>
                    <a:pt x="1677543" y="1134618"/>
                    <a:pt x="1659446" y="1134618"/>
                  </a:cubicBezTo>
                  <a:lnTo>
                    <a:pt x="1502569" y="1134618"/>
                  </a:lnTo>
                  <a:cubicBezTo>
                    <a:pt x="1484471" y="1134618"/>
                    <a:pt x="1469708" y="1122902"/>
                    <a:pt x="1469708" y="1108615"/>
                  </a:cubicBezTo>
                  <a:lnTo>
                    <a:pt x="1469708" y="970788"/>
                  </a:lnTo>
                  <a:cubicBezTo>
                    <a:pt x="1469708" y="956501"/>
                    <a:pt x="1484471" y="944785"/>
                    <a:pt x="1502569" y="944785"/>
                  </a:cubicBezTo>
                  <a:lnTo>
                    <a:pt x="1659446" y="944785"/>
                  </a:lnTo>
                  <a:cubicBezTo>
                    <a:pt x="1677543" y="944785"/>
                    <a:pt x="1692307" y="956501"/>
                    <a:pt x="1692307" y="970788"/>
                  </a:cubicBezTo>
                  <a:lnTo>
                    <a:pt x="1692307" y="1108615"/>
                  </a:lnTo>
                  <a:close/>
                  <a:moveTo>
                    <a:pt x="1978152" y="1108615"/>
                  </a:moveTo>
                  <a:cubicBezTo>
                    <a:pt x="1978152" y="1122902"/>
                    <a:pt x="1963388" y="1134618"/>
                    <a:pt x="1945291" y="1134618"/>
                  </a:cubicBezTo>
                  <a:lnTo>
                    <a:pt x="1788414" y="1134618"/>
                  </a:lnTo>
                  <a:cubicBezTo>
                    <a:pt x="1770317" y="1134618"/>
                    <a:pt x="1755553" y="1122902"/>
                    <a:pt x="1755553" y="1108615"/>
                  </a:cubicBezTo>
                  <a:lnTo>
                    <a:pt x="1755553" y="970788"/>
                  </a:lnTo>
                  <a:cubicBezTo>
                    <a:pt x="1755553" y="956501"/>
                    <a:pt x="1770317" y="944785"/>
                    <a:pt x="1788414" y="944785"/>
                  </a:cubicBezTo>
                  <a:lnTo>
                    <a:pt x="1945291" y="944785"/>
                  </a:lnTo>
                  <a:cubicBezTo>
                    <a:pt x="1963388" y="944785"/>
                    <a:pt x="1978152" y="956501"/>
                    <a:pt x="1978152" y="970788"/>
                  </a:cubicBezTo>
                  <a:lnTo>
                    <a:pt x="1978152" y="1108615"/>
                  </a:lnTo>
                  <a:close/>
                  <a:moveTo>
                    <a:pt x="2263997" y="1108615"/>
                  </a:moveTo>
                  <a:cubicBezTo>
                    <a:pt x="2263997" y="1122902"/>
                    <a:pt x="2249234" y="1134618"/>
                    <a:pt x="2231136" y="1134618"/>
                  </a:cubicBezTo>
                  <a:lnTo>
                    <a:pt x="2074259" y="1134618"/>
                  </a:lnTo>
                  <a:cubicBezTo>
                    <a:pt x="2056162" y="1134618"/>
                    <a:pt x="2041398" y="1122902"/>
                    <a:pt x="2041398" y="1108615"/>
                  </a:cubicBezTo>
                  <a:lnTo>
                    <a:pt x="2041398" y="970788"/>
                  </a:lnTo>
                  <a:cubicBezTo>
                    <a:pt x="2041398" y="956501"/>
                    <a:pt x="2056162" y="944785"/>
                    <a:pt x="2074259" y="944785"/>
                  </a:cubicBezTo>
                  <a:lnTo>
                    <a:pt x="2231136" y="944785"/>
                  </a:lnTo>
                  <a:cubicBezTo>
                    <a:pt x="2249234" y="944785"/>
                    <a:pt x="2263997" y="956501"/>
                    <a:pt x="2263997" y="970788"/>
                  </a:cubicBezTo>
                  <a:lnTo>
                    <a:pt x="2263997" y="1108615"/>
                  </a:lnTo>
                  <a:close/>
                  <a:moveTo>
                    <a:pt x="2549843" y="1108615"/>
                  </a:moveTo>
                  <a:cubicBezTo>
                    <a:pt x="2549843" y="1122902"/>
                    <a:pt x="2535079" y="1134618"/>
                    <a:pt x="2516981" y="1134618"/>
                  </a:cubicBezTo>
                  <a:lnTo>
                    <a:pt x="2360105" y="1134618"/>
                  </a:lnTo>
                  <a:cubicBezTo>
                    <a:pt x="2342007" y="1134618"/>
                    <a:pt x="2327243" y="1122902"/>
                    <a:pt x="2327243" y="1108615"/>
                  </a:cubicBezTo>
                  <a:lnTo>
                    <a:pt x="2327243" y="970788"/>
                  </a:lnTo>
                  <a:cubicBezTo>
                    <a:pt x="2327243" y="956501"/>
                    <a:pt x="2342007" y="944785"/>
                    <a:pt x="2360105" y="944785"/>
                  </a:cubicBezTo>
                  <a:lnTo>
                    <a:pt x="2516981" y="944785"/>
                  </a:lnTo>
                  <a:cubicBezTo>
                    <a:pt x="2535079" y="944785"/>
                    <a:pt x="2549843" y="956501"/>
                    <a:pt x="2549843" y="970788"/>
                  </a:cubicBezTo>
                  <a:lnTo>
                    <a:pt x="2549843" y="1108615"/>
                  </a:lnTo>
                  <a:close/>
                  <a:moveTo>
                    <a:pt x="2835688" y="1108615"/>
                  </a:moveTo>
                  <a:cubicBezTo>
                    <a:pt x="2835688" y="1122902"/>
                    <a:pt x="2820924" y="1134618"/>
                    <a:pt x="2802827" y="1134618"/>
                  </a:cubicBezTo>
                  <a:lnTo>
                    <a:pt x="2645950" y="1134618"/>
                  </a:lnTo>
                  <a:cubicBezTo>
                    <a:pt x="2627853" y="1134618"/>
                    <a:pt x="2613089" y="1122902"/>
                    <a:pt x="2613089" y="1108615"/>
                  </a:cubicBezTo>
                  <a:lnTo>
                    <a:pt x="2613089" y="970788"/>
                  </a:lnTo>
                  <a:cubicBezTo>
                    <a:pt x="2613089" y="956501"/>
                    <a:pt x="2627853" y="944785"/>
                    <a:pt x="2645950" y="944785"/>
                  </a:cubicBezTo>
                  <a:lnTo>
                    <a:pt x="2802827" y="944785"/>
                  </a:lnTo>
                  <a:cubicBezTo>
                    <a:pt x="2820924" y="944785"/>
                    <a:pt x="2835688" y="956501"/>
                    <a:pt x="2835688" y="970788"/>
                  </a:cubicBezTo>
                  <a:lnTo>
                    <a:pt x="2835688" y="1108615"/>
                  </a:lnTo>
                  <a:close/>
                  <a:moveTo>
                    <a:pt x="3121533" y="1108615"/>
                  </a:moveTo>
                  <a:cubicBezTo>
                    <a:pt x="3121533" y="1122902"/>
                    <a:pt x="3106770" y="1134618"/>
                    <a:pt x="3088672" y="1134618"/>
                  </a:cubicBezTo>
                  <a:lnTo>
                    <a:pt x="2931795" y="1134618"/>
                  </a:lnTo>
                  <a:cubicBezTo>
                    <a:pt x="2913698" y="1134618"/>
                    <a:pt x="2898934" y="1122902"/>
                    <a:pt x="2898934" y="1108615"/>
                  </a:cubicBezTo>
                  <a:lnTo>
                    <a:pt x="2898934" y="970788"/>
                  </a:lnTo>
                  <a:cubicBezTo>
                    <a:pt x="2898934" y="956501"/>
                    <a:pt x="2913698" y="944785"/>
                    <a:pt x="2931795" y="944785"/>
                  </a:cubicBezTo>
                  <a:lnTo>
                    <a:pt x="3088672" y="944785"/>
                  </a:lnTo>
                  <a:cubicBezTo>
                    <a:pt x="3106770" y="944785"/>
                    <a:pt x="3121533" y="956501"/>
                    <a:pt x="3121533" y="970788"/>
                  </a:cubicBezTo>
                  <a:lnTo>
                    <a:pt x="3121533" y="1108615"/>
                  </a:lnTo>
                  <a:close/>
                  <a:moveTo>
                    <a:pt x="3407378" y="1108615"/>
                  </a:moveTo>
                  <a:cubicBezTo>
                    <a:pt x="3407378" y="1122902"/>
                    <a:pt x="3392615" y="1134618"/>
                    <a:pt x="3374517" y="1134618"/>
                  </a:cubicBezTo>
                  <a:lnTo>
                    <a:pt x="3217640" y="1134618"/>
                  </a:lnTo>
                  <a:cubicBezTo>
                    <a:pt x="3199543" y="1134618"/>
                    <a:pt x="3184779" y="1122902"/>
                    <a:pt x="3184779" y="1108615"/>
                  </a:cubicBezTo>
                  <a:lnTo>
                    <a:pt x="3184779" y="970788"/>
                  </a:lnTo>
                  <a:cubicBezTo>
                    <a:pt x="3184779" y="956501"/>
                    <a:pt x="3199543" y="944785"/>
                    <a:pt x="3217640" y="944785"/>
                  </a:cubicBezTo>
                  <a:lnTo>
                    <a:pt x="3374517" y="944785"/>
                  </a:lnTo>
                  <a:cubicBezTo>
                    <a:pt x="3392615" y="944785"/>
                    <a:pt x="3407378" y="956501"/>
                    <a:pt x="3407378" y="970788"/>
                  </a:cubicBezTo>
                  <a:lnTo>
                    <a:pt x="3407378" y="1108615"/>
                  </a:lnTo>
                  <a:close/>
                  <a:moveTo>
                    <a:pt x="3693224" y="1108615"/>
                  </a:moveTo>
                  <a:cubicBezTo>
                    <a:pt x="3693224" y="1122902"/>
                    <a:pt x="3678460" y="1134618"/>
                    <a:pt x="3660362" y="1134618"/>
                  </a:cubicBezTo>
                  <a:lnTo>
                    <a:pt x="3503486" y="1134618"/>
                  </a:lnTo>
                  <a:cubicBezTo>
                    <a:pt x="3485388" y="1134618"/>
                    <a:pt x="3470624" y="1122902"/>
                    <a:pt x="3470624" y="1108615"/>
                  </a:cubicBezTo>
                  <a:lnTo>
                    <a:pt x="3470624" y="970788"/>
                  </a:lnTo>
                  <a:cubicBezTo>
                    <a:pt x="3470624" y="956501"/>
                    <a:pt x="3485388" y="944785"/>
                    <a:pt x="3503486" y="944785"/>
                  </a:cubicBezTo>
                  <a:lnTo>
                    <a:pt x="3660362" y="944785"/>
                  </a:lnTo>
                  <a:cubicBezTo>
                    <a:pt x="3678460" y="944785"/>
                    <a:pt x="3693224" y="956501"/>
                    <a:pt x="3693224" y="970788"/>
                  </a:cubicBezTo>
                  <a:lnTo>
                    <a:pt x="3693224" y="1108615"/>
                  </a:lnTo>
                  <a:close/>
                  <a:moveTo>
                    <a:pt x="3979069" y="1108615"/>
                  </a:moveTo>
                  <a:cubicBezTo>
                    <a:pt x="3979069" y="1122902"/>
                    <a:pt x="3964305" y="1134618"/>
                    <a:pt x="3946208" y="1134618"/>
                  </a:cubicBezTo>
                  <a:lnTo>
                    <a:pt x="3789331" y="1134618"/>
                  </a:lnTo>
                  <a:cubicBezTo>
                    <a:pt x="3771233" y="1134618"/>
                    <a:pt x="3756470" y="1122902"/>
                    <a:pt x="3756470" y="1108615"/>
                  </a:cubicBezTo>
                  <a:lnTo>
                    <a:pt x="3756470" y="970788"/>
                  </a:lnTo>
                  <a:cubicBezTo>
                    <a:pt x="3756470" y="956501"/>
                    <a:pt x="3771233" y="944785"/>
                    <a:pt x="3789331" y="944785"/>
                  </a:cubicBezTo>
                  <a:lnTo>
                    <a:pt x="3946208" y="944785"/>
                  </a:lnTo>
                  <a:cubicBezTo>
                    <a:pt x="3964305" y="944785"/>
                    <a:pt x="3979069" y="956501"/>
                    <a:pt x="3979069" y="970788"/>
                  </a:cubicBezTo>
                  <a:lnTo>
                    <a:pt x="3979069" y="1108615"/>
                  </a:lnTo>
                  <a:close/>
                  <a:moveTo>
                    <a:pt x="4264914" y="1108615"/>
                  </a:moveTo>
                  <a:cubicBezTo>
                    <a:pt x="4264914" y="1122902"/>
                    <a:pt x="4250150" y="1134618"/>
                    <a:pt x="4232053" y="1134618"/>
                  </a:cubicBezTo>
                  <a:lnTo>
                    <a:pt x="4075176" y="1134618"/>
                  </a:lnTo>
                  <a:cubicBezTo>
                    <a:pt x="4057079" y="1134618"/>
                    <a:pt x="4042315" y="1122902"/>
                    <a:pt x="4042315" y="1108615"/>
                  </a:cubicBezTo>
                  <a:lnTo>
                    <a:pt x="4042315" y="970788"/>
                  </a:lnTo>
                  <a:cubicBezTo>
                    <a:pt x="4042315" y="956501"/>
                    <a:pt x="4057079" y="944785"/>
                    <a:pt x="4075176" y="944785"/>
                  </a:cubicBezTo>
                  <a:lnTo>
                    <a:pt x="4232053" y="944785"/>
                  </a:lnTo>
                  <a:cubicBezTo>
                    <a:pt x="4250150" y="944785"/>
                    <a:pt x="4264914" y="956501"/>
                    <a:pt x="4264914" y="970788"/>
                  </a:cubicBezTo>
                  <a:lnTo>
                    <a:pt x="4264914" y="1108615"/>
                  </a:lnTo>
                  <a:close/>
                  <a:moveTo>
                    <a:pt x="4550759" y="1108615"/>
                  </a:moveTo>
                  <a:cubicBezTo>
                    <a:pt x="4550759" y="1122902"/>
                    <a:pt x="4535996" y="1134618"/>
                    <a:pt x="4517898" y="1134618"/>
                  </a:cubicBezTo>
                  <a:lnTo>
                    <a:pt x="4361022" y="1134618"/>
                  </a:lnTo>
                  <a:cubicBezTo>
                    <a:pt x="4342924" y="1134618"/>
                    <a:pt x="4328160" y="1122902"/>
                    <a:pt x="4328160" y="1108615"/>
                  </a:cubicBezTo>
                  <a:lnTo>
                    <a:pt x="4328160" y="970788"/>
                  </a:lnTo>
                  <a:cubicBezTo>
                    <a:pt x="4328160" y="956501"/>
                    <a:pt x="4342924" y="944785"/>
                    <a:pt x="4361022" y="944785"/>
                  </a:cubicBezTo>
                  <a:lnTo>
                    <a:pt x="4517898" y="944785"/>
                  </a:lnTo>
                  <a:cubicBezTo>
                    <a:pt x="4535996" y="944785"/>
                    <a:pt x="4550759" y="956501"/>
                    <a:pt x="4550759" y="970788"/>
                  </a:cubicBezTo>
                  <a:lnTo>
                    <a:pt x="4550759" y="1108615"/>
                  </a:lnTo>
                  <a:close/>
                  <a:moveTo>
                    <a:pt x="4836605" y="1108615"/>
                  </a:moveTo>
                  <a:cubicBezTo>
                    <a:pt x="4836605" y="1122902"/>
                    <a:pt x="4821841" y="1134618"/>
                    <a:pt x="4803743" y="1134618"/>
                  </a:cubicBezTo>
                  <a:lnTo>
                    <a:pt x="4646867" y="1134618"/>
                  </a:lnTo>
                  <a:cubicBezTo>
                    <a:pt x="4628769" y="1134618"/>
                    <a:pt x="4614006" y="1122902"/>
                    <a:pt x="4614006" y="1108615"/>
                  </a:cubicBezTo>
                  <a:lnTo>
                    <a:pt x="4614006" y="970788"/>
                  </a:lnTo>
                  <a:cubicBezTo>
                    <a:pt x="4614006" y="956501"/>
                    <a:pt x="4628769" y="944785"/>
                    <a:pt x="4646867" y="944785"/>
                  </a:cubicBezTo>
                  <a:lnTo>
                    <a:pt x="4803743" y="944785"/>
                  </a:lnTo>
                  <a:cubicBezTo>
                    <a:pt x="4821841" y="944785"/>
                    <a:pt x="4836605" y="956501"/>
                    <a:pt x="4836605" y="970788"/>
                  </a:cubicBezTo>
                  <a:lnTo>
                    <a:pt x="4836605" y="1108615"/>
                  </a:lnTo>
                  <a:close/>
                  <a:moveTo>
                    <a:pt x="5122450" y="1108615"/>
                  </a:moveTo>
                  <a:cubicBezTo>
                    <a:pt x="5122450" y="1122902"/>
                    <a:pt x="5107686" y="1134618"/>
                    <a:pt x="5089589" y="1134618"/>
                  </a:cubicBezTo>
                  <a:lnTo>
                    <a:pt x="4932712" y="1134618"/>
                  </a:lnTo>
                  <a:cubicBezTo>
                    <a:pt x="4914614" y="1134618"/>
                    <a:pt x="4899851" y="1122902"/>
                    <a:pt x="4899851" y="1108615"/>
                  </a:cubicBezTo>
                  <a:lnTo>
                    <a:pt x="4899851" y="970788"/>
                  </a:lnTo>
                  <a:cubicBezTo>
                    <a:pt x="4899851" y="956501"/>
                    <a:pt x="4914614" y="944785"/>
                    <a:pt x="4932712" y="944785"/>
                  </a:cubicBezTo>
                  <a:lnTo>
                    <a:pt x="5089589" y="944785"/>
                  </a:lnTo>
                  <a:cubicBezTo>
                    <a:pt x="5107686" y="944785"/>
                    <a:pt x="5122450" y="956501"/>
                    <a:pt x="5122450" y="970788"/>
                  </a:cubicBezTo>
                  <a:lnTo>
                    <a:pt x="5122450" y="1108615"/>
                  </a:lnTo>
                  <a:close/>
                  <a:moveTo>
                    <a:pt x="5408295" y="1108615"/>
                  </a:moveTo>
                  <a:cubicBezTo>
                    <a:pt x="5408295" y="1122902"/>
                    <a:pt x="5393531" y="1134618"/>
                    <a:pt x="5375434" y="1134618"/>
                  </a:cubicBezTo>
                  <a:lnTo>
                    <a:pt x="5218557" y="1134618"/>
                  </a:lnTo>
                  <a:cubicBezTo>
                    <a:pt x="5200460" y="1134618"/>
                    <a:pt x="5185696" y="1122902"/>
                    <a:pt x="5185696" y="1108615"/>
                  </a:cubicBezTo>
                  <a:lnTo>
                    <a:pt x="5185696" y="970788"/>
                  </a:lnTo>
                  <a:cubicBezTo>
                    <a:pt x="5185696" y="956501"/>
                    <a:pt x="5200460" y="944785"/>
                    <a:pt x="5218557" y="944785"/>
                  </a:cubicBezTo>
                  <a:lnTo>
                    <a:pt x="5375434" y="944785"/>
                  </a:lnTo>
                  <a:cubicBezTo>
                    <a:pt x="5393531" y="944785"/>
                    <a:pt x="5408295" y="956501"/>
                    <a:pt x="5408295" y="970788"/>
                  </a:cubicBezTo>
                  <a:lnTo>
                    <a:pt x="5408295" y="1108615"/>
                  </a:lnTo>
                  <a:close/>
                  <a:moveTo>
                    <a:pt x="5731098" y="1108615"/>
                  </a:moveTo>
                  <a:cubicBezTo>
                    <a:pt x="5731098" y="1122902"/>
                    <a:pt x="5716334" y="1134618"/>
                    <a:pt x="5698236" y="1134618"/>
                  </a:cubicBezTo>
                  <a:lnTo>
                    <a:pt x="5541360" y="1134618"/>
                  </a:lnTo>
                  <a:cubicBezTo>
                    <a:pt x="5523262" y="1134618"/>
                    <a:pt x="5508498" y="1122902"/>
                    <a:pt x="5508498" y="1108615"/>
                  </a:cubicBezTo>
                  <a:lnTo>
                    <a:pt x="5508498" y="970788"/>
                  </a:lnTo>
                  <a:cubicBezTo>
                    <a:pt x="5508498" y="956501"/>
                    <a:pt x="5523262" y="944785"/>
                    <a:pt x="5541360" y="944785"/>
                  </a:cubicBezTo>
                  <a:lnTo>
                    <a:pt x="5698236" y="944785"/>
                  </a:lnTo>
                  <a:cubicBezTo>
                    <a:pt x="5716334" y="944785"/>
                    <a:pt x="5731098" y="956501"/>
                    <a:pt x="5731098" y="970788"/>
                  </a:cubicBezTo>
                  <a:lnTo>
                    <a:pt x="5731098" y="1108615"/>
                  </a:lnTo>
                  <a:close/>
                  <a:moveTo>
                    <a:pt x="6016943" y="1108615"/>
                  </a:moveTo>
                  <a:cubicBezTo>
                    <a:pt x="6016943" y="1122902"/>
                    <a:pt x="6002179" y="1134618"/>
                    <a:pt x="5984081" y="1134618"/>
                  </a:cubicBezTo>
                  <a:lnTo>
                    <a:pt x="5827205" y="1134618"/>
                  </a:lnTo>
                  <a:cubicBezTo>
                    <a:pt x="5809107" y="1134618"/>
                    <a:pt x="5794344" y="1122902"/>
                    <a:pt x="5794344" y="1108615"/>
                  </a:cubicBezTo>
                  <a:lnTo>
                    <a:pt x="5794344" y="970788"/>
                  </a:lnTo>
                  <a:cubicBezTo>
                    <a:pt x="5794344" y="956501"/>
                    <a:pt x="5809107" y="944785"/>
                    <a:pt x="5827205" y="944785"/>
                  </a:cubicBezTo>
                  <a:lnTo>
                    <a:pt x="5984081" y="944785"/>
                  </a:lnTo>
                  <a:cubicBezTo>
                    <a:pt x="6002179" y="944785"/>
                    <a:pt x="6016943" y="956501"/>
                    <a:pt x="6016943" y="970788"/>
                  </a:cubicBezTo>
                  <a:lnTo>
                    <a:pt x="6016943" y="1108615"/>
                  </a:lnTo>
                  <a:close/>
                  <a:moveTo>
                    <a:pt x="6302788" y="1108615"/>
                  </a:moveTo>
                  <a:cubicBezTo>
                    <a:pt x="6302788" y="1122902"/>
                    <a:pt x="6288024" y="1134618"/>
                    <a:pt x="6269927" y="1134618"/>
                  </a:cubicBezTo>
                  <a:lnTo>
                    <a:pt x="6113050" y="1134618"/>
                  </a:lnTo>
                  <a:cubicBezTo>
                    <a:pt x="6094953" y="1134618"/>
                    <a:pt x="6080189" y="1122902"/>
                    <a:pt x="6080189" y="1108615"/>
                  </a:cubicBezTo>
                  <a:lnTo>
                    <a:pt x="6080189" y="970788"/>
                  </a:lnTo>
                  <a:cubicBezTo>
                    <a:pt x="6080189" y="956501"/>
                    <a:pt x="6094953" y="944785"/>
                    <a:pt x="6113050" y="944785"/>
                  </a:cubicBezTo>
                  <a:lnTo>
                    <a:pt x="6269927" y="944785"/>
                  </a:lnTo>
                  <a:cubicBezTo>
                    <a:pt x="6288024" y="944785"/>
                    <a:pt x="6302788" y="956501"/>
                    <a:pt x="6302788" y="970788"/>
                  </a:cubicBezTo>
                  <a:lnTo>
                    <a:pt x="6302788" y="1108615"/>
                  </a:lnTo>
                  <a:close/>
                  <a:moveTo>
                    <a:pt x="6588633" y="1108615"/>
                  </a:moveTo>
                  <a:cubicBezTo>
                    <a:pt x="6588633" y="1122902"/>
                    <a:pt x="6573869" y="1134618"/>
                    <a:pt x="6555772" y="1134618"/>
                  </a:cubicBezTo>
                  <a:lnTo>
                    <a:pt x="6398895" y="1134618"/>
                  </a:lnTo>
                  <a:cubicBezTo>
                    <a:pt x="6380798" y="1134618"/>
                    <a:pt x="6366034" y="1122902"/>
                    <a:pt x="6366034" y="1108615"/>
                  </a:cubicBezTo>
                  <a:lnTo>
                    <a:pt x="6366034" y="970788"/>
                  </a:lnTo>
                  <a:cubicBezTo>
                    <a:pt x="6366034" y="956501"/>
                    <a:pt x="6380798" y="944785"/>
                    <a:pt x="6398895" y="944785"/>
                  </a:cubicBezTo>
                  <a:lnTo>
                    <a:pt x="6555772" y="944785"/>
                  </a:lnTo>
                  <a:cubicBezTo>
                    <a:pt x="6573869" y="944785"/>
                    <a:pt x="6588633" y="956501"/>
                    <a:pt x="6588633" y="970788"/>
                  </a:cubicBezTo>
                  <a:lnTo>
                    <a:pt x="6588633" y="1108615"/>
                  </a:lnTo>
                  <a:close/>
                  <a:moveTo>
                    <a:pt x="6874478" y="1108615"/>
                  </a:moveTo>
                  <a:cubicBezTo>
                    <a:pt x="6874478" y="1122902"/>
                    <a:pt x="6859715" y="1134618"/>
                    <a:pt x="6841618" y="1134618"/>
                  </a:cubicBezTo>
                  <a:lnTo>
                    <a:pt x="6684740" y="1134618"/>
                  </a:lnTo>
                  <a:cubicBezTo>
                    <a:pt x="6666643" y="1134618"/>
                    <a:pt x="6651879" y="1122902"/>
                    <a:pt x="6651879" y="1108615"/>
                  </a:cubicBezTo>
                  <a:lnTo>
                    <a:pt x="6651879" y="970788"/>
                  </a:lnTo>
                  <a:cubicBezTo>
                    <a:pt x="6651879" y="956501"/>
                    <a:pt x="6666643" y="944785"/>
                    <a:pt x="6684740" y="944785"/>
                  </a:cubicBezTo>
                  <a:lnTo>
                    <a:pt x="6841618" y="944785"/>
                  </a:lnTo>
                  <a:cubicBezTo>
                    <a:pt x="6859715" y="944785"/>
                    <a:pt x="6874478" y="956501"/>
                    <a:pt x="6874478" y="970788"/>
                  </a:cubicBezTo>
                  <a:lnTo>
                    <a:pt x="6874478" y="1108615"/>
                  </a:lnTo>
                  <a:close/>
                  <a:moveTo>
                    <a:pt x="7160324" y="1108615"/>
                  </a:moveTo>
                  <a:cubicBezTo>
                    <a:pt x="7160324" y="1122902"/>
                    <a:pt x="7145560" y="1134618"/>
                    <a:pt x="7127462" y="1134618"/>
                  </a:cubicBezTo>
                  <a:lnTo>
                    <a:pt x="6970586" y="1134618"/>
                  </a:lnTo>
                  <a:cubicBezTo>
                    <a:pt x="6952488" y="1134618"/>
                    <a:pt x="6937724" y="1122902"/>
                    <a:pt x="6937724" y="1108615"/>
                  </a:cubicBezTo>
                  <a:lnTo>
                    <a:pt x="6937724" y="970788"/>
                  </a:lnTo>
                  <a:cubicBezTo>
                    <a:pt x="6937724" y="956501"/>
                    <a:pt x="6952488" y="944785"/>
                    <a:pt x="6970586" y="944785"/>
                  </a:cubicBezTo>
                  <a:lnTo>
                    <a:pt x="7127462" y="944785"/>
                  </a:lnTo>
                  <a:cubicBezTo>
                    <a:pt x="7145560" y="944785"/>
                    <a:pt x="7160324" y="956501"/>
                    <a:pt x="7160324" y="970788"/>
                  </a:cubicBezTo>
                  <a:lnTo>
                    <a:pt x="7160324" y="1108615"/>
                  </a:lnTo>
                  <a:close/>
                  <a:moveTo>
                    <a:pt x="7446169" y="1108615"/>
                  </a:moveTo>
                  <a:cubicBezTo>
                    <a:pt x="7446169" y="1122902"/>
                    <a:pt x="7431405" y="1134618"/>
                    <a:pt x="7413308" y="1134618"/>
                  </a:cubicBezTo>
                  <a:lnTo>
                    <a:pt x="7256431" y="1134618"/>
                  </a:lnTo>
                  <a:cubicBezTo>
                    <a:pt x="7238333" y="1134618"/>
                    <a:pt x="7223570" y="1122902"/>
                    <a:pt x="7223570" y="1108615"/>
                  </a:cubicBezTo>
                  <a:lnTo>
                    <a:pt x="7223570" y="970788"/>
                  </a:lnTo>
                  <a:cubicBezTo>
                    <a:pt x="7223570" y="956501"/>
                    <a:pt x="7238333" y="944785"/>
                    <a:pt x="7256431" y="944785"/>
                  </a:cubicBezTo>
                  <a:lnTo>
                    <a:pt x="7413308" y="944785"/>
                  </a:lnTo>
                  <a:cubicBezTo>
                    <a:pt x="7431405" y="944785"/>
                    <a:pt x="7446169" y="956501"/>
                    <a:pt x="7446169" y="970788"/>
                  </a:cubicBezTo>
                  <a:lnTo>
                    <a:pt x="7446169" y="1108615"/>
                  </a:lnTo>
                  <a:close/>
                  <a:moveTo>
                    <a:pt x="7732014" y="1108615"/>
                  </a:moveTo>
                  <a:cubicBezTo>
                    <a:pt x="7732014" y="1122902"/>
                    <a:pt x="7717251" y="1134618"/>
                    <a:pt x="7699153" y="1134618"/>
                  </a:cubicBezTo>
                  <a:lnTo>
                    <a:pt x="7542277" y="1134618"/>
                  </a:lnTo>
                  <a:cubicBezTo>
                    <a:pt x="7524179" y="1134618"/>
                    <a:pt x="7509415" y="1122902"/>
                    <a:pt x="7509415" y="1108615"/>
                  </a:cubicBezTo>
                  <a:lnTo>
                    <a:pt x="7509415" y="970788"/>
                  </a:lnTo>
                  <a:cubicBezTo>
                    <a:pt x="7509415" y="956501"/>
                    <a:pt x="7524179" y="944785"/>
                    <a:pt x="7542277" y="944785"/>
                  </a:cubicBezTo>
                  <a:lnTo>
                    <a:pt x="7699153" y="944785"/>
                  </a:lnTo>
                  <a:cubicBezTo>
                    <a:pt x="7717251" y="944785"/>
                    <a:pt x="7732014" y="956501"/>
                    <a:pt x="7732014" y="970788"/>
                  </a:cubicBezTo>
                  <a:lnTo>
                    <a:pt x="7732014" y="1108615"/>
                  </a:lnTo>
                  <a:close/>
                  <a:moveTo>
                    <a:pt x="8017860" y="1108615"/>
                  </a:moveTo>
                  <a:cubicBezTo>
                    <a:pt x="8017860" y="1122902"/>
                    <a:pt x="8003095" y="1134618"/>
                    <a:pt x="7984998" y="1134618"/>
                  </a:cubicBezTo>
                  <a:lnTo>
                    <a:pt x="7828121" y="1134618"/>
                  </a:lnTo>
                  <a:cubicBezTo>
                    <a:pt x="7810024" y="1134618"/>
                    <a:pt x="7795260" y="1122902"/>
                    <a:pt x="7795260" y="1108615"/>
                  </a:cubicBezTo>
                  <a:lnTo>
                    <a:pt x="7795260" y="970788"/>
                  </a:lnTo>
                  <a:cubicBezTo>
                    <a:pt x="7795260" y="956501"/>
                    <a:pt x="7810024" y="944785"/>
                    <a:pt x="7828121" y="944785"/>
                  </a:cubicBezTo>
                  <a:lnTo>
                    <a:pt x="7984998" y="944785"/>
                  </a:lnTo>
                  <a:cubicBezTo>
                    <a:pt x="8003095" y="944785"/>
                    <a:pt x="8017860" y="956501"/>
                    <a:pt x="8017860" y="970788"/>
                  </a:cubicBezTo>
                  <a:lnTo>
                    <a:pt x="8017860" y="1108615"/>
                  </a:lnTo>
                  <a:close/>
                  <a:moveTo>
                    <a:pt x="8303705" y="1108615"/>
                  </a:moveTo>
                  <a:cubicBezTo>
                    <a:pt x="8303705" y="1122902"/>
                    <a:pt x="8288941" y="1134618"/>
                    <a:pt x="8270844" y="1134618"/>
                  </a:cubicBezTo>
                  <a:lnTo>
                    <a:pt x="8113967" y="1134618"/>
                  </a:lnTo>
                  <a:cubicBezTo>
                    <a:pt x="8095869" y="1134618"/>
                    <a:pt x="8081105" y="1122902"/>
                    <a:pt x="8081105" y="1108615"/>
                  </a:cubicBezTo>
                  <a:lnTo>
                    <a:pt x="8081105" y="970788"/>
                  </a:lnTo>
                  <a:cubicBezTo>
                    <a:pt x="8081105" y="956501"/>
                    <a:pt x="8095869" y="944785"/>
                    <a:pt x="8113967" y="944785"/>
                  </a:cubicBezTo>
                  <a:lnTo>
                    <a:pt x="8270844" y="944785"/>
                  </a:lnTo>
                  <a:cubicBezTo>
                    <a:pt x="8288941" y="944785"/>
                    <a:pt x="8303705" y="956501"/>
                    <a:pt x="8303705" y="970788"/>
                  </a:cubicBezTo>
                  <a:lnTo>
                    <a:pt x="8303705" y="1108615"/>
                  </a:lnTo>
                  <a:close/>
                  <a:moveTo>
                    <a:pt x="8589550" y="1108615"/>
                  </a:moveTo>
                  <a:cubicBezTo>
                    <a:pt x="8589550" y="1122902"/>
                    <a:pt x="8574786" y="1134618"/>
                    <a:pt x="8556689" y="1134618"/>
                  </a:cubicBezTo>
                  <a:lnTo>
                    <a:pt x="8399812" y="1134618"/>
                  </a:lnTo>
                  <a:cubicBezTo>
                    <a:pt x="8381714" y="1134618"/>
                    <a:pt x="8366951" y="1122902"/>
                    <a:pt x="8366951" y="1108615"/>
                  </a:cubicBezTo>
                  <a:lnTo>
                    <a:pt x="8366951" y="970788"/>
                  </a:lnTo>
                  <a:cubicBezTo>
                    <a:pt x="8366951" y="956501"/>
                    <a:pt x="8381714" y="944785"/>
                    <a:pt x="8399812" y="944785"/>
                  </a:cubicBezTo>
                  <a:lnTo>
                    <a:pt x="8556689" y="944785"/>
                  </a:lnTo>
                  <a:cubicBezTo>
                    <a:pt x="8574786" y="944785"/>
                    <a:pt x="8589550" y="956501"/>
                    <a:pt x="8589550" y="970788"/>
                  </a:cubicBezTo>
                  <a:lnTo>
                    <a:pt x="8589550" y="1108615"/>
                  </a:lnTo>
                  <a:close/>
                  <a:moveTo>
                    <a:pt x="8875395" y="1108615"/>
                  </a:moveTo>
                  <a:cubicBezTo>
                    <a:pt x="8875395" y="1122902"/>
                    <a:pt x="8860631" y="1134618"/>
                    <a:pt x="8842534" y="1134618"/>
                  </a:cubicBezTo>
                  <a:lnTo>
                    <a:pt x="8685657" y="1134618"/>
                  </a:lnTo>
                  <a:cubicBezTo>
                    <a:pt x="8667559" y="1134618"/>
                    <a:pt x="8652796" y="1122902"/>
                    <a:pt x="8652796" y="1108615"/>
                  </a:cubicBezTo>
                  <a:lnTo>
                    <a:pt x="8652796" y="970788"/>
                  </a:lnTo>
                  <a:cubicBezTo>
                    <a:pt x="8652796" y="956501"/>
                    <a:pt x="8667559" y="944785"/>
                    <a:pt x="8685657" y="944785"/>
                  </a:cubicBezTo>
                  <a:lnTo>
                    <a:pt x="8842534" y="944785"/>
                  </a:lnTo>
                  <a:cubicBezTo>
                    <a:pt x="8860631" y="944785"/>
                    <a:pt x="8875395" y="956501"/>
                    <a:pt x="8875395" y="970788"/>
                  </a:cubicBezTo>
                  <a:lnTo>
                    <a:pt x="8875395" y="1108615"/>
                  </a:lnTo>
                  <a:close/>
                  <a:moveTo>
                    <a:pt x="9161240" y="1108615"/>
                  </a:moveTo>
                  <a:cubicBezTo>
                    <a:pt x="9161240" y="1122902"/>
                    <a:pt x="9146477" y="1134618"/>
                    <a:pt x="9128379" y="1134618"/>
                  </a:cubicBezTo>
                  <a:lnTo>
                    <a:pt x="8971502" y="1134618"/>
                  </a:lnTo>
                  <a:cubicBezTo>
                    <a:pt x="8953405" y="1134618"/>
                    <a:pt x="8938641" y="1122902"/>
                    <a:pt x="8938641" y="1108615"/>
                  </a:cubicBezTo>
                  <a:lnTo>
                    <a:pt x="8938641" y="970788"/>
                  </a:lnTo>
                  <a:cubicBezTo>
                    <a:pt x="8938641" y="956501"/>
                    <a:pt x="8953405" y="944785"/>
                    <a:pt x="8971502" y="944785"/>
                  </a:cubicBezTo>
                  <a:lnTo>
                    <a:pt x="9128379" y="944785"/>
                  </a:lnTo>
                  <a:cubicBezTo>
                    <a:pt x="9146477" y="944785"/>
                    <a:pt x="9161240" y="956501"/>
                    <a:pt x="9161240" y="970788"/>
                  </a:cubicBezTo>
                  <a:lnTo>
                    <a:pt x="9161240" y="1108615"/>
                  </a:lnTo>
                  <a:close/>
                  <a:moveTo>
                    <a:pt x="9447086" y="1108615"/>
                  </a:moveTo>
                  <a:cubicBezTo>
                    <a:pt x="9447086" y="1122902"/>
                    <a:pt x="9432322" y="1134618"/>
                    <a:pt x="9414224" y="1134618"/>
                  </a:cubicBezTo>
                  <a:lnTo>
                    <a:pt x="9257348" y="1134618"/>
                  </a:lnTo>
                  <a:cubicBezTo>
                    <a:pt x="9239250" y="1134618"/>
                    <a:pt x="9224486" y="1122902"/>
                    <a:pt x="9224486" y="1108615"/>
                  </a:cubicBezTo>
                  <a:lnTo>
                    <a:pt x="9224486" y="970788"/>
                  </a:lnTo>
                  <a:cubicBezTo>
                    <a:pt x="9224486" y="956501"/>
                    <a:pt x="9239250" y="944785"/>
                    <a:pt x="9257348" y="944785"/>
                  </a:cubicBezTo>
                  <a:lnTo>
                    <a:pt x="9414224" y="944785"/>
                  </a:lnTo>
                  <a:cubicBezTo>
                    <a:pt x="9432322" y="944785"/>
                    <a:pt x="9447086" y="956501"/>
                    <a:pt x="9447086" y="970788"/>
                  </a:cubicBezTo>
                  <a:lnTo>
                    <a:pt x="9447086" y="1108615"/>
                  </a:lnTo>
                  <a:close/>
                  <a:moveTo>
                    <a:pt x="9732931" y="1108615"/>
                  </a:moveTo>
                  <a:cubicBezTo>
                    <a:pt x="9732931" y="1122902"/>
                    <a:pt x="9718167" y="1134618"/>
                    <a:pt x="9700070" y="1134618"/>
                  </a:cubicBezTo>
                  <a:lnTo>
                    <a:pt x="9543192" y="1134618"/>
                  </a:lnTo>
                  <a:cubicBezTo>
                    <a:pt x="9525095" y="1134618"/>
                    <a:pt x="9510332" y="1122902"/>
                    <a:pt x="9510332" y="1108615"/>
                  </a:cubicBezTo>
                  <a:lnTo>
                    <a:pt x="9510332" y="970788"/>
                  </a:lnTo>
                  <a:cubicBezTo>
                    <a:pt x="9510332" y="956501"/>
                    <a:pt x="9525095" y="944785"/>
                    <a:pt x="9543192" y="944785"/>
                  </a:cubicBezTo>
                  <a:lnTo>
                    <a:pt x="9700070" y="944785"/>
                  </a:lnTo>
                  <a:cubicBezTo>
                    <a:pt x="9718167" y="944785"/>
                    <a:pt x="9732931" y="956501"/>
                    <a:pt x="9732931" y="970788"/>
                  </a:cubicBezTo>
                  <a:lnTo>
                    <a:pt x="9732931" y="1108615"/>
                  </a:lnTo>
                  <a:close/>
                  <a:moveTo>
                    <a:pt x="10018776" y="1108615"/>
                  </a:moveTo>
                  <a:cubicBezTo>
                    <a:pt x="10018776" y="1122902"/>
                    <a:pt x="10004013" y="1134618"/>
                    <a:pt x="9985915" y="1134618"/>
                  </a:cubicBezTo>
                  <a:lnTo>
                    <a:pt x="9829038" y="1134618"/>
                  </a:lnTo>
                  <a:cubicBezTo>
                    <a:pt x="9810941" y="1134618"/>
                    <a:pt x="9796176" y="1122902"/>
                    <a:pt x="9796176" y="1108615"/>
                  </a:cubicBezTo>
                  <a:lnTo>
                    <a:pt x="9796176" y="970788"/>
                  </a:lnTo>
                  <a:cubicBezTo>
                    <a:pt x="9796176" y="956501"/>
                    <a:pt x="9810941" y="944785"/>
                    <a:pt x="9829038" y="944785"/>
                  </a:cubicBezTo>
                  <a:lnTo>
                    <a:pt x="9985915" y="944785"/>
                  </a:lnTo>
                  <a:cubicBezTo>
                    <a:pt x="10004013" y="944785"/>
                    <a:pt x="10018776" y="956501"/>
                    <a:pt x="10018776" y="970788"/>
                  </a:cubicBezTo>
                  <a:lnTo>
                    <a:pt x="10018776" y="1108615"/>
                  </a:lnTo>
                  <a:close/>
                  <a:moveTo>
                    <a:pt x="10304621" y="1108615"/>
                  </a:moveTo>
                  <a:cubicBezTo>
                    <a:pt x="10304621" y="1122902"/>
                    <a:pt x="10289858" y="1134618"/>
                    <a:pt x="10271760" y="1134618"/>
                  </a:cubicBezTo>
                  <a:lnTo>
                    <a:pt x="10114884" y="1134618"/>
                  </a:lnTo>
                  <a:cubicBezTo>
                    <a:pt x="10096786" y="1134618"/>
                    <a:pt x="10082022" y="1122902"/>
                    <a:pt x="10082022" y="1108615"/>
                  </a:cubicBezTo>
                  <a:lnTo>
                    <a:pt x="10082022" y="970788"/>
                  </a:lnTo>
                  <a:cubicBezTo>
                    <a:pt x="10082022" y="956501"/>
                    <a:pt x="10096786" y="944785"/>
                    <a:pt x="10114884" y="944785"/>
                  </a:cubicBezTo>
                  <a:lnTo>
                    <a:pt x="10271760" y="944785"/>
                  </a:lnTo>
                  <a:cubicBezTo>
                    <a:pt x="10289858" y="944785"/>
                    <a:pt x="10304621" y="956501"/>
                    <a:pt x="10304621" y="970788"/>
                  </a:cubicBezTo>
                  <a:lnTo>
                    <a:pt x="10304621" y="1108615"/>
                  </a:lnTo>
                  <a:close/>
                  <a:moveTo>
                    <a:pt x="10590466" y="1108615"/>
                  </a:moveTo>
                  <a:cubicBezTo>
                    <a:pt x="10590466" y="1122902"/>
                    <a:pt x="10575703" y="1134618"/>
                    <a:pt x="10557606" y="1134618"/>
                  </a:cubicBezTo>
                  <a:lnTo>
                    <a:pt x="10400728" y="1134618"/>
                  </a:lnTo>
                  <a:cubicBezTo>
                    <a:pt x="10382631" y="1134618"/>
                    <a:pt x="10367867" y="1122902"/>
                    <a:pt x="10367867" y="1108615"/>
                  </a:cubicBezTo>
                  <a:lnTo>
                    <a:pt x="10367867" y="970788"/>
                  </a:lnTo>
                  <a:cubicBezTo>
                    <a:pt x="10367867" y="956501"/>
                    <a:pt x="10382631" y="944785"/>
                    <a:pt x="10400728" y="944785"/>
                  </a:cubicBezTo>
                  <a:lnTo>
                    <a:pt x="10557606" y="944785"/>
                  </a:lnTo>
                  <a:cubicBezTo>
                    <a:pt x="10575703" y="944785"/>
                    <a:pt x="10590466" y="956501"/>
                    <a:pt x="10590466" y="970788"/>
                  </a:cubicBezTo>
                  <a:lnTo>
                    <a:pt x="10590466" y="1108615"/>
                  </a:lnTo>
                  <a:close/>
                  <a:moveTo>
                    <a:pt x="10876312" y="1108615"/>
                  </a:moveTo>
                  <a:cubicBezTo>
                    <a:pt x="10876312" y="1122902"/>
                    <a:pt x="10861547" y="1134618"/>
                    <a:pt x="10843451" y="1134618"/>
                  </a:cubicBezTo>
                  <a:lnTo>
                    <a:pt x="10686573" y="1134618"/>
                  </a:lnTo>
                  <a:cubicBezTo>
                    <a:pt x="10668477" y="1134618"/>
                    <a:pt x="10653712" y="1122902"/>
                    <a:pt x="10653712" y="1108615"/>
                  </a:cubicBezTo>
                  <a:lnTo>
                    <a:pt x="10653712" y="970788"/>
                  </a:lnTo>
                  <a:cubicBezTo>
                    <a:pt x="10653712" y="956501"/>
                    <a:pt x="10668477" y="944785"/>
                    <a:pt x="10686573" y="944785"/>
                  </a:cubicBezTo>
                  <a:lnTo>
                    <a:pt x="10843451" y="944785"/>
                  </a:lnTo>
                  <a:cubicBezTo>
                    <a:pt x="10861547" y="944785"/>
                    <a:pt x="10876312" y="956501"/>
                    <a:pt x="10876312" y="970788"/>
                  </a:cubicBezTo>
                  <a:lnTo>
                    <a:pt x="10876312" y="1108615"/>
                  </a:lnTo>
                  <a:close/>
                  <a:moveTo>
                    <a:pt x="5644706" y="721043"/>
                  </a:moveTo>
                  <a:lnTo>
                    <a:pt x="5644706" y="413575"/>
                  </a:lnTo>
                  <a:cubicBezTo>
                    <a:pt x="5644706" y="356330"/>
                    <a:pt x="5703856" y="309467"/>
                    <a:pt x="5776246" y="309467"/>
                  </a:cubicBezTo>
                  <a:lnTo>
                    <a:pt x="6307455" y="309467"/>
                  </a:lnTo>
                  <a:cubicBezTo>
                    <a:pt x="6379845" y="309467"/>
                    <a:pt x="6438996" y="356330"/>
                    <a:pt x="6438996" y="413575"/>
                  </a:cubicBezTo>
                  <a:lnTo>
                    <a:pt x="6438996" y="721043"/>
                  </a:lnTo>
                  <a:cubicBezTo>
                    <a:pt x="6438996" y="778288"/>
                    <a:pt x="6379845" y="825151"/>
                    <a:pt x="6307455" y="825151"/>
                  </a:cubicBezTo>
                  <a:lnTo>
                    <a:pt x="5776246" y="825151"/>
                  </a:lnTo>
                  <a:cubicBezTo>
                    <a:pt x="5703856" y="825151"/>
                    <a:pt x="5644706" y="778288"/>
                    <a:pt x="5644706" y="721043"/>
                  </a:cubicBezTo>
                  <a:close/>
                  <a:moveTo>
                    <a:pt x="6724841" y="721043"/>
                  </a:moveTo>
                  <a:lnTo>
                    <a:pt x="6724841" y="413575"/>
                  </a:lnTo>
                  <a:cubicBezTo>
                    <a:pt x="6724841" y="356330"/>
                    <a:pt x="6783991" y="309467"/>
                    <a:pt x="6856381" y="309467"/>
                  </a:cubicBezTo>
                  <a:lnTo>
                    <a:pt x="7387590" y="309467"/>
                  </a:lnTo>
                  <a:cubicBezTo>
                    <a:pt x="7459980" y="309467"/>
                    <a:pt x="7519130" y="356330"/>
                    <a:pt x="7519130" y="413575"/>
                  </a:cubicBezTo>
                  <a:lnTo>
                    <a:pt x="7519130" y="721043"/>
                  </a:lnTo>
                  <a:cubicBezTo>
                    <a:pt x="7519130" y="778288"/>
                    <a:pt x="7459980" y="825151"/>
                    <a:pt x="7387590" y="825151"/>
                  </a:cubicBezTo>
                  <a:lnTo>
                    <a:pt x="6856381" y="825151"/>
                  </a:lnTo>
                  <a:cubicBezTo>
                    <a:pt x="6783991" y="825151"/>
                    <a:pt x="6724841" y="778288"/>
                    <a:pt x="6724841" y="721043"/>
                  </a:cubicBezTo>
                  <a:close/>
                  <a:moveTo>
                    <a:pt x="7804976" y="721043"/>
                  </a:moveTo>
                  <a:lnTo>
                    <a:pt x="7804976" y="413575"/>
                  </a:lnTo>
                  <a:cubicBezTo>
                    <a:pt x="7804976" y="356330"/>
                    <a:pt x="7864126" y="309467"/>
                    <a:pt x="7936516" y="309467"/>
                  </a:cubicBezTo>
                  <a:lnTo>
                    <a:pt x="8467725" y="309467"/>
                  </a:lnTo>
                  <a:cubicBezTo>
                    <a:pt x="8540115" y="309467"/>
                    <a:pt x="8599265" y="356330"/>
                    <a:pt x="8599265" y="413575"/>
                  </a:cubicBezTo>
                  <a:lnTo>
                    <a:pt x="8599265" y="721043"/>
                  </a:lnTo>
                  <a:cubicBezTo>
                    <a:pt x="8599265" y="778288"/>
                    <a:pt x="8540115" y="825151"/>
                    <a:pt x="8467725" y="825151"/>
                  </a:cubicBezTo>
                  <a:lnTo>
                    <a:pt x="7936516" y="825151"/>
                  </a:lnTo>
                  <a:cubicBezTo>
                    <a:pt x="7864126" y="825151"/>
                    <a:pt x="7804976" y="778288"/>
                    <a:pt x="7804976" y="721043"/>
                  </a:cubicBezTo>
                  <a:close/>
                  <a:moveTo>
                    <a:pt x="8885111" y="721043"/>
                  </a:moveTo>
                  <a:lnTo>
                    <a:pt x="8885111" y="413575"/>
                  </a:lnTo>
                  <a:cubicBezTo>
                    <a:pt x="8885111" y="356330"/>
                    <a:pt x="8944261" y="309467"/>
                    <a:pt x="9016651" y="309467"/>
                  </a:cubicBezTo>
                  <a:lnTo>
                    <a:pt x="9547860" y="309467"/>
                  </a:lnTo>
                  <a:cubicBezTo>
                    <a:pt x="9620250" y="309467"/>
                    <a:pt x="9679400" y="356330"/>
                    <a:pt x="9679400" y="413575"/>
                  </a:cubicBezTo>
                  <a:lnTo>
                    <a:pt x="9679400" y="721043"/>
                  </a:lnTo>
                  <a:cubicBezTo>
                    <a:pt x="9679400" y="778288"/>
                    <a:pt x="9620250" y="825151"/>
                    <a:pt x="9547860" y="825151"/>
                  </a:cubicBezTo>
                  <a:lnTo>
                    <a:pt x="9016651" y="825151"/>
                  </a:lnTo>
                  <a:cubicBezTo>
                    <a:pt x="8944261" y="825151"/>
                    <a:pt x="8885111" y="778288"/>
                    <a:pt x="8885111" y="721043"/>
                  </a:cubicBezTo>
                  <a:close/>
                  <a:moveTo>
                    <a:pt x="9965245" y="721043"/>
                  </a:moveTo>
                  <a:lnTo>
                    <a:pt x="9965245" y="413575"/>
                  </a:lnTo>
                  <a:cubicBezTo>
                    <a:pt x="9965245" y="356330"/>
                    <a:pt x="10024396" y="309467"/>
                    <a:pt x="10096786" y="309467"/>
                  </a:cubicBezTo>
                  <a:lnTo>
                    <a:pt x="10627995" y="309467"/>
                  </a:lnTo>
                  <a:cubicBezTo>
                    <a:pt x="10700385" y="309467"/>
                    <a:pt x="10759535" y="356330"/>
                    <a:pt x="10759535" y="413575"/>
                  </a:cubicBezTo>
                  <a:lnTo>
                    <a:pt x="10759535" y="721043"/>
                  </a:lnTo>
                  <a:cubicBezTo>
                    <a:pt x="10759535" y="778288"/>
                    <a:pt x="10700385" y="825151"/>
                    <a:pt x="10627995" y="825151"/>
                  </a:cubicBezTo>
                  <a:lnTo>
                    <a:pt x="10096786" y="825151"/>
                  </a:lnTo>
                  <a:cubicBezTo>
                    <a:pt x="10024396" y="825151"/>
                    <a:pt x="9965245" y="778288"/>
                    <a:pt x="9965245" y="721043"/>
                  </a:cubicBezTo>
                  <a:close/>
                </a:path>
              </a:pathLst>
            </a:custGeom>
            <a:solidFill>
              <a:srgbClr val="FFFFFF">
                <a:alpha val="352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57711" y="-433779"/>
              <a:ext cx="9459421" cy="1011384"/>
            </a:xfrm>
            <a:custGeom>
              <a:avLst/>
              <a:gdLst/>
              <a:ahLst/>
              <a:cxnLst/>
              <a:rect l="l" t="t" r="r" b="b"/>
              <a:pathLst>
                <a:path w="10935747" h="1165860" extrusionOk="0">
                  <a:moveTo>
                    <a:pt x="5467826" y="0"/>
                  </a:moveTo>
                  <a:lnTo>
                    <a:pt x="0" y="0"/>
                  </a:lnTo>
                  <a:lnTo>
                    <a:pt x="0" y="1165860"/>
                  </a:lnTo>
                  <a:lnTo>
                    <a:pt x="10935748" y="1165860"/>
                  </a:lnTo>
                  <a:lnTo>
                    <a:pt x="10935748" y="0"/>
                  </a:lnTo>
                  <a:lnTo>
                    <a:pt x="5467922" y="0"/>
                  </a:lnTo>
                  <a:close/>
                  <a:moveTo>
                    <a:pt x="10672572" y="57245"/>
                  </a:moveTo>
                  <a:cubicBezTo>
                    <a:pt x="10672572" y="42958"/>
                    <a:pt x="10687336" y="31242"/>
                    <a:pt x="10705434" y="31242"/>
                  </a:cubicBezTo>
                  <a:lnTo>
                    <a:pt x="10862310" y="31242"/>
                  </a:lnTo>
                  <a:cubicBezTo>
                    <a:pt x="10880408" y="31242"/>
                    <a:pt x="10895171" y="42958"/>
                    <a:pt x="10895171" y="57245"/>
                  </a:cubicBezTo>
                  <a:lnTo>
                    <a:pt x="10895171" y="195072"/>
                  </a:lnTo>
                  <a:cubicBezTo>
                    <a:pt x="10895171" y="209360"/>
                    <a:pt x="10880408" y="221075"/>
                    <a:pt x="10862310" y="221075"/>
                  </a:cubicBezTo>
                  <a:lnTo>
                    <a:pt x="10705434" y="221075"/>
                  </a:lnTo>
                  <a:cubicBezTo>
                    <a:pt x="10687336" y="221075"/>
                    <a:pt x="10672572" y="209360"/>
                    <a:pt x="10672572" y="195072"/>
                  </a:cubicBezTo>
                  <a:lnTo>
                    <a:pt x="10672572" y="57245"/>
                  </a:lnTo>
                  <a:close/>
                  <a:moveTo>
                    <a:pt x="10386726" y="57245"/>
                  </a:moveTo>
                  <a:cubicBezTo>
                    <a:pt x="10386726" y="42958"/>
                    <a:pt x="10401491" y="31242"/>
                    <a:pt x="10419588" y="31242"/>
                  </a:cubicBezTo>
                  <a:lnTo>
                    <a:pt x="10576465" y="31242"/>
                  </a:lnTo>
                  <a:cubicBezTo>
                    <a:pt x="10594563" y="31242"/>
                    <a:pt x="10609326" y="42958"/>
                    <a:pt x="10609326" y="57245"/>
                  </a:cubicBezTo>
                  <a:lnTo>
                    <a:pt x="10609326" y="195072"/>
                  </a:lnTo>
                  <a:cubicBezTo>
                    <a:pt x="10609326" y="209360"/>
                    <a:pt x="10594563" y="221075"/>
                    <a:pt x="10576465" y="221075"/>
                  </a:cubicBezTo>
                  <a:lnTo>
                    <a:pt x="10419588" y="221075"/>
                  </a:lnTo>
                  <a:cubicBezTo>
                    <a:pt x="10401491" y="221075"/>
                    <a:pt x="10386726" y="209360"/>
                    <a:pt x="10386726" y="195072"/>
                  </a:cubicBezTo>
                  <a:lnTo>
                    <a:pt x="10386726" y="57245"/>
                  </a:lnTo>
                  <a:close/>
                  <a:moveTo>
                    <a:pt x="10100881" y="57245"/>
                  </a:moveTo>
                  <a:cubicBezTo>
                    <a:pt x="10100881" y="42958"/>
                    <a:pt x="10115645" y="31242"/>
                    <a:pt x="10133743" y="31242"/>
                  </a:cubicBezTo>
                  <a:lnTo>
                    <a:pt x="10290620" y="31242"/>
                  </a:lnTo>
                  <a:cubicBezTo>
                    <a:pt x="10308717" y="31242"/>
                    <a:pt x="10323480" y="42958"/>
                    <a:pt x="10323480" y="57245"/>
                  </a:cubicBezTo>
                  <a:lnTo>
                    <a:pt x="10323480" y="195072"/>
                  </a:lnTo>
                  <a:cubicBezTo>
                    <a:pt x="10323480" y="209360"/>
                    <a:pt x="10308717" y="221075"/>
                    <a:pt x="10290620" y="221075"/>
                  </a:cubicBezTo>
                  <a:lnTo>
                    <a:pt x="10133743" y="221075"/>
                  </a:lnTo>
                  <a:cubicBezTo>
                    <a:pt x="10115645" y="221075"/>
                    <a:pt x="10100881" y="209360"/>
                    <a:pt x="10100881" y="195072"/>
                  </a:cubicBezTo>
                  <a:lnTo>
                    <a:pt x="10100881" y="57245"/>
                  </a:lnTo>
                  <a:close/>
                  <a:moveTo>
                    <a:pt x="9815036" y="57245"/>
                  </a:moveTo>
                  <a:cubicBezTo>
                    <a:pt x="9815036" y="42958"/>
                    <a:pt x="9829800" y="31242"/>
                    <a:pt x="9847898" y="31242"/>
                  </a:cubicBezTo>
                  <a:lnTo>
                    <a:pt x="10004774" y="31242"/>
                  </a:lnTo>
                  <a:cubicBezTo>
                    <a:pt x="10022872" y="31242"/>
                    <a:pt x="10037635" y="42958"/>
                    <a:pt x="10037635" y="57245"/>
                  </a:cubicBezTo>
                  <a:lnTo>
                    <a:pt x="10037635" y="195072"/>
                  </a:lnTo>
                  <a:cubicBezTo>
                    <a:pt x="10037635" y="209360"/>
                    <a:pt x="10022872" y="221075"/>
                    <a:pt x="10004774" y="221075"/>
                  </a:cubicBezTo>
                  <a:lnTo>
                    <a:pt x="9847898" y="221075"/>
                  </a:lnTo>
                  <a:cubicBezTo>
                    <a:pt x="9829800" y="221075"/>
                    <a:pt x="9815036" y="209360"/>
                    <a:pt x="9815036" y="195072"/>
                  </a:cubicBezTo>
                  <a:lnTo>
                    <a:pt x="9815036" y="57245"/>
                  </a:lnTo>
                  <a:close/>
                  <a:moveTo>
                    <a:pt x="9529191" y="57245"/>
                  </a:moveTo>
                  <a:cubicBezTo>
                    <a:pt x="9529191" y="42958"/>
                    <a:pt x="9543955" y="31242"/>
                    <a:pt x="9562052" y="31242"/>
                  </a:cubicBezTo>
                  <a:lnTo>
                    <a:pt x="9718929" y="31242"/>
                  </a:lnTo>
                  <a:cubicBezTo>
                    <a:pt x="9737027" y="31242"/>
                    <a:pt x="9751790" y="42958"/>
                    <a:pt x="9751790" y="57245"/>
                  </a:cubicBezTo>
                  <a:lnTo>
                    <a:pt x="9751790" y="195072"/>
                  </a:lnTo>
                  <a:cubicBezTo>
                    <a:pt x="9751790" y="209360"/>
                    <a:pt x="9737027" y="221075"/>
                    <a:pt x="9718929" y="221075"/>
                  </a:cubicBezTo>
                  <a:lnTo>
                    <a:pt x="9562052" y="221075"/>
                  </a:lnTo>
                  <a:cubicBezTo>
                    <a:pt x="9543955" y="221075"/>
                    <a:pt x="9529191" y="209360"/>
                    <a:pt x="9529191" y="195072"/>
                  </a:cubicBezTo>
                  <a:lnTo>
                    <a:pt x="9529191" y="57245"/>
                  </a:lnTo>
                  <a:close/>
                  <a:moveTo>
                    <a:pt x="9243346" y="57245"/>
                  </a:moveTo>
                  <a:cubicBezTo>
                    <a:pt x="9243346" y="42958"/>
                    <a:pt x="9258109" y="31242"/>
                    <a:pt x="9276207" y="31242"/>
                  </a:cubicBezTo>
                  <a:lnTo>
                    <a:pt x="9433084" y="31242"/>
                  </a:lnTo>
                  <a:cubicBezTo>
                    <a:pt x="9451181" y="31242"/>
                    <a:pt x="9465945" y="42958"/>
                    <a:pt x="9465945" y="57245"/>
                  </a:cubicBezTo>
                  <a:lnTo>
                    <a:pt x="9465945" y="195072"/>
                  </a:lnTo>
                  <a:cubicBezTo>
                    <a:pt x="9465945" y="209360"/>
                    <a:pt x="9451181" y="221075"/>
                    <a:pt x="9433084" y="221075"/>
                  </a:cubicBezTo>
                  <a:lnTo>
                    <a:pt x="9276207" y="221075"/>
                  </a:lnTo>
                  <a:cubicBezTo>
                    <a:pt x="9258109" y="221075"/>
                    <a:pt x="9243346" y="209360"/>
                    <a:pt x="9243346" y="195072"/>
                  </a:cubicBezTo>
                  <a:lnTo>
                    <a:pt x="9243346" y="57245"/>
                  </a:lnTo>
                  <a:close/>
                  <a:moveTo>
                    <a:pt x="8957500" y="57245"/>
                  </a:moveTo>
                  <a:cubicBezTo>
                    <a:pt x="8957500" y="42958"/>
                    <a:pt x="8972264" y="31242"/>
                    <a:pt x="8990362" y="31242"/>
                  </a:cubicBezTo>
                  <a:lnTo>
                    <a:pt x="9147239" y="31242"/>
                  </a:lnTo>
                  <a:cubicBezTo>
                    <a:pt x="9165336" y="31242"/>
                    <a:pt x="9180100" y="42958"/>
                    <a:pt x="9180100" y="57245"/>
                  </a:cubicBezTo>
                  <a:lnTo>
                    <a:pt x="9180100" y="195072"/>
                  </a:lnTo>
                  <a:cubicBezTo>
                    <a:pt x="9180100" y="209360"/>
                    <a:pt x="9165336" y="221075"/>
                    <a:pt x="9147239" y="221075"/>
                  </a:cubicBezTo>
                  <a:lnTo>
                    <a:pt x="8990362" y="221075"/>
                  </a:lnTo>
                  <a:cubicBezTo>
                    <a:pt x="8972264" y="221075"/>
                    <a:pt x="8957500" y="209360"/>
                    <a:pt x="8957500" y="195072"/>
                  </a:cubicBezTo>
                  <a:lnTo>
                    <a:pt x="8957500" y="57245"/>
                  </a:lnTo>
                  <a:close/>
                  <a:moveTo>
                    <a:pt x="8671655" y="57245"/>
                  </a:moveTo>
                  <a:cubicBezTo>
                    <a:pt x="8671655" y="42958"/>
                    <a:pt x="8686419" y="31242"/>
                    <a:pt x="8704516" y="31242"/>
                  </a:cubicBezTo>
                  <a:lnTo>
                    <a:pt x="8861393" y="31242"/>
                  </a:lnTo>
                  <a:cubicBezTo>
                    <a:pt x="8879491" y="31242"/>
                    <a:pt x="8894255" y="42958"/>
                    <a:pt x="8894255" y="57245"/>
                  </a:cubicBezTo>
                  <a:lnTo>
                    <a:pt x="8894255" y="195072"/>
                  </a:lnTo>
                  <a:cubicBezTo>
                    <a:pt x="8894255" y="209360"/>
                    <a:pt x="8879491" y="221075"/>
                    <a:pt x="8861393" y="221075"/>
                  </a:cubicBezTo>
                  <a:lnTo>
                    <a:pt x="8704516" y="221075"/>
                  </a:lnTo>
                  <a:cubicBezTo>
                    <a:pt x="8686419" y="221075"/>
                    <a:pt x="8671655" y="209360"/>
                    <a:pt x="8671655" y="195072"/>
                  </a:cubicBezTo>
                  <a:lnTo>
                    <a:pt x="8671655" y="57245"/>
                  </a:lnTo>
                  <a:close/>
                  <a:moveTo>
                    <a:pt x="8385810" y="57245"/>
                  </a:moveTo>
                  <a:cubicBezTo>
                    <a:pt x="8385810" y="42958"/>
                    <a:pt x="8400574" y="31242"/>
                    <a:pt x="8418671" y="31242"/>
                  </a:cubicBezTo>
                  <a:lnTo>
                    <a:pt x="8575548" y="31242"/>
                  </a:lnTo>
                  <a:cubicBezTo>
                    <a:pt x="8593645" y="31242"/>
                    <a:pt x="8608409" y="42958"/>
                    <a:pt x="8608409" y="57245"/>
                  </a:cubicBezTo>
                  <a:lnTo>
                    <a:pt x="8608409" y="195072"/>
                  </a:lnTo>
                  <a:cubicBezTo>
                    <a:pt x="8608409" y="209360"/>
                    <a:pt x="8593645" y="221075"/>
                    <a:pt x="8575548" y="221075"/>
                  </a:cubicBezTo>
                  <a:lnTo>
                    <a:pt x="8418671" y="221075"/>
                  </a:lnTo>
                  <a:cubicBezTo>
                    <a:pt x="8400574" y="221075"/>
                    <a:pt x="8385810" y="209360"/>
                    <a:pt x="8385810" y="195072"/>
                  </a:cubicBezTo>
                  <a:lnTo>
                    <a:pt x="8385810" y="57245"/>
                  </a:lnTo>
                  <a:close/>
                  <a:moveTo>
                    <a:pt x="8099965" y="57245"/>
                  </a:moveTo>
                  <a:cubicBezTo>
                    <a:pt x="8099965" y="42958"/>
                    <a:pt x="8114729" y="31242"/>
                    <a:pt x="8132827" y="31242"/>
                  </a:cubicBezTo>
                  <a:lnTo>
                    <a:pt x="8289703" y="31242"/>
                  </a:lnTo>
                  <a:cubicBezTo>
                    <a:pt x="8307801" y="31242"/>
                    <a:pt x="8322564" y="42958"/>
                    <a:pt x="8322564" y="57245"/>
                  </a:cubicBezTo>
                  <a:lnTo>
                    <a:pt x="8322564" y="195072"/>
                  </a:lnTo>
                  <a:cubicBezTo>
                    <a:pt x="8322564" y="209360"/>
                    <a:pt x="8307801" y="221075"/>
                    <a:pt x="8289703" y="221075"/>
                  </a:cubicBezTo>
                  <a:lnTo>
                    <a:pt x="8132827" y="221075"/>
                  </a:lnTo>
                  <a:cubicBezTo>
                    <a:pt x="8114729" y="221075"/>
                    <a:pt x="8099965" y="209360"/>
                    <a:pt x="8099965" y="195072"/>
                  </a:cubicBezTo>
                  <a:lnTo>
                    <a:pt x="8099965" y="57245"/>
                  </a:lnTo>
                  <a:close/>
                  <a:moveTo>
                    <a:pt x="7814120" y="57245"/>
                  </a:moveTo>
                  <a:cubicBezTo>
                    <a:pt x="7814120" y="42958"/>
                    <a:pt x="7828883" y="31242"/>
                    <a:pt x="7846981" y="31242"/>
                  </a:cubicBezTo>
                  <a:lnTo>
                    <a:pt x="8003858" y="31242"/>
                  </a:lnTo>
                  <a:cubicBezTo>
                    <a:pt x="8021955" y="31242"/>
                    <a:pt x="8036719" y="42958"/>
                    <a:pt x="8036719" y="57245"/>
                  </a:cubicBezTo>
                  <a:lnTo>
                    <a:pt x="8036719" y="195072"/>
                  </a:lnTo>
                  <a:cubicBezTo>
                    <a:pt x="8036719" y="209360"/>
                    <a:pt x="8021955" y="221075"/>
                    <a:pt x="8003858" y="221075"/>
                  </a:cubicBezTo>
                  <a:lnTo>
                    <a:pt x="7846981" y="221075"/>
                  </a:lnTo>
                  <a:cubicBezTo>
                    <a:pt x="7828883" y="221075"/>
                    <a:pt x="7814120" y="209360"/>
                    <a:pt x="7814120" y="195072"/>
                  </a:cubicBezTo>
                  <a:lnTo>
                    <a:pt x="7814120" y="57245"/>
                  </a:lnTo>
                  <a:close/>
                  <a:moveTo>
                    <a:pt x="7528274" y="57245"/>
                  </a:moveTo>
                  <a:cubicBezTo>
                    <a:pt x="7528274" y="42958"/>
                    <a:pt x="7543038" y="31242"/>
                    <a:pt x="7561136" y="31242"/>
                  </a:cubicBezTo>
                  <a:lnTo>
                    <a:pt x="7718012" y="31242"/>
                  </a:lnTo>
                  <a:cubicBezTo>
                    <a:pt x="7736110" y="31242"/>
                    <a:pt x="7750874" y="42958"/>
                    <a:pt x="7750874" y="57245"/>
                  </a:cubicBezTo>
                  <a:lnTo>
                    <a:pt x="7750874" y="195072"/>
                  </a:lnTo>
                  <a:cubicBezTo>
                    <a:pt x="7750874" y="209360"/>
                    <a:pt x="7736110" y="221075"/>
                    <a:pt x="7718012" y="221075"/>
                  </a:cubicBezTo>
                  <a:lnTo>
                    <a:pt x="7561136" y="221075"/>
                  </a:lnTo>
                  <a:cubicBezTo>
                    <a:pt x="7543038" y="221075"/>
                    <a:pt x="7528274" y="209360"/>
                    <a:pt x="7528274" y="195072"/>
                  </a:cubicBezTo>
                  <a:lnTo>
                    <a:pt x="7528274" y="57245"/>
                  </a:lnTo>
                  <a:close/>
                  <a:moveTo>
                    <a:pt x="7242429" y="57245"/>
                  </a:moveTo>
                  <a:cubicBezTo>
                    <a:pt x="7242429" y="42958"/>
                    <a:pt x="7257193" y="31242"/>
                    <a:pt x="7275290" y="31242"/>
                  </a:cubicBezTo>
                  <a:lnTo>
                    <a:pt x="7432168" y="31242"/>
                  </a:lnTo>
                  <a:cubicBezTo>
                    <a:pt x="7450265" y="31242"/>
                    <a:pt x="7465028" y="42958"/>
                    <a:pt x="7465028" y="57245"/>
                  </a:cubicBezTo>
                  <a:lnTo>
                    <a:pt x="7465028" y="195072"/>
                  </a:lnTo>
                  <a:cubicBezTo>
                    <a:pt x="7465028" y="209360"/>
                    <a:pt x="7450265" y="221075"/>
                    <a:pt x="7432168" y="221075"/>
                  </a:cubicBezTo>
                  <a:lnTo>
                    <a:pt x="7275290" y="221075"/>
                  </a:lnTo>
                  <a:cubicBezTo>
                    <a:pt x="7257193" y="221075"/>
                    <a:pt x="7242429" y="209360"/>
                    <a:pt x="7242429" y="195072"/>
                  </a:cubicBezTo>
                  <a:lnTo>
                    <a:pt x="7242429" y="57245"/>
                  </a:lnTo>
                  <a:close/>
                  <a:moveTo>
                    <a:pt x="6956584" y="57245"/>
                  </a:moveTo>
                  <a:cubicBezTo>
                    <a:pt x="6956584" y="42958"/>
                    <a:pt x="6971348" y="31242"/>
                    <a:pt x="6989445" y="31242"/>
                  </a:cubicBezTo>
                  <a:lnTo>
                    <a:pt x="7146322" y="31242"/>
                  </a:lnTo>
                  <a:cubicBezTo>
                    <a:pt x="7164419" y="31242"/>
                    <a:pt x="7179183" y="42958"/>
                    <a:pt x="7179183" y="57245"/>
                  </a:cubicBezTo>
                  <a:lnTo>
                    <a:pt x="7179183" y="195072"/>
                  </a:lnTo>
                  <a:cubicBezTo>
                    <a:pt x="7179183" y="209360"/>
                    <a:pt x="7164419" y="221075"/>
                    <a:pt x="7146322" y="221075"/>
                  </a:cubicBezTo>
                  <a:lnTo>
                    <a:pt x="6989445" y="221075"/>
                  </a:lnTo>
                  <a:cubicBezTo>
                    <a:pt x="6971348" y="221075"/>
                    <a:pt x="6956584" y="209360"/>
                    <a:pt x="6956584" y="195072"/>
                  </a:cubicBezTo>
                  <a:lnTo>
                    <a:pt x="6956584" y="57245"/>
                  </a:lnTo>
                  <a:close/>
                  <a:moveTo>
                    <a:pt x="6670739" y="57245"/>
                  </a:moveTo>
                  <a:cubicBezTo>
                    <a:pt x="6670739" y="42958"/>
                    <a:pt x="6685503" y="31242"/>
                    <a:pt x="6703600" y="31242"/>
                  </a:cubicBezTo>
                  <a:lnTo>
                    <a:pt x="6860477" y="31242"/>
                  </a:lnTo>
                  <a:cubicBezTo>
                    <a:pt x="6878574" y="31242"/>
                    <a:pt x="6893338" y="42958"/>
                    <a:pt x="6893338" y="57245"/>
                  </a:cubicBezTo>
                  <a:lnTo>
                    <a:pt x="6893338" y="195072"/>
                  </a:lnTo>
                  <a:cubicBezTo>
                    <a:pt x="6893338" y="209360"/>
                    <a:pt x="6878574" y="221075"/>
                    <a:pt x="6860477" y="221075"/>
                  </a:cubicBezTo>
                  <a:lnTo>
                    <a:pt x="6703600" y="221075"/>
                  </a:lnTo>
                  <a:cubicBezTo>
                    <a:pt x="6685503" y="221075"/>
                    <a:pt x="6670739" y="209360"/>
                    <a:pt x="6670739" y="195072"/>
                  </a:cubicBezTo>
                  <a:lnTo>
                    <a:pt x="6670739" y="57245"/>
                  </a:lnTo>
                  <a:close/>
                  <a:moveTo>
                    <a:pt x="6384894" y="57245"/>
                  </a:moveTo>
                  <a:cubicBezTo>
                    <a:pt x="6384894" y="42958"/>
                    <a:pt x="6399657" y="31242"/>
                    <a:pt x="6417755" y="31242"/>
                  </a:cubicBezTo>
                  <a:lnTo>
                    <a:pt x="6574631" y="31242"/>
                  </a:lnTo>
                  <a:cubicBezTo>
                    <a:pt x="6592729" y="31242"/>
                    <a:pt x="6607493" y="42958"/>
                    <a:pt x="6607493" y="57245"/>
                  </a:cubicBezTo>
                  <a:lnTo>
                    <a:pt x="6607493" y="195072"/>
                  </a:lnTo>
                  <a:cubicBezTo>
                    <a:pt x="6607493" y="209360"/>
                    <a:pt x="6592729" y="221075"/>
                    <a:pt x="6574631" y="221075"/>
                  </a:cubicBezTo>
                  <a:lnTo>
                    <a:pt x="6417755" y="221075"/>
                  </a:lnTo>
                  <a:cubicBezTo>
                    <a:pt x="6399657" y="221075"/>
                    <a:pt x="6384894" y="209360"/>
                    <a:pt x="6384894" y="195072"/>
                  </a:cubicBezTo>
                  <a:lnTo>
                    <a:pt x="6384894" y="57245"/>
                  </a:lnTo>
                  <a:close/>
                  <a:moveTo>
                    <a:pt x="6099048" y="57245"/>
                  </a:moveTo>
                  <a:cubicBezTo>
                    <a:pt x="6099048" y="42958"/>
                    <a:pt x="6113812" y="31242"/>
                    <a:pt x="6131910" y="31242"/>
                  </a:cubicBezTo>
                  <a:lnTo>
                    <a:pt x="6288786" y="31242"/>
                  </a:lnTo>
                  <a:cubicBezTo>
                    <a:pt x="6306884" y="31242"/>
                    <a:pt x="6321648" y="42958"/>
                    <a:pt x="6321648" y="57245"/>
                  </a:cubicBezTo>
                  <a:lnTo>
                    <a:pt x="6321648" y="195072"/>
                  </a:lnTo>
                  <a:cubicBezTo>
                    <a:pt x="6321648" y="209360"/>
                    <a:pt x="6306884" y="221075"/>
                    <a:pt x="6288786" y="221075"/>
                  </a:cubicBezTo>
                  <a:lnTo>
                    <a:pt x="6131910" y="221075"/>
                  </a:lnTo>
                  <a:cubicBezTo>
                    <a:pt x="6113812" y="221075"/>
                    <a:pt x="6099048" y="209360"/>
                    <a:pt x="6099048" y="195072"/>
                  </a:cubicBezTo>
                  <a:lnTo>
                    <a:pt x="6099048" y="57245"/>
                  </a:lnTo>
                  <a:close/>
                  <a:moveTo>
                    <a:pt x="5813203" y="57245"/>
                  </a:moveTo>
                  <a:cubicBezTo>
                    <a:pt x="5813203" y="42958"/>
                    <a:pt x="5827967" y="31242"/>
                    <a:pt x="5846064" y="31242"/>
                  </a:cubicBezTo>
                  <a:lnTo>
                    <a:pt x="6002941" y="31242"/>
                  </a:lnTo>
                  <a:cubicBezTo>
                    <a:pt x="6021039" y="31242"/>
                    <a:pt x="6035802" y="42958"/>
                    <a:pt x="6035802" y="57245"/>
                  </a:cubicBezTo>
                  <a:lnTo>
                    <a:pt x="6035802" y="195072"/>
                  </a:lnTo>
                  <a:cubicBezTo>
                    <a:pt x="6035802" y="209360"/>
                    <a:pt x="6021039" y="221075"/>
                    <a:pt x="6002941" y="221075"/>
                  </a:cubicBezTo>
                  <a:lnTo>
                    <a:pt x="5846064" y="221075"/>
                  </a:lnTo>
                  <a:cubicBezTo>
                    <a:pt x="5827967" y="221075"/>
                    <a:pt x="5813203" y="209360"/>
                    <a:pt x="5813203" y="195072"/>
                  </a:cubicBezTo>
                  <a:lnTo>
                    <a:pt x="5813203" y="57245"/>
                  </a:lnTo>
                  <a:close/>
                  <a:moveTo>
                    <a:pt x="5527358" y="57245"/>
                  </a:moveTo>
                  <a:cubicBezTo>
                    <a:pt x="5527358" y="42958"/>
                    <a:pt x="5542121" y="31242"/>
                    <a:pt x="5560219" y="31242"/>
                  </a:cubicBezTo>
                  <a:lnTo>
                    <a:pt x="5717095" y="31242"/>
                  </a:lnTo>
                  <a:cubicBezTo>
                    <a:pt x="5735193" y="31242"/>
                    <a:pt x="5749957" y="42958"/>
                    <a:pt x="5749957" y="57245"/>
                  </a:cubicBezTo>
                  <a:lnTo>
                    <a:pt x="5749957" y="195072"/>
                  </a:lnTo>
                  <a:cubicBezTo>
                    <a:pt x="5749957" y="209360"/>
                    <a:pt x="5735193" y="221075"/>
                    <a:pt x="5717095" y="221075"/>
                  </a:cubicBezTo>
                  <a:lnTo>
                    <a:pt x="5560219" y="221075"/>
                  </a:lnTo>
                  <a:cubicBezTo>
                    <a:pt x="5542121" y="221075"/>
                    <a:pt x="5527358" y="209360"/>
                    <a:pt x="5527358" y="195072"/>
                  </a:cubicBezTo>
                  <a:lnTo>
                    <a:pt x="5527358" y="57245"/>
                  </a:lnTo>
                  <a:close/>
                  <a:moveTo>
                    <a:pt x="5204555" y="57245"/>
                  </a:moveTo>
                  <a:cubicBezTo>
                    <a:pt x="5204555" y="42958"/>
                    <a:pt x="5219319" y="31242"/>
                    <a:pt x="5237417" y="31242"/>
                  </a:cubicBezTo>
                  <a:lnTo>
                    <a:pt x="5394294" y="31242"/>
                  </a:lnTo>
                  <a:cubicBezTo>
                    <a:pt x="5412391" y="31242"/>
                    <a:pt x="5427155" y="42958"/>
                    <a:pt x="5427155" y="57245"/>
                  </a:cubicBezTo>
                  <a:lnTo>
                    <a:pt x="5427155" y="195072"/>
                  </a:lnTo>
                  <a:cubicBezTo>
                    <a:pt x="5427155" y="209360"/>
                    <a:pt x="5412391" y="221075"/>
                    <a:pt x="5394294" y="221075"/>
                  </a:cubicBezTo>
                  <a:lnTo>
                    <a:pt x="5237417" y="221075"/>
                  </a:lnTo>
                  <a:cubicBezTo>
                    <a:pt x="5219319" y="221075"/>
                    <a:pt x="5204555" y="209360"/>
                    <a:pt x="5204555" y="195072"/>
                  </a:cubicBezTo>
                  <a:lnTo>
                    <a:pt x="5204555" y="57245"/>
                  </a:lnTo>
                  <a:close/>
                  <a:moveTo>
                    <a:pt x="4918710" y="57245"/>
                  </a:moveTo>
                  <a:cubicBezTo>
                    <a:pt x="4918710" y="42958"/>
                    <a:pt x="4933474" y="31242"/>
                    <a:pt x="4951571" y="31242"/>
                  </a:cubicBezTo>
                  <a:lnTo>
                    <a:pt x="5108448" y="31242"/>
                  </a:lnTo>
                  <a:cubicBezTo>
                    <a:pt x="5126545" y="31242"/>
                    <a:pt x="5141310" y="42958"/>
                    <a:pt x="5141310" y="57245"/>
                  </a:cubicBezTo>
                  <a:lnTo>
                    <a:pt x="5141310" y="195072"/>
                  </a:lnTo>
                  <a:cubicBezTo>
                    <a:pt x="5141310" y="209360"/>
                    <a:pt x="5126545" y="221075"/>
                    <a:pt x="5108448" y="221075"/>
                  </a:cubicBezTo>
                  <a:lnTo>
                    <a:pt x="4951571" y="221075"/>
                  </a:lnTo>
                  <a:cubicBezTo>
                    <a:pt x="4933474" y="221075"/>
                    <a:pt x="4918710" y="209360"/>
                    <a:pt x="4918710" y="195072"/>
                  </a:cubicBezTo>
                  <a:lnTo>
                    <a:pt x="4918710" y="57245"/>
                  </a:lnTo>
                  <a:close/>
                  <a:moveTo>
                    <a:pt x="4632865" y="57245"/>
                  </a:moveTo>
                  <a:cubicBezTo>
                    <a:pt x="4632865" y="42958"/>
                    <a:pt x="4647629" y="31242"/>
                    <a:pt x="4665726" y="31242"/>
                  </a:cubicBezTo>
                  <a:lnTo>
                    <a:pt x="4822603" y="31242"/>
                  </a:lnTo>
                  <a:cubicBezTo>
                    <a:pt x="4840700" y="31242"/>
                    <a:pt x="4855464" y="42958"/>
                    <a:pt x="4855464" y="57245"/>
                  </a:cubicBezTo>
                  <a:lnTo>
                    <a:pt x="4855464" y="195072"/>
                  </a:lnTo>
                  <a:cubicBezTo>
                    <a:pt x="4855464" y="209360"/>
                    <a:pt x="4840700" y="221075"/>
                    <a:pt x="4822603" y="221075"/>
                  </a:cubicBezTo>
                  <a:lnTo>
                    <a:pt x="4665726" y="221075"/>
                  </a:lnTo>
                  <a:cubicBezTo>
                    <a:pt x="4647629" y="221075"/>
                    <a:pt x="4632865" y="209360"/>
                    <a:pt x="4632865" y="195072"/>
                  </a:cubicBezTo>
                  <a:lnTo>
                    <a:pt x="4632865" y="57245"/>
                  </a:lnTo>
                  <a:close/>
                  <a:moveTo>
                    <a:pt x="4347020" y="57245"/>
                  </a:moveTo>
                  <a:cubicBezTo>
                    <a:pt x="4347020" y="42958"/>
                    <a:pt x="4361783" y="31242"/>
                    <a:pt x="4379881" y="31242"/>
                  </a:cubicBezTo>
                  <a:lnTo>
                    <a:pt x="4536758" y="31242"/>
                  </a:lnTo>
                  <a:cubicBezTo>
                    <a:pt x="4554855" y="31242"/>
                    <a:pt x="4569619" y="42958"/>
                    <a:pt x="4569619" y="57245"/>
                  </a:cubicBezTo>
                  <a:lnTo>
                    <a:pt x="4569619" y="195072"/>
                  </a:lnTo>
                  <a:cubicBezTo>
                    <a:pt x="4569619" y="209360"/>
                    <a:pt x="4554855" y="221075"/>
                    <a:pt x="4536758" y="221075"/>
                  </a:cubicBezTo>
                  <a:lnTo>
                    <a:pt x="4379881" y="221075"/>
                  </a:lnTo>
                  <a:cubicBezTo>
                    <a:pt x="4361783" y="221075"/>
                    <a:pt x="4347020" y="209360"/>
                    <a:pt x="4347020" y="195072"/>
                  </a:cubicBezTo>
                  <a:lnTo>
                    <a:pt x="4347020" y="57245"/>
                  </a:lnTo>
                  <a:close/>
                  <a:moveTo>
                    <a:pt x="4061174" y="57245"/>
                  </a:moveTo>
                  <a:cubicBezTo>
                    <a:pt x="4061174" y="42958"/>
                    <a:pt x="4075938" y="31242"/>
                    <a:pt x="4094036" y="31242"/>
                  </a:cubicBezTo>
                  <a:lnTo>
                    <a:pt x="4250913" y="31242"/>
                  </a:lnTo>
                  <a:cubicBezTo>
                    <a:pt x="4269010" y="31242"/>
                    <a:pt x="4283774" y="42958"/>
                    <a:pt x="4283774" y="57245"/>
                  </a:cubicBezTo>
                  <a:lnTo>
                    <a:pt x="4283774" y="195072"/>
                  </a:lnTo>
                  <a:cubicBezTo>
                    <a:pt x="4283774" y="209360"/>
                    <a:pt x="4269010" y="221075"/>
                    <a:pt x="4250913" y="221075"/>
                  </a:cubicBezTo>
                  <a:lnTo>
                    <a:pt x="4094036" y="221075"/>
                  </a:lnTo>
                  <a:cubicBezTo>
                    <a:pt x="4075938" y="221075"/>
                    <a:pt x="4061174" y="209360"/>
                    <a:pt x="4061174" y="195072"/>
                  </a:cubicBezTo>
                  <a:lnTo>
                    <a:pt x="4061174" y="57245"/>
                  </a:lnTo>
                  <a:close/>
                  <a:moveTo>
                    <a:pt x="3775329" y="57245"/>
                  </a:moveTo>
                  <a:cubicBezTo>
                    <a:pt x="3775329" y="42958"/>
                    <a:pt x="3790093" y="31242"/>
                    <a:pt x="3808190" y="31242"/>
                  </a:cubicBezTo>
                  <a:lnTo>
                    <a:pt x="3965067" y="31242"/>
                  </a:lnTo>
                  <a:cubicBezTo>
                    <a:pt x="3983165" y="31242"/>
                    <a:pt x="3997928" y="42958"/>
                    <a:pt x="3997928" y="57245"/>
                  </a:cubicBezTo>
                  <a:lnTo>
                    <a:pt x="3997928" y="195072"/>
                  </a:lnTo>
                  <a:cubicBezTo>
                    <a:pt x="3997928" y="209360"/>
                    <a:pt x="3983165" y="221075"/>
                    <a:pt x="3965067" y="221075"/>
                  </a:cubicBezTo>
                  <a:lnTo>
                    <a:pt x="3808190" y="221075"/>
                  </a:lnTo>
                  <a:cubicBezTo>
                    <a:pt x="3790093" y="221075"/>
                    <a:pt x="3775329" y="209360"/>
                    <a:pt x="3775329" y="195072"/>
                  </a:cubicBezTo>
                  <a:lnTo>
                    <a:pt x="3775329" y="57245"/>
                  </a:lnTo>
                  <a:close/>
                  <a:moveTo>
                    <a:pt x="3489484" y="57245"/>
                  </a:moveTo>
                  <a:cubicBezTo>
                    <a:pt x="3489484" y="42958"/>
                    <a:pt x="3504248" y="31242"/>
                    <a:pt x="3522345" y="31242"/>
                  </a:cubicBezTo>
                  <a:lnTo>
                    <a:pt x="3679222" y="31242"/>
                  </a:lnTo>
                  <a:cubicBezTo>
                    <a:pt x="3697320" y="31242"/>
                    <a:pt x="3712083" y="42958"/>
                    <a:pt x="3712083" y="57245"/>
                  </a:cubicBezTo>
                  <a:lnTo>
                    <a:pt x="3712083" y="195072"/>
                  </a:lnTo>
                  <a:cubicBezTo>
                    <a:pt x="3712083" y="209360"/>
                    <a:pt x="3697320" y="221075"/>
                    <a:pt x="3679222" y="221075"/>
                  </a:cubicBezTo>
                  <a:lnTo>
                    <a:pt x="3522345" y="221075"/>
                  </a:lnTo>
                  <a:cubicBezTo>
                    <a:pt x="3504248" y="221075"/>
                    <a:pt x="3489484" y="209360"/>
                    <a:pt x="3489484" y="195072"/>
                  </a:cubicBezTo>
                  <a:lnTo>
                    <a:pt x="3489484" y="57245"/>
                  </a:lnTo>
                  <a:close/>
                  <a:moveTo>
                    <a:pt x="3203639" y="57245"/>
                  </a:moveTo>
                  <a:cubicBezTo>
                    <a:pt x="3203639" y="42958"/>
                    <a:pt x="3218403" y="31242"/>
                    <a:pt x="3236500" y="31242"/>
                  </a:cubicBezTo>
                  <a:lnTo>
                    <a:pt x="3393377" y="31242"/>
                  </a:lnTo>
                  <a:cubicBezTo>
                    <a:pt x="3411474" y="31242"/>
                    <a:pt x="3426238" y="42958"/>
                    <a:pt x="3426238" y="57245"/>
                  </a:cubicBezTo>
                  <a:lnTo>
                    <a:pt x="3426238" y="195072"/>
                  </a:lnTo>
                  <a:cubicBezTo>
                    <a:pt x="3426238" y="209360"/>
                    <a:pt x="3411474" y="221075"/>
                    <a:pt x="3393377" y="221075"/>
                  </a:cubicBezTo>
                  <a:lnTo>
                    <a:pt x="3236500" y="221075"/>
                  </a:lnTo>
                  <a:cubicBezTo>
                    <a:pt x="3218403" y="221075"/>
                    <a:pt x="3203639" y="209360"/>
                    <a:pt x="3203639" y="195072"/>
                  </a:cubicBezTo>
                  <a:lnTo>
                    <a:pt x="3203639" y="57245"/>
                  </a:lnTo>
                  <a:close/>
                  <a:moveTo>
                    <a:pt x="2917793" y="57245"/>
                  </a:moveTo>
                  <a:cubicBezTo>
                    <a:pt x="2917793" y="42958"/>
                    <a:pt x="2932557" y="31242"/>
                    <a:pt x="2950655" y="31242"/>
                  </a:cubicBezTo>
                  <a:lnTo>
                    <a:pt x="3107531" y="31242"/>
                  </a:lnTo>
                  <a:cubicBezTo>
                    <a:pt x="3125629" y="31242"/>
                    <a:pt x="3140393" y="42958"/>
                    <a:pt x="3140393" y="57245"/>
                  </a:cubicBezTo>
                  <a:lnTo>
                    <a:pt x="3140393" y="195072"/>
                  </a:lnTo>
                  <a:cubicBezTo>
                    <a:pt x="3140393" y="209360"/>
                    <a:pt x="3125629" y="221075"/>
                    <a:pt x="3107531" y="221075"/>
                  </a:cubicBezTo>
                  <a:lnTo>
                    <a:pt x="2950655" y="221075"/>
                  </a:lnTo>
                  <a:cubicBezTo>
                    <a:pt x="2932557" y="221075"/>
                    <a:pt x="2917793" y="209360"/>
                    <a:pt x="2917793" y="195072"/>
                  </a:cubicBezTo>
                  <a:lnTo>
                    <a:pt x="2917793" y="57245"/>
                  </a:lnTo>
                  <a:close/>
                  <a:moveTo>
                    <a:pt x="2631948" y="57245"/>
                  </a:moveTo>
                  <a:cubicBezTo>
                    <a:pt x="2631948" y="42958"/>
                    <a:pt x="2646712" y="31242"/>
                    <a:pt x="2664809" y="31242"/>
                  </a:cubicBezTo>
                  <a:lnTo>
                    <a:pt x="2821686" y="31242"/>
                  </a:lnTo>
                  <a:cubicBezTo>
                    <a:pt x="2839784" y="31242"/>
                    <a:pt x="2854547" y="42958"/>
                    <a:pt x="2854547" y="57245"/>
                  </a:cubicBezTo>
                  <a:lnTo>
                    <a:pt x="2854547" y="195072"/>
                  </a:lnTo>
                  <a:cubicBezTo>
                    <a:pt x="2854547" y="209360"/>
                    <a:pt x="2839784" y="221075"/>
                    <a:pt x="2821686" y="221075"/>
                  </a:cubicBezTo>
                  <a:lnTo>
                    <a:pt x="2664809" y="221075"/>
                  </a:lnTo>
                  <a:cubicBezTo>
                    <a:pt x="2646712" y="221075"/>
                    <a:pt x="2631948" y="209360"/>
                    <a:pt x="2631948" y="195072"/>
                  </a:cubicBezTo>
                  <a:lnTo>
                    <a:pt x="2631948" y="57245"/>
                  </a:lnTo>
                  <a:close/>
                  <a:moveTo>
                    <a:pt x="2346103" y="57245"/>
                  </a:moveTo>
                  <a:cubicBezTo>
                    <a:pt x="2346103" y="42958"/>
                    <a:pt x="2360867" y="31242"/>
                    <a:pt x="2378964" y="31242"/>
                  </a:cubicBezTo>
                  <a:lnTo>
                    <a:pt x="2535841" y="31242"/>
                  </a:lnTo>
                  <a:cubicBezTo>
                    <a:pt x="2553938" y="31242"/>
                    <a:pt x="2568702" y="42958"/>
                    <a:pt x="2568702" y="57245"/>
                  </a:cubicBezTo>
                  <a:lnTo>
                    <a:pt x="2568702" y="195072"/>
                  </a:lnTo>
                  <a:cubicBezTo>
                    <a:pt x="2568702" y="209360"/>
                    <a:pt x="2553938" y="221075"/>
                    <a:pt x="2535841" y="221075"/>
                  </a:cubicBezTo>
                  <a:lnTo>
                    <a:pt x="2378964" y="221075"/>
                  </a:lnTo>
                  <a:cubicBezTo>
                    <a:pt x="2360867" y="221075"/>
                    <a:pt x="2346103" y="209360"/>
                    <a:pt x="2346103" y="195072"/>
                  </a:cubicBezTo>
                  <a:lnTo>
                    <a:pt x="2346103" y="57245"/>
                  </a:lnTo>
                  <a:close/>
                  <a:moveTo>
                    <a:pt x="2060258" y="57245"/>
                  </a:moveTo>
                  <a:cubicBezTo>
                    <a:pt x="2060258" y="42958"/>
                    <a:pt x="2075021" y="31242"/>
                    <a:pt x="2093119" y="31242"/>
                  </a:cubicBezTo>
                  <a:lnTo>
                    <a:pt x="2249996" y="31242"/>
                  </a:lnTo>
                  <a:cubicBezTo>
                    <a:pt x="2268093" y="31242"/>
                    <a:pt x="2282857" y="42958"/>
                    <a:pt x="2282857" y="57245"/>
                  </a:cubicBezTo>
                  <a:lnTo>
                    <a:pt x="2282857" y="195072"/>
                  </a:lnTo>
                  <a:cubicBezTo>
                    <a:pt x="2282857" y="209360"/>
                    <a:pt x="2268093" y="221075"/>
                    <a:pt x="2249996" y="221075"/>
                  </a:cubicBezTo>
                  <a:lnTo>
                    <a:pt x="2093119" y="221075"/>
                  </a:lnTo>
                  <a:cubicBezTo>
                    <a:pt x="2075021" y="221075"/>
                    <a:pt x="2060258" y="209360"/>
                    <a:pt x="2060258" y="195072"/>
                  </a:cubicBezTo>
                  <a:lnTo>
                    <a:pt x="2060258" y="57245"/>
                  </a:lnTo>
                  <a:close/>
                  <a:moveTo>
                    <a:pt x="1774412" y="57245"/>
                  </a:moveTo>
                  <a:cubicBezTo>
                    <a:pt x="1774412" y="42958"/>
                    <a:pt x="1789176" y="31242"/>
                    <a:pt x="1807274" y="31242"/>
                  </a:cubicBezTo>
                  <a:lnTo>
                    <a:pt x="1964150" y="31242"/>
                  </a:lnTo>
                  <a:cubicBezTo>
                    <a:pt x="1982248" y="31242"/>
                    <a:pt x="1997012" y="42958"/>
                    <a:pt x="1997012" y="57245"/>
                  </a:cubicBezTo>
                  <a:lnTo>
                    <a:pt x="1997012" y="195072"/>
                  </a:lnTo>
                  <a:cubicBezTo>
                    <a:pt x="1997012" y="209360"/>
                    <a:pt x="1982248" y="221075"/>
                    <a:pt x="1964150" y="221075"/>
                  </a:cubicBezTo>
                  <a:lnTo>
                    <a:pt x="1807274" y="221075"/>
                  </a:lnTo>
                  <a:cubicBezTo>
                    <a:pt x="1789176" y="221075"/>
                    <a:pt x="1774412" y="209360"/>
                    <a:pt x="1774412" y="195072"/>
                  </a:cubicBezTo>
                  <a:lnTo>
                    <a:pt x="1774412" y="57245"/>
                  </a:lnTo>
                  <a:close/>
                  <a:moveTo>
                    <a:pt x="1488567" y="57245"/>
                  </a:moveTo>
                  <a:cubicBezTo>
                    <a:pt x="1488567" y="42958"/>
                    <a:pt x="1503331" y="31242"/>
                    <a:pt x="1521428" y="31242"/>
                  </a:cubicBezTo>
                  <a:lnTo>
                    <a:pt x="1678305" y="31242"/>
                  </a:lnTo>
                  <a:cubicBezTo>
                    <a:pt x="1696403" y="31242"/>
                    <a:pt x="1711166" y="42958"/>
                    <a:pt x="1711166" y="57245"/>
                  </a:cubicBezTo>
                  <a:lnTo>
                    <a:pt x="1711166" y="195072"/>
                  </a:lnTo>
                  <a:cubicBezTo>
                    <a:pt x="1711166" y="209360"/>
                    <a:pt x="1696403" y="221075"/>
                    <a:pt x="1678305" y="221075"/>
                  </a:cubicBezTo>
                  <a:lnTo>
                    <a:pt x="1521428" y="221075"/>
                  </a:lnTo>
                  <a:cubicBezTo>
                    <a:pt x="1503331" y="221075"/>
                    <a:pt x="1488567" y="209360"/>
                    <a:pt x="1488567" y="195072"/>
                  </a:cubicBezTo>
                  <a:lnTo>
                    <a:pt x="1488567" y="57245"/>
                  </a:lnTo>
                  <a:close/>
                  <a:moveTo>
                    <a:pt x="1202722" y="57245"/>
                  </a:moveTo>
                  <a:cubicBezTo>
                    <a:pt x="1202722" y="42958"/>
                    <a:pt x="1217486" y="31242"/>
                    <a:pt x="1235583" y="31242"/>
                  </a:cubicBezTo>
                  <a:lnTo>
                    <a:pt x="1392460" y="31242"/>
                  </a:lnTo>
                  <a:cubicBezTo>
                    <a:pt x="1410557" y="31242"/>
                    <a:pt x="1425321" y="42958"/>
                    <a:pt x="1425321" y="57245"/>
                  </a:cubicBezTo>
                  <a:lnTo>
                    <a:pt x="1425321" y="195072"/>
                  </a:lnTo>
                  <a:cubicBezTo>
                    <a:pt x="1425321" y="209360"/>
                    <a:pt x="1410557" y="221075"/>
                    <a:pt x="1392460" y="221075"/>
                  </a:cubicBezTo>
                  <a:lnTo>
                    <a:pt x="1235583" y="221075"/>
                  </a:lnTo>
                  <a:cubicBezTo>
                    <a:pt x="1217486" y="221075"/>
                    <a:pt x="1202722" y="209360"/>
                    <a:pt x="1202722" y="195072"/>
                  </a:cubicBezTo>
                  <a:lnTo>
                    <a:pt x="1202722" y="57245"/>
                  </a:lnTo>
                  <a:close/>
                  <a:moveTo>
                    <a:pt x="916877" y="57245"/>
                  </a:moveTo>
                  <a:cubicBezTo>
                    <a:pt x="916877" y="42958"/>
                    <a:pt x="931640" y="31242"/>
                    <a:pt x="949738" y="31242"/>
                  </a:cubicBezTo>
                  <a:lnTo>
                    <a:pt x="1106615" y="31242"/>
                  </a:lnTo>
                  <a:cubicBezTo>
                    <a:pt x="1124712" y="31242"/>
                    <a:pt x="1139476" y="42958"/>
                    <a:pt x="1139476" y="57245"/>
                  </a:cubicBezTo>
                  <a:lnTo>
                    <a:pt x="1139476" y="195072"/>
                  </a:lnTo>
                  <a:cubicBezTo>
                    <a:pt x="1139476" y="209360"/>
                    <a:pt x="1124712" y="221075"/>
                    <a:pt x="1106615" y="221075"/>
                  </a:cubicBezTo>
                  <a:lnTo>
                    <a:pt x="949738" y="221075"/>
                  </a:lnTo>
                  <a:cubicBezTo>
                    <a:pt x="931640" y="221075"/>
                    <a:pt x="916877" y="209360"/>
                    <a:pt x="916877" y="195072"/>
                  </a:cubicBezTo>
                  <a:lnTo>
                    <a:pt x="916877" y="57245"/>
                  </a:lnTo>
                  <a:close/>
                  <a:moveTo>
                    <a:pt x="631031" y="57245"/>
                  </a:moveTo>
                  <a:cubicBezTo>
                    <a:pt x="631031" y="42958"/>
                    <a:pt x="645795" y="31242"/>
                    <a:pt x="663893" y="31242"/>
                  </a:cubicBezTo>
                  <a:lnTo>
                    <a:pt x="820769" y="31242"/>
                  </a:lnTo>
                  <a:cubicBezTo>
                    <a:pt x="838867" y="31242"/>
                    <a:pt x="853631" y="42958"/>
                    <a:pt x="853631" y="57245"/>
                  </a:cubicBezTo>
                  <a:lnTo>
                    <a:pt x="853631" y="195072"/>
                  </a:lnTo>
                  <a:cubicBezTo>
                    <a:pt x="853631" y="209360"/>
                    <a:pt x="838867" y="221075"/>
                    <a:pt x="820769" y="221075"/>
                  </a:cubicBezTo>
                  <a:lnTo>
                    <a:pt x="663893" y="221075"/>
                  </a:lnTo>
                  <a:cubicBezTo>
                    <a:pt x="645795" y="221075"/>
                    <a:pt x="631031" y="209360"/>
                    <a:pt x="631031" y="195072"/>
                  </a:cubicBezTo>
                  <a:lnTo>
                    <a:pt x="631031" y="57245"/>
                  </a:lnTo>
                  <a:close/>
                  <a:moveTo>
                    <a:pt x="345186" y="57245"/>
                  </a:moveTo>
                  <a:cubicBezTo>
                    <a:pt x="345186" y="42958"/>
                    <a:pt x="359950" y="31242"/>
                    <a:pt x="378047" y="31242"/>
                  </a:cubicBezTo>
                  <a:lnTo>
                    <a:pt x="534924" y="31242"/>
                  </a:lnTo>
                  <a:cubicBezTo>
                    <a:pt x="553022" y="31242"/>
                    <a:pt x="567785" y="42958"/>
                    <a:pt x="567785" y="57245"/>
                  </a:cubicBezTo>
                  <a:lnTo>
                    <a:pt x="567785" y="195072"/>
                  </a:lnTo>
                  <a:cubicBezTo>
                    <a:pt x="567785" y="209360"/>
                    <a:pt x="553022" y="221075"/>
                    <a:pt x="534924" y="221075"/>
                  </a:cubicBezTo>
                  <a:lnTo>
                    <a:pt x="378047" y="221075"/>
                  </a:lnTo>
                  <a:cubicBezTo>
                    <a:pt x="359950" y="221075"/>
                    <a:pt x="345186" y="209360"/>
                    <a:pt x="345186" y="195072"/>
                  </a:cubicBezTo>
                  <a:lnTo>
                    <a:pt x="345186" y="57245"/>
                  </a:lnTo>
                  <a:close/>
                  <a:moveTo>
                    <a:pt x="59341" y="57245"/>
                  </a:moveTo>
                  <a:cubicBezTo>
                    <a:pt x="59341" y="42958"/>
                    <a:pt x="74105" y="31242"/>
                    <a:pt x="92202" y="31242"/>
                  </a:cubicBezTo>
                  <a:lnTo>
                    <a:pt x="249079" y="31242"/>
                  </a:lnTo>
                  <a:cubicBezTo>
                    <a:pt x="267176" y="31242"/>
                    <a:pt x="281940" y="42958"/>
                    <a:pt x="281940" y="57245"/>
                  </a:cubicBezTo>
                  <a:lnTo>
                    <a:pt x="281940" y="195072"/>
                  </a:lnTo>
                  <a:cubicBezTo>
                    <a:pt x="281940" y="209360"/>
                    <a:pt x="267176" y="221075"/>
                    <a:pt x="249079" y="221075"/>
                  </a:cubicBezTo>
                  <a:lnTo>
                    <a:pt x="92583" y="221075"/>
                  </a:lnTo>
                  <a:cubicBezTo>
                    <a:pt x="74486" y="221075"/>
                    <a:pt x="59722" y="209360"/>
                    <a:pt x="59722" y="195072"/>
                  </a:cubicBezTo>
                  <a:lnTo>
                    <a:pt x="59722" y="57245"/>
                  </a:lnTo>
                  <a:close/>
                  <a:moveTo>
                    <a:pt x="5290947" y="413575"/>
                  </a:moveTo>
                  <a:lnTo>
                    <a:pt x="5290947" y="721043"/>
                  </a:lnTo>
                  <a:cubicBezTo>
                    <a:pt x="5290947" y="778288"/>
                    <a:pt x="5231797" y="825151"/>
                    <a:pt x="5159407" y="825151"/>
                  </a:cubicBezTo>
                  <a:lnTo>
                    <a:pt x="4628198" y="825151"/>
                  </a:lnTo>
                  <a:cubicBezTo>
                    <a:pt x="4555808" y="825151"/>
                    <a:pt x="4496657" y="778288"/>
                    <a:pt x="4496657" y="721043"/>
                  </a:cubicBezTo>
                  <a:lnTo>
                    <a:pt x="4496657" y="413575"/>
                  </a:lnTo>
                  <a:cubicBezTo>
                    <a:pt x="4496657" y="356330"/>
                    <a:pt x="4555808" y="309467"/>
                    <a:pt x="4628198" y="309467"/>
                  </a:cubicBezTo>
                  <a:lnTo>
                    <a:pt x="5159407" y="309467"/>
                  </a:lnTo>
                  <a:cubicBezTo>
                    <a:pt x="5231797" y="309467"/>
                    <a:pt x="5290947" y="356330"/>
                    <a:pt x="5290947" y="413575"/>
                  </a:cubicBezTo>
                  <a:close/>
                  <a:moveTo>
                    <a:pt x="4210812" y="413575"/>
                  </a:moveTo>
                  <a:lnTo>
                    <a:pt x="4210812" y="721043"/>
                  </a:lnTo>
                  <a:cubicBezTo>
                    <a:pt x="4210812" y="778288"/>
                    <a:pt x="4151662" y="825151"/>
                    <a:pt x="4079272" y="825151"/>
                  </a:cubicBezTo>
                  <a:lnTo>
                    <a:pt x="3548063" y="825151"/>
                  </a:lnTo>
                  <a:cubicBezTo>
                    <a:pt x="3475673" y="825151"/>
                    <a:pt x="3416522" y="778288"/>
                    <a:pt x="3416522" y="721043"/>
                  </a:cubicBezTo>
                  <a:lnTo>
                    <a:pt x="3416522" y="413575"/>
                  </a:lnTo>
                  <a:cubicBezTo>
                    <a:pt x="3416522" y="356330"/>
                    <a:pt x="3475673" y="309467"/>
                    <a:pt x="3548063" y="309467"/>
                  </a:cubicBezTo>
                  <a:lnTo>
                    <a:pt x="4079272" y="309467"/>
                  </a:lnTo>
                  <a:cubicBezTo>
                    <a:pt x="4151662" y="309467"/>
                    <a:pt x="4210812" y="356330"/>
                    <a:pt x="4210812" y="413575"/>
                  </a:cubicBezTo>
                  <a:close/>
                  <a:moveTo>
                    <a:pt x="3130677" y="413575"/>
                  </a:moveTo>
                  <a:lnTo>
                    <a:pt x="3130677" y="721043"/>
                  </a:lnTo>
                  <a:cubicBezTo>
                    <a:pt x="3130677" y="778288"/>
                    <a:pt x="3071527" y="825151"/>
                    <a:pt x="2999137" y="825151"/>
                  </a:cubicBezTo>
                  <a:lnTo>
                    <a:pt x="2467928" y="825151"/>
                  </a:lnTo>
                  <a:cubicBezTo>
                    <a:pt x="2395538" y="825151"/>
                    <a:pt x="2336387" y="778288"/>
                    <a:pt x="2336387" y="721043"/>
                  </a:cubicBezTo>
                  <a:lnTo>
                    <a:pt x="2336387" y="413575"/>
                  </a:lnTo>
                  <a:cubicBezTo>
                    <a:pt x="2336387" y="356330"/>
                    <a:pt x="2395538" y="309467"/>
                    <a:pt x="2467928" y="309467"/>
                  </a:cubicBezTo>
                  <a:lnTo>
                    <a:pt x="2999137" y="309467"/>
                  </a:lnTo>
                  <a:cubicBezTo>
                    <a:pt x="3071527" y="309467"/>
                    <a:pt x="3130677" y="356330"/>
                    <a:pt x="3130677" y="413575"/>
                  </a:cubicBezTo>
                  <a:close/>
                  <a:moveTo>
                    <a:pt x="2050542" y="413575"/>
                  </a:moveTo>
                  <a:lnTo>
                    <a:pt x="2050542" y="721043"/>
                  </a:lnTo>
                  <a:cubicBezTo>
                    <a:pt x="2050542" y="778288"/>
                    <a:pt x="1991392" y="825151"/>
                    <a:pt x="1919002" y="825151"/>
                  </a:cubicBezTo>
                  <a:lnTo>
                    <a:pt x="1387793" y="825151"/>
                  </a:lnTo>
                  <a:cubicBezTo>
                    <a:pt x="1315403" y="825151"/>
                    <a:pt x="1256252" y="778288"/>
                    <a:pt x="1256252" y="721043"/>
                  </a:cubicBezTo>
                  <a:lnTo>
                    <a:pt x="1256252" y="413575"/>
                  </a:lnTo>
                  <a:cubicBezTo>
                    <a:pt x="1256252" y="356330"/>
                    <a:pt x="1315403" y="309467"/>
                    <a:pt x="1387793" y="309467"/>
                  </a:cubicBezTo>
                  <a:lnTo>
                    <a:pt x="1919002" y="309467"/>
                  </a:lnTo>
                  <a:cubicBezTo>
                    <a:pt x="1991392" y="309467"/>
                    <a:pt x="2050542" y="356330"/>
                    <a:pt x="2050542" y="413575"/>
                  </a:cubicBezTo>
                  <a:close/>
                  <a:moveTo>
                    <a:pt x="970407" y="413575"/>
                  </a:moveTo>
                  <a:lnTo>
                    <a:pt x="970407" y="721043"/>
                  </a:lnTo>
                  <a:cubicBezTo>
                    <a:pt x="970407" y="778288"/>
                    <a:pt x="911257" y="825151"/>
                    <a:pt x="838867" y="825151"/>
                  </a:cubicBezTo>
                  <a:lnTo>
                    <a:pt x="307658" y="825151"/>
                  </a:lnTo>
                  <a:cubicBezTo>
                    <a:pt x="235268" y="825151"/>
                    <a:pt x="176117" y="778288"/>
                    <a:pt x="176117" y="721043"/>
                  </a:cubicBezTo>
                  <a:lnTo>
                    <a:pt x="176117" y="413575"/>
                  </a:lnTo>
                  <a:cubicBezTo>
                    <a:pt x="176117" y="356330"/>
                    <a:pt x="235268" y="309467"/>
                    <a:pt x="307658" y="309467"/>
                  </a:cubicBezTo>
                  <a:lnTo>
                    <a:pt x="838867" y="309467"/>
                  </a:lnTo>
                  <a:cubicBezTo>
                    <a:pt x="911257" y="309467"/>
                    <a:pt x="970407" y="356330"/>
                    <a:pt x="970407" y="413575"/>
                  </a:cubicBezTo>
                  <a:close/>
                  <a:moveTo>
                    <a:pt x="263081" y="1108615"/>
                  </a:moveTo>
                  <a:cubicBezTo>
                    <a:pt x="263081" y="1122902"/>
                    <a:pt x="248317" y="1134618"/>
                    <a:pt x="230219" y="1134618"/>
                  </a:cubicBezTo>
                  <a:lnTo>
                    <a:pt x="73343" y="1134618"/>
                  </a:lnTo>
                  <a:cubicBezTo>
                    <a:pt x="55245" y="1134618"/>
                    <a:pt x="40481" y="1122902"/>
                    <a:pt x="40481" y="1108615"/>
                  </a:cubicBezTo>
                  <a:lnTo>
                    <a:pt x="40481" y="970788"/>
                  </a:lnTo>
                  <a:cubicBezTo>
                    <a:pt x="40481" y="956501"/>
                    <a:pt x="55245" y="944785"/>
                    <a:pt x="73343" y="944785"/>
                  </a:cubicBezTo>
                  <a:lnTo>
                    <a:pt x="230219" y="944785"/>
                  </a:lnTo>
                  <a:cubicBezTo>
                    <a:pt x="248317" y="944785"/>
                    <a:pt x="263081" y="956501"/>
                    <a:pt x="263081" y="970788"/>
                  </a:cubicBezTo>
                  <a:lnTo>
                    <a:pt x="263081" y="1108615"/>
                  </a:lnTo>
                  <a:close/>
                  <a:moveTo>
                    <a:pt x="548926" y="1108615"/>
                  </a:moveTo>
                  <a:cubicBezTo>
                    <a:pt x="548926" y="1122902"/>
                    <a:pt x="534162" y="1134618"/>
                    <a:pt x="516065" y="1134618"/>
                  </a:cubicBezTo>
                  <a:lnTo>
                    <a:pt x="359188" y="1134618"/>
                  </a:lnTo>
                  <a:cubicBezTo>
                    <a:pt x="341090" y="1134618"/>
                    <a:pt x="326326" y="1122902"/>
                    <a:pt x="326326" y="1108615"/>
                  </a:cubicBezTo>
                  <a:lnTo>
                    <a:pt x="326326" y="970788"/>
                  </a:lnTo>
                  <a:cubicBezTo>
                    <a:pt x="326326" y="956501"/>
                    <a:pt x="341090" y="944785"/>
                    <a:pt x="359188" y="944785"/>
                  </a:cubicBezTo>
                  <a:lnTo>
                    <a:pt x="516065" y="944785"/>
                  </a:lnTo>
                  <a:cubicBezTo>
                    <a:pt x="534162" y="944785"/>
                    <a:pt x="548926" y="956501"/>
                    <a:pt x="548926" y="970788"/>
                  </a:cubicBezTo>
                  <a:lnTo>
                    <a:pt x="548926" y="1108615"/>
                  </a:lnTo>
                  <a:close/>
                  <a:moveTo>
                    <a:pt x="834771" y="1108615"/>
                  </a:moveTo>
                  <a:cubicBezTo>
                    <a:pt x="834771" y="1122902"/>
                    <a:pt x="820007" y="1134618"/>
                    <a:pt x="801910" y="1134618"/>
                  </a:cubicBezTo>
                  <a:lnTo>
                    <a:pt x="645033" y="1134618"/>
                  </a:lnTo>
                  <a:cubicBezTo>
                    <a:pt x="626936" y="1134618"/>
                    <a:pt x="612172" y="1122902"/>
                    <a:pt x="612172" y="1108615"/>
                  </a:cubicBezTo>
                  <a:lnTo>
                    <a:pt x="612172" y="970788"/>
                  </a:lnTo>
                  <a:cubicBezTo>
                    <a:pt x="612172" y="956501"/>
                    <a:pt x="626936" y="944785"/>
                    <a:pt x="645033" y="944785"/>
                  </a:cubicBezTo>
                  <a:lnTo>
                    <a:pt x="801910" y="944785"/>
                  </a:lnTo>
                  <a:cubicBezTo>
                    <a:pt x="820007" y="944785"/>
                    <a:pt x="834771" y="956501"/>
                    <a:pt x="834771" y="970788"/>
                  </a:cubicBezTo>
                  <a:lnTo>
                    <a:pt x="834771" y="1108615"/>
                  </a:lnTo>
                  <a:close/>
                  <a:moveTo>
                    <a:pt x="1120616" y="1108615"/>
                  </a:moveTo>
                  <a:cubicBezTo>
                    <a:pt x="1120616" y="1122902"/>
                    <a:pt x="1105853" y="1134618"/>
                    <a:pt x="1087755" y="1134618"/>
                  </a:cubicBezTo>
                  <a:lnTo>
                    <a:pt x="930878" y="1134618"/>
                  </a:lnTo>
                  <a:cubicBezTo>
                    <a:pt x="912781" y="1134618"/>
                    <a:pt x="898017" y="1122902"/>
                    <a:pt x="898017" y="1108615"/>
                  </a:cubicBezTo>
                  <a:lnTo>
                    <a:pt x="898017" y="970788"/>
                  </a:lnTo>
                  <a:cubicBezTo>
                    <a:pt x="898017" y="956501"/>
                    <a:pt x="912781" y="944785"/>
                    <a:pt x="930878" y="944785"/>
                  </a:cubicBezTo>
                  <a:lnTo>
                    <a:pt x="1087755" y="944785"/>
                  </a:lnTo>
                  <a:cubicBezTo>
                    <a:pt x="1105853" y="944785"/>
                    <a:pt x="1120616" y="956501"/>
                    <a:pt x="1120616" y="970788"/>
                  </a:cubicBezTo>
                  <a:lnTo>
                    <a:pt x="1120616" y="1108615"/>
                  </a:lnTo>
                  <a:close/>
                  <a:moveTo>
                    <a:pt x="1406462" y="1108615"/>
                  </a:moveTo>
                  <a:cubicBezTo>
                    <a:pt x="1406462" y="1122902"/>
                    <a:pt x="1391698" y="1134618"/>
                    <a:pt x="1373600" y="1134618"/>
                  </a:cubicBezTo>
                  <a:lnTo>
                    <a:pt x="1216724" y="1134618"/>
                  </a:lnTo>
                  <a:cubicBezTo>
                    <a:pt x="1198626" y="1134618"/>
                    <a:pt x="1183862" y="1122902"/>
                    <a:pt x="1183862" y="1108615"/>
                  </a:cubicBezTo>
                  <a:lnTo>
                    <a:pt x="1183862" y="970788"/>
                  </a:lnTo>
                  <a:cubicBezTo>
                    <a:pt x="1183862" y="956501"/>
                    <a:pt x="1198626" y="944785"/>
                    <a:pt x="1216724" y="944785"/>
                  </a:cubicBezTo>
                  <a:lnTo>
                    <a:pt x="1373600" y="944785"/>
                  </a:lnTo>
                  <a:cubicBezTo>
                    <a:pt x="1391698" y="944785"/>
                    <a:pt x="1406462" y="956501"/>
                    <a:pt x="1406462" y="970788"/>
                  </a:cubicBezTo>
                  <a:lnTo>
                    <a:pt x="1406462" y="1108615"/>
                  </a:lnTo>
                  <a:close/>
                  <a:moveTo>
                    <a:pt x="1692307" y="1108615"/>
                  </a:moveTo>
                  <a:cubicBezTo>
                    <a:pt x="1692307" y="1122902"/>
                    <a:pt x="1677543" y="1134618"/>
                    <a:pt x="1659446" y="1134618"/>
                  </a:cubicBezTo>
                  <a:lnTo>
                    <a:pt x="1502569" y="1134618"/>
                  </a:lnTo>
                  <a:cubicBezTo>
                    <a:pt x="1484471" y="1134618"/>
                    <a:pt x="1469708" y="1122902"/>
                    <a:pt x="1469708" y="1108615"/>
                  </a:cubicBezTo>
                  <a:lnTo>
                    <a:pt x="1469708" y="970788"/>
                  </a:lnTo>
                  <a:cubicBezTo>
                    <a:pt x="1469708" y="956501"/>
                    <a:pt x="1484471" y="944785"/>
                    <a:pt x="1502569" y="944785"/>
                  </a:cubicBezTo>
                  <a:lnTo>
                    <a:pt x="1659446" y="944785"/>
                  </a:lnTo>
                  <a:cubicBezTo>
                    <a:pt x="1677543" y="944785"/>
                    <a:pt x="1692307" y="956501"/>
                    <a:pt x="1692307" y="970788"/>
                  </a:cubicBezTo>
                  <a:lnTo>
                    <a:pt x="1692307" y="1108615"/>
                  </a:lnTo>
                  <a:close/>
                  <a:moveTo>
                    <a:pt x="1978152" y="1108615"/>
                  </a:moveTo>
                  <a:cubicBezTo>
                    <a:pt x="1978152" y="1122902"/>
                    <a:pt x="1963388" y="1134618"/>
                    <a:pt x="1945291" y="1134618"/>
                  </a:cubicBezTo>
                  <a:lnTo>
                    <a:pt x="1788414" y="1134618"/>
                  </a:lnTo>
                  <a:cubicBezTo>
                    <a:pt x="1770317" y="1134618"/>
                    <a:pt x="1755553" y="1122902"/>
                    <a:pt x="1755553" y="1108615"/>
                  </a:cubicBezTo>
                  <a:lnTo>
                    <a:pt x="1755553" y="970788"/>
                  </a:lnTo>
                  <a:cubicBezTo>
                    <a:pt x="1755553" y="956501"/>
                    <a:pt x="1770317" y="944785"/>
                    <a:pt x="1788414" y="944785"/>
                  </a:cubicBezTo>
                  <a:lnTo>
                    <a:pt x="1945291" y="944785"/>
                  </a:lnTo>
                  <a:cubicBezTo>
                    <a:pt x="1963388" y="944785"/>
                    <a:pt x="1978152" y="956501"/>
                    <a:pt x="1978152" y="970788"/>
                  </a:cubicBezTo>
                  <a:lnTo>
                    <a:pt x="1978152" y="1108615"/>
                  </a:lnTo>
                  <a:close/>
                  <a:moveTo>
                    <a:pt x="2263997" y="1108615"/>
                  </a:moveTo>
                  <a:cubicBezTo>
                    <a:pt x="2263997" y="1122902"/>
                    <a:pt x="2249234" y="1134618"/>
                    <a:pt x="2231136" y="1134618"/>
                  </a:cubicBezTo>
                  <a:lnTo>
                    <a:pt x="2074259" y="1134618"/>
                  </a:lnTo>
                  <a:cubicBezTo>
                    <a:pt x="2056162" y="1134618"/>
                    <a:pt x="2041398" y="1122902"/>
                    <a:pt x="2041398" y="1108615"/>
                  </a:cubicBezTo>
                  <a:lnTo>
                    <a:pt x="2041398" y="970788"/>
                  </a:lnTo>
                  <a:cubicBezTo>
                    <a:pt x="2041398" y="956501"/>
                    <a:pt x="2056162" y="944785"/>
                    <a:pt x="2074259" y="944785"/>
                  </a:cubicBezTo>
                  <a:lnTo>
                    <a:pt x="2231136" y="944785"/>
                  </a:lnTo>
                  <a:cubicBezTo>
                    <a:pt x="2249234" y="944785"/>
                    <a:pt x="2263997" y="956501"/>
                    <a:pt x="2263997" y="970788"/>
                  </a:cubicBezTo>
                  <a:lnTo>
                    <a:pt x="2263997" y="1108615"/>
                  </a:lnTo>
                  <a:close/>
                  <a:moveTo>
                    <a:pt x="2549843" y="1108615"/>
                  </a:moveTo>
                  <a:cubicBezTo>
                    <a:pt x="2549843" y="1122902"/>
                    <a:pt x="2535079" y="1134618"/>
                    <a:pt x="2516981" y="1134618"/>
                  </a:cubicBezTo>
                  <a:lnTo>
                    <a:pt x="2360105" y="1134618"/>
                  </a:lnTo>
                  <a:cubicBezTo>
                    <a:pt x="2342007" y="1134618"/>
                    <a:pt x="2327243" y="1122902"/>
                    <a:pt x="2327243" y="1108615"/>
                  </a:cubicBezTo>
                  <a:lnTo>
                    <a:pt x="2327243" y="970788"/>
                  </a:lnTo>
                  <a:cubicBezTo>
                    <a:pt x="2327243" y="956501"/>
                    <a:pt x="2342007" y="944785"/>
                    <a:pt x="2360105" y="944785"/>
                  </a:cubicBezTo>
                  <a:lnTo>
                    <a:pt x="2516981" y="944785"/>
                  </a:lnTo>
                  <a:cubicBezTo>
                    <a:pt x="2535079" y="944785"/>
                    <a:pt x="2549843" y="956501"/>
                    <a:pt x="2549843" y="970788"/>
                  </a:cubicBezTo>
                  <a:lnTo>
                    <a:pt x="2549843" y="1108615"/>
                  </a:lnTo>
                  <a:close/>
                  <a:moveTo>
                    <a:pt x="2835688" y="1108615"/>
                  </a:moveTo>
                  <a:cubicBezTo>
                    <a:pt x="2835688" y="1122902"/>
                    <a:pt x="2820924" y="1134618"/>
                    <a:pt x="2802827" y="1134618"/>
                  </a:cubicBezTo>
                  <a:lnTo>
                    <a:pt x="2645950" y="1134618"/>
                  </a:lnTo>
                  <a:cubicBezTo>
                    <a:pt x="2627853" y="1134618"/>
                    <a:pt x="2613089" y="1122902"/>
                    <a:pt x="2613089" y="1108615"/>
                  </a:cubicBezTo>
                  <a:lnTo>
                    <a:pt x="2613089" y="970788"/>
                  </a:lnTo>
                  <a:cubicBezTo>
                    <a:pt x="2613089" y="956501"/>
                    <a:pt x="2627853" y="944785"/>
                    <a:pt x="2645950" y="944785"/>
                  </a:cubicBezTo>
                  <a:lnTo>
                    <a:pt x="2802827" y="944785"/>
                  </a:lnTo>
                  <a:cubicBezTo>
                    <a:pt x="2820924" y="944785"/>
                    <a:pt x="2835688" y="956501"/>
                    <a:pt x="2835688" y="970788"/>
                  </a:cubicBezTo>
                  <a:lnTo>
                    <a:pt x="2835688" y="1108615"/>
                  </a:lnTo>
                  <a:close/>
                  <a:moveTo>
                    <a:pt x="3121533" y="1108615"/>
                  </a:moveTo>
                  <a:cubicBezTo>
                    <a:pt x="3121533" y="1122902"/>
                    <a:pt x="3106770" y="1134618"/>
                    <a:pt x="3088672" y="1134618"/>
                  </a:cubicBezTo>
                  <a:lnTo>
                    <a:pt x="2931795" y="1134618"/>
                  </a:lnTo>
                  <a:cubicBezTo>
                    <a:pt x="2913698" y="1134618"/>
                    <a:pt x="2898934" y="1122902"/>
                    <a:pt x="2898934" y="1108615"/>
                  </a:cubicBezTo>
                  <a:lnTo>
                    <a:pt x="2898934" y="970788"/>
                  </a:lnTo>
                  <a:cubicBezTo>
                    <a:pt x="2898934" y="956501"/>
                    <a:pt x="2913698" y="944785"/>
                    <a:pt x="2931795" y="944785"/>
                  </a:cubicBezTo>
                  <a:lnTo>
                    <a:pt x="3088672" y="944785"/>
                  </a:lnTo>
                  <a:cubicBezTo>
                    <a:pt x="3106770" y="944785"/>
                    <a:pt x="3121533" y="956501"/>
                    <a:pt x="3121533" y="970788"/>
                  </a:cubicBezTo>
                  <a:lnTo>
                    <a:pt x="3121533" y="1108615"/>
                  </a:lnTo>
                  <a:close/>
                  <a:moveTo>
                    <a:pt x="3407378" y="1108615"/>
                  </a:moveTo>
                  <a:cubicBezTo>
                    <a:pt x="3407378" y="1122902"/>
                    <a:pt x="3392615" y="1134618"/>
                    <a:pt x="3374517" y="1134618"/>
                  </a:cubicBezTo>
                  <a:lnTo>
                    <a:pt x="3217640" y="1134618"/>
                  </a:lnTo>
                  <a:cubicBezTo>
                    <a:pt x="3199543" y="1134618"/>
                    <a:pt x="3184779" y="1122902"/>
                    <a:pt x="3184779" y="1108615"/>
                  </a:cubicBezTo>
                  <a:lnTo>
                    <a:pt x="3184779" y="970788"/>
                  </a:lnTo>
                  <a:cubicBezTo>
                    <a:pt x="3184779" y="956501"/>
                    <a:pt x="3199543" y="944785"/>
                    <a:pt x="3217640" y="944785"/>
                  </a:cubicBezTo>
                  <a:lnTo>
                    <a:pt x="3374517" y="944785"/>
                  </a:lnTo>
                  <a:cubicBezTo>
                    <a:pt x="3392615" y="944785"/>
                    <a:pt x="3407378" y="956501"/>
                    <a:pt x="3407378" y="970788"/>
                  </a:cubicBezTo>
                  <a:lnTo>
                    <a:pt x="3407378" y="1108615"/>
                  </a:lnTo>
                  <a:close/>
                  <a:moveTo>
                    <a:pt x="3693224" y="1108615"/>
                  </a:moveTo>
                  <a:cubicBezTo>
                    <a:pt x="3693224" y="1122902"/>
                    <a:pt x="3678460" y="1134618"/>
                    <a:pt x="3660362" y="1134618"/>
                  </a:cubicBezTo>
                  <a:lnTo>
                    <a:pt x="3503486" y="1134618"/>
                  </a:lnTo>
                  <a:cubicBezTo>
                    <a:pt x="3485388" y="1134618"/>
                    <a:pt x="3470624" y="1122902"/>
                    <a:pt x="3470624" y="1108615"/>
                  </a:cubicBezTo>
                  <a:lnTo>
                    <a:pt x="3470624" y="970788"/>
                  </a:lnTo>
                  <a:cubicBezTo>
                    <a:pt x="3470624" y="956501"/>
                    <a:pt x="3485388" y="944785"/>
                    <a:pt x="3503486" y="944785"/>
                  </a:cubicBezTo>
                  <a:lnTo>
                    <a:pt x="3660362" y="944785"/>
                  </a:lnTo>
                  <a:cubicBezTo>
                    <a:pt x="3678460" y="944785"/>
                    <a:pt x="3693224" y="956501"/>
                    <a:pt x="3693224" y="970788"/>
                  </a:cubicBezTo>
                  <a:lnTo>
                    <a:pt x="3693224" y="1108615"/>
                  </a:lnTo>
                  <a:close/>
                  <a:moveTo>
                    <a:pt x="3979069" y="1108615"/>
                  </a:moveTo>
                  <a:cubicBezTo>
                    <a:pt x="3979069" y="1122902"/>
                    <a:pt x="3964305" y="1134618"/>
                    <a:pt x="3946208" y="1134618"/>
                  </a:cubicBezTo>
                  <a:lnTo>
                    <a:pt x="3789331" y="1134618"/>
                  </a:lnTo>
                  <a:cubicBezTo>
                    <a:pt x="3771233" y="1134618"/>
                    <a:pt x="3756470" y="1122902"/>
                    <a:pt x="3756470" y="1108615"/>
                  </a:cubicBezTo>
                  <a:lnTo>
                    <a:pt x="3756470" y="970788"/>
                  </a:lnTo>
                  <a:cubicBezTo>
                    <a:pt x="3756470" y="956501"/>
                    <a:pt x="3771233" y="944785"/>
                    <a:pt x="3789331" y="944785"/>
                  </a:cubicBezTo>
                  <a:lnTo>
                    <a:pt x="3946208" y="944785"/>
                  </a:lnTo>
                  <a:cubicBezTo>
                    <a:pt x="3964305" y="944785"/>
                    <a:pt x="3979069" y="956501"/>
                    <a:pt x="3979069" y="970788"/>
                  </a:cubicBezTo>
                  <a:lnTo>
                    <a:pt x="3979069" y="1108615"/>
                  </a:lnTo>
                  <a:close/>
                  <a:moveTo>
                    <a:pt x="4264914" y="1108615"/>
                  </a:moveTo>
                  <a:cubicBezTo>
                    <a:pt x="4264914" y="1122902"/>
                    <a:pt x="4250150" y="1134618"/>
                    <a:pt x="4232053" y="1134618"/>
                  </a:cubicBezTo>
                  <a:lnTo>
                    <a:pt x="4075176" y="1134618"/>
                  </a:lnTo>
                  <a:cubicBezTo>
                    <a:pt x="4057079" y="1134618"/>
                    <a:pt x="4042315" y="1122902"/>
                    <a:pt x="4042315" y="1108615"/>
                  </a:cubicBezTo>
                  <a:lnTo>
                    <a:pt x="4042315" y="970788"/>
                  </a:lnTo>
                  <a:cubicBezTo>
                    <a:pt x="4042315" y="956501"/>
                    <a:pt x="4057079" y="944785"/>
                    <a:pt x="4075176" y="944785"/>
                  </a:cubicBezTo>
                  <a:lnTo>
                    <a:pt x="4232053" y="944785"/>
                  </a:lnTo>
                  <a:cubicBezTo>
                    <a:pt x="4250150" y="944785"/>
                    <a:pt x="4264914" y="956501"/>
                    <a:pt x="4264914" y="970788"/>
                  </a:cubicBezTo>
                  <a:lnTo>
                    <a:pt x="4264914" y="1108615"/>
                  </a:lnTo>
                  <a:close/>
                  <a:moveTo>
                    <a:pt x="4550759" y="1108615"/>
                  </a:moveTo>
                  <a:cubicBezTo>
                    <a:pt x="4550759" y="1122902"/>
                    <a:pt x="4535996" y="1134618"/>
                    <a:pt x="4517898" y="1134618"/>
                  </a:cubicBezTo>
                  <a:lnTo>
                    <a:pt x="4361022" y="1134618"/>
                  </a:lnTo>
                  <a:cubicBezTo>
                    <a:pt x="4342924" y="1134618"/>
                    <a:pt x="4328160" y="1122902"/>
                    <a:pt x="4328160" y="1108615"/>
                  </a:cubicBezTo>
                  <a:lnTo>
                    <a:pt x="4328160" y="970788"/>
                  </a:lnTo>
                  <a:cubicBezTo>
                    <a:pt x="4328160" y="956501"/>
                    <a:pt x="4342924" y="944785"/>
                    <a:pt x="4361022" y="944785"/>
                  </a:cubicBezTo>
                  <a:lnTo>
                    <a:pt x="4517898" y="944785"/>
                  </a:lnTo>
                  <a:cubicBezTo>
                    <a:pt x="4535996" y="944785"/>
                    <a:pt x="4550759" y="956501"/>
                    <a:pt x="4550759" y="970788"/>
                  </a:cubicBezTo>
                  <a:lnTo>
                    <a:pt x="4550759" y="1108615"/>
                  </a:lnTo>
                  <a:close/>
                  <a:moveTo>
                    <a:pt x="4836605" y="1108615"/>
                  </a:moveTo>
                  <a:cubicBezTo>
                    <a:pt x="4836605" y="1122902"/>
                    <a:pt x="4821841" y="1134618"/>
                    <a:pt x="4803743" y="1134618"/>
                  </a:cubicBezTo>
                  <a:lnTo>
                    <a:pt x="4646867" y="1134618"/>
                  </a:lnTo>
                  <a:cubicBezTo>
                    <a:pt x="4628769" y="1134618"/>
                    <a:pt x="4614006" y="1122902"/>
                    <a:pt x="4614006" y="1108615"/>
                  </a:cubicBezTo>
                  <a:lnTo>
                    <a:pt x="4614006" y="970788"/>
                  </a:lnTo>
                  <a:cubicBezTo>
                    <a:pt x="4614006" y="956501"/>
                    <a:pt x="4628769" y="944785"/>
                    <a:pt x="4646867" y="944785"/>
                  </a:cubicBezTo>
                  <a:lnTo>
                    <a:pt x="4803743" y="944785"/>
                  </a:lnTo>
                  <a:cubicBezTo>
                    <a:pt x="4821841" y="944785"/>
                    <a:pt x="4836605" y="956501"/>
                    <a:pt x="4836605" y="970788"/>
                  </a:cubicBezTo>
                  <a:lnTo>
                    <a:pt x="4836605" y="1108615"/>
                  </a:lnTo>
                  <a:close/>
                  <a:moveTo>
                    <a:pt x="5122450" y="1108615"/>
                  </a:moveTo>
                  <a:cubicBezTo>
                    <a:pt x="5122450" y="1122902"/>
                    <a:pt x="5107686" y="1134618"/>
                    <a:pt x="5089589" y="1134618"/>
                  </a:cubicBezTo>
                  <a:lnTo>
                    <a:pt x="4932712" y="1134618"/>
                  </a:lnTo>
                  <a:cubicBezTo>
                    <a:pt x="4914614" y="1134618"/>
                    <a:pt x="4899851" y="1122902"/>
                    <a:pt x="4899851" y="1108615"/>
                  </a:cubicBezTo>
                  <a:lnTo>
                    <a:pt x="4899851" y="970788"/>
                  </a:lnTo>
                  <a:cubicBezTo>
                    <a:pt x="4899851" y="956501"/>
                    <a:pt x="4914614" y="944785"/>
                    <a:pt x="4932712" y="944785"/>
                  </a:cubicBezTo>
                  <a:lnTo>
                    <a:pt x="5089589" y="944785"/>
                  </a:lnTo>
                  <a:cubicBezTo>
                    <a:pt x="5107686" y="944785"/>
                    <a:pt x="5122450" y="956501"/>
                    <a:pt x="5122450" y="970788"/>
                  </a:cubicBezTo>
                  <a:lnTo>
                    <a:pt x="5122450" y="1108615"/>
                  </a:lnTo>
                  <a:close/>
                  <a:moveTo>
                    <a:pt x="5408295" y="1108615"/>
                  </a:moveTo>
                  <a:cubicBezTo>
                    <a:pt x="5408295" y="1122902"/>
                    <a:pt x="5393531" y="1134618"/>
                    <a:pt x="5375434" y="1134618"/>
                  </a:cubicBezTo>
                  <a:lnTo>
                    <a:pt x="5218557" y="1134618"/>
                  </a:lnTo>
                  <a:cubicBezTo>
                    <a:pt x="5200460" y="1134618"/>
                    <a:pt x="5185696" y="1122902"/>
                    <a:pt x="5185696" y="1108615"/>
                  </a:cubicBezTo>
                  <a:lnTo>
                    <a:pt x="5185696" y="970788"/>
                  </a:lnTo>
                  <a:cubicBezTo>
                    <a:pt x="5185696" y="956501"/>
                    <a:pt x="5200460" y="944785"/>
                    <a:pt x="5218557" y="944785"/>
                  </a:cubicBezTo>
                  <a:lnTo>
                    <a:pt x="5375434" y="944785"/>
                  </a:lnTo>
                  <a:cubicBezTo>
                    <a:pt x="5393531" y="944785"/>
                    <a:pt x="5408295" y="956501"/>
                    <a:pt x="5408295" y="970788"/>
                  </a:cubicBezTo>
                  <a:lnTo>
                    <a:pt x="5408295" y="1108615"/>
                  </a:lnTo>
                  <a:close/>
                  <a:moveTo>
                    <a:pt x="5731098" y="1108615"/>
                  </a:moveTo>
                  <a:cubicBezTo>
                    <a:pt x="5731098" y="1122902"/>
                    <a:pt x="5716334" y="1134618"/>
                    <a:pt x="5698236" y="1134618"/>
                  </a:cubicBezTo>
                  <a:lnTo>
                    <a:pt x="5541360" y="1134618"/>
                  </a:lnTo>
                  <a:cubicBezTo>
                    <a:pt x="5523262" y="1134618"/>
                    <a:pt x="5508498" y="1122902"/>
                    <a:pt x="5508498" y="1108615"/>
                  </a:cubicBezTo>
                  <a:lnTo>
                    <a:pt x="5508498" y="970788"/>
                  </a:lnTo>
                  <a:cubicBezTo>
                    <a:pt x="5508498" y="956501"/>
                    <a:pt x="5523262" y="944785"/>
                    <a:pt x="5541360" y="944785"/>
                  </a:cubicBezTo>
                  <a:lnTo>
                    <a:pt x="5698236" y="944785"/>
                  </a:lnTo>
                  <a:cubicBezTo>
                    <a:pt x="5716334" y="944785"/>
                    <a:pt x="5731098" y="956501"/>
                    <a:pt x="5731098" y="970788"/>
                  </a:cubicBezTo>
                  <a:lnTo>
                    <a:pt x="5731098" y="1108615"/>
                  </a:lnTo>
                  <a:close/>
                  <a:moveTo>
                    <a:pt x="6016943" y="1108615"/>
                  </a:moveTo>
                  <a:cubicBezTo>
                    <a:pt x="6016943" y="1122902"/>
                    <a:pt x="6002179" y="1134618"/>
                    <a:pt x="5984081" y="1134618"/>
                  </a:cubicBezTo>
                  <a:lnTo>
                    <a:pt x="5827205" y="1134618"/>
                  </a:lnTo>
                  <a:cubicBezTo>
                    <a:pt x="5809107" y="1134618"/>
                    <a:pt x="5794344" y="1122902"/>
                    <a:pt x="5794344" y="1108615"/>
                  </a:cubicBezTo>
                  <a:lnTo>
                    <a:pt x="5794344" y="970788"/>
                  </a:lnTo>
                  <a:cubicBezTo>
                    <a:pt x="5794344" y="956501"/>
                    <a:pt x="5809107" y="944785"/>
                    <a:pt x="5827205" y="944785"/>
                  </a:cubicBezTo>
                  <a:lnTo>
                    <a:pt x="5984081" y="944785"/>
                  </a:lnTo>
                  <a:cubicBezTo>
                    <a:pt x="6002179" y="944785"/>
                    <a:pt x="6016943" y="956501"/>
                    <a:pt x="6016943" y="970788"/>
                  </a:cubicBezTo>
                  <a:lnTo>
                    <a:pt x="6016943" y="1108615"/>
                  </a:lnTo>
                  <a:close/>
                  <a:moveTo>
                    <a:pt x="6302788" y="1108615"/>
                  </a:moveTo>
                  <a:cubicBezTo>
                    <a:pt x="6302788" y="1122902"/>
                    <a:pt x="6288024" y="1134618"/>
                    <a:pt x="6269927" y="1134618"/>
                  </a:cubicBezTo>
                  <a:lnTo>
                    <a:pt x="6113050" y="1134618"/>
                  </a:lnTo>
                  <a:cubicBezTo>
                    <a:pt x="6094953" y="1134618"/>
                    <a:pt x="6080189" y="1122902"/>
                    <a:pt x="6080189" y="1108615"/>
                  </a:cubicBezTo>
                  <a:lnTo>
                    <a:pt x="6080189" y="970788"/>
                  </a:lnTo>
                  <a:cubicBezTo>
                    <a:pt x="6080189" y="956501"/>
                    <a:pt x="6094953" y="944785"/>
                    <a:pt x="6113050" y="944785"/>
                  </a:cubicBezTo>
                  <a:lnTo>
                    <a:pt x="6269927" y="944785"/>
                  </a:lnTo>
                  <a:cubicBezTo>
                    <a:pt x="6288024" y="944785"/>
                    <a:pt x="6302788" y="956501"/>
                    <a:pt x="6302788" y="970788"/>
                  </a:cubicBezTo>
                  <a:lnTo>
                    <a:pt x="6302788" y="1108615"/>
                  </a:lnTo>
                  <a:close/>
                  <a:moveTo>
                    <a:pt x="6588633" y="1108615"/>
                  </a:moveTo>
                  <a:cubicBezTo>
                    <a:pt x="6588633" y="1122902"/>
                    <a:pt x="6573869" y="1134618"/>
                    <a:pt x="6555772" y="1134618"/>
                  </a:cubicBezTo>
                  <a:lnTo>
                    <a:pt x="6398895" y="1134618"/>
                  </a:lnTo>
                  <a:cubicBezTo>
                    <a:pt x="6380798" y="1134618"/>
                    <a:pt x="6366034" y="1122902"/>
                    <a:pt x="6366034" y="1108615"/>
                  </a:cubicBezTo>
                  <a:lnTo>
                    <a:pt x="6366034" y="970788"/>
                  </a:lnTo>
                  <a:cubicBezTo>
                    <a:pt x="6366034" y="956501"/>
                    <a:pt x="6380798" y="944785"/>
                    <a:pt x="6398895" y="944785"/>
                  </a:cubicBezTo>
                  <a:lnTo>
                    <a:pt x="6555772" y="944785"/>
                  </a:lnTo>
                  <a:cubicBezTo>
                    <a:pt x="6573869" y="944785"/>
                    <a:pt x="6588633" y="956501"/>
                    <a:pt x="6588633" y="970788"/>
                  </a:cubicBezTo>
                  <a:lnTo>
                    <a:pt x="6588633" y="1108615"/>
                  </a:lnTo>
                  <a:close/>
                  <a:moveTo>
                    <a:pt x="6874478" y="1108615"/>
                  </a:moveTo>
                  <a:cubicBezTo>
                    <a:pt x="6874478" y="1122902"/>
                    <a:pt x="6859715" y="1134618"/>
                    <a:pt x="6841618" y="1134618"/>
                  </a:cubicBezTo>
                  <a:lnTo>
                    <a:pt x="6684740" y="1134618"/>
                  </a:lnTo>
                  <a:cubicBezTo>
                    <a:pt x="6666643" y="1134618"/>
                    <a:pt x="6651879" y="1122902"/>
                    <a:pt x="6651879" y="1108615"/>
                  </a:cubicBezTo>
                  <a:lnTo>
                    <a:pt x="6651879" y="970788"/>
                  </a:lnTo>
                  <a:cubicBezTo>
                    <a:pt x="6651879" y="956501"/>
                    <a:pt x="6666643" y="944785"/>
                    <a:pt x="6684740" y="944785"/>
                  </a:cubicBezTo>
                  <a:lnTo>
                    <a:pt x="6841618" y="944785"/>
                  </a:lnTo>
                  <a:cubicBezTo>
                    <a:pt x="6859715" y="944785"/>
                    <a:pt x="6874478" y="956501"/>
                    <a:pt x="6874478" y="970788"/>
                  </a:cubicBezTo>
                  <a:lnTo>
                    <a:pt x="6874478" y="1108615"/>
                  </a:lnTo>
                  <a:close/>
                  <a:moveTo>
                    <a:pt x="7160324" y="1108615"/>
                  </a:moveTo>
                  <a:cubicBezTo>
                    <a:pt x="7160324" y="1122902"/>
                    <a:pt x="7145560" y="1134618"/>
                    <a:pt x="7127462" y="1134618"/>
                  </a:cubicBezTo>
                  <a:lnTo>
                    <a:pt x="6970586" y="1134618"/>
                  </a:lnTo>
                  <a:cubicBezTo>
                    <a:pt x="6952488" y="1134618"/>
                    <a:pt x="6937724" y="1122902"/>
                    <a:pt x="6937724" y="1108615"/>
                  </a:cubicBezTo>
                  <a:lnTo>
                    <a:pt x="6937724" y="970788"/>
                  </a:lnTo>
                  <a:cubicBezTo>
                    <a:pt x="6937724" y="956501"/>
                    <a:pt x="6952488" y="944785"/>
                    <a:pt x="6970586" y="944785"/>
                  </a:cubicBezTo>
                  <a:lnTo>
                    <a:pt x="7127462" y="944785"/>
                  </a:lnTo>
                  <a:cubicBezTo>
                    <a:pt x="7145560" y="944785"/>
                    <a:pt x="7160324" y="956501"/>
                    <a:pt x="7160324" y="970788"/>
                  </a:cubicBezTo>
                  <a:lnTo>
                    <a:pt x="7160324" y="1108615"/>
                  </a:lnTo>
                  <a:close/>
                  <a:moveTo>
                    <a:pt x="7446169" y="1108615"/>
                  </a:moveTo>
                  <a:cubicBezTo>
                    <a:pt x="7446169" y="1122902"/>
                    <a:pt x="7431405" y="1134618"/>
                    <a:pt x="7413308" y="1134618"/>
                  </a:cubicBezTo>
                  <a:lnTo>
                    <a:pt x="7256431" y="1134618"/>
                  </a:lnTo>
                  <a:cubicBezTo>
                    <a:pt x="7238333" y="1134618"/>
                    <a:pt x="7223570" y="1122902"/>
                    <a:pt x="7223570" y="1108615"/>
                  </a:cubicBezTo>
                  <a:lnTo>
                    <a:pt x="7223570" y="970788"/>
                  </a:lnTo>
                  <a:cubicBezTo>
                    <a:pt x="7223570" y="956501"/>
                    <a:pt x="7238333" y="944785"/>
                    <a:pt x="7256431" y="944785"/>
                  </a:cubicBezTo>
                  <a:lnTo>
                    <a:pt x="7413308" y="944785"/>
                  </a:lnTo>
                  <a:cubicBezTo>
                    <a:pt x="7431405" y="944785"/>
                    <a:pt x="7446169" y="956501"/>
                    <a:pt x="7446169" y="970788"/>
                  </a:cubicBezTo>
                  <a:lnTo>
                    <a:pt x="7446169" y="1108615"/>
                  </a:lnTo>
                  <a:close/>
                  <a:moveTo>
                    <a:pt x="7732014" y="1108615"/>
                  </a:moveTo>
                  <a:cubicBezTo>
                    <a:pt x="7732014" y="1122902"/>
                    <a:pt x="7717251" y="1134618"/>
                    <a:pt x="7699153" y="1134618"/>
                  </a:cubicBezTo>
                  <a:lnTo>
                    <a:pt x="7542277" y="1134618"/>
                  </a:lnTo>
                  <a:cubicBezTo>
                    <a:pt x="7524179" y="1134618"/>
                    <a:pt x="7509415" y="1122902"/>
                    <a:pt x="7509415" y="1108615"/>
                  </a:cubicBezTo>
                  <a:lnTo>
                    <a:pt x="7509415" y="970788"/>
                  </a:lnTo>
                  <a:cubicBezTo>
                    <a:pt x="7509415" y="956501"/>
                    <a:pt x="7524179" y="944785"/>
                    <a:pt x="7542277" y="944785"/>
                  </a:cubicBezTo>
                  <a:lnTo>
                    <a:pt x="7699153" y="944785"/>
                  </a:lnTo>
                  <a:cubicBezTo>
                    <a:pt x="7717251" y="944785"/>
                    <a:pt x="7732014" y="956501"/>
                    <a:pt x="7732014" y="970788"/>
                  </a:cubicBezTo>
                  <a:lnTo>
                    <a:pt x="7732014" y="1108615"/>
                  </a:lnTo>
                  <a:close/>
                  <a:moveTo>
                    <a:pt x="8017860" y="1108615"/>
                  </a:moveTo>
                  <a:cubicBezTo>
                    <a:pt x="8017860" y="1122902"/>
                    <a:pt x="8003095" y="1134618"/>
                    <a:pt x="7984998" y="1134618"/>
                  </a:cubicBezTo>
                  <a:lnTo>
                    <a:pt x="7828121" y="1134618"/>
                  </a:lnTo>
                  <a:cubicBezTo>
                    <a:pt x="7810024" y="1134618"/>
                    <a:pt x="7795260" y="1122902"/>
                    <a:pt x="7795260" y="1108615"/>
                  </a:cubicBezTo>
                  <a:lnTo>
                    <a:pt x="7795260" y="970788"/>
                  </a:lnTo>
                  <a:cubicBezTo>
                    <a:pt x="7795260" y="956501"/>
                    <a:pt x="7810024" y="944785"/>
                    <a:pt x="7828121" y="944785"/>
                  </a:cubicBezTo>
                  <a:lnTo>
                    <a:pt x="7984998" y="944785"/>
                  </a:lnTo>
                  <a:cubicBezTo>
                    <a:pt x="8003095" y="944785"/>
                    <a:pt x="8017860" y="956501"/>
                    <a:pt x="8017860" y="970788"/>
                  </a:cubicBezTo>
                  <a:lnTo>
                    <a:pt x="8017860" y="1108615"/>
                  </a:lnTo>
                  <a:close/>
                  <a:moveTo>
                    <a:pt x="8303705" y="1108615"/>
                  </a:moveTo>
                  <a:cubicBezTo>
                    <a:pt x="8303705" y="1122902"/>
                    <a:pt x="8288941" y="1134618"/>
                    <a:pt x="8270844" y="1134618"/>
                  </a:cubicBezTo>
                  <a:lnTo>
                    <a:pt x="8113967" y="1134618"/>
                  </a:lnTo>
                  <a:cubicBezTo>
                    <a:pt x="8095869" y="1134618"/>
                    <a:pt x="8081105" y="1122902"/>
                    <a:pt x="8081105" y="1108615"/>
                  </a:cubicBezTo>
                  <a:lnTo>
                    <a:pt x="8081105" y="970788"/>
                  </a:lnTo>
                  <a:cubicBezTo>
                    <a:pt x="8081105" y="956501"/>
                    <a:pt x="8095869" y="944785"/>
                    <a:pt x="8113967" y="944785"/>
                  </a:cubicBezTo>
                  <a:lnTo>
                    <a:pt x="8270844" y="944785"/>
                  </a:lnTo>
                  <a:cubicBezTo>
                    <a:pt x="8288941" y="944785"/>
                    <a:pt x="8303705" y="956501"/>
                    <a:pt x="8303705" y="970788"/>
                  </a:cubicBezTo>
                  <a:lnTo>
                    <a:pt x="8303705" y="1108615"/>
                  </a:lnTo>
                  <a:close/>
                  <a:moveTo>
                    <a:pt x="8589550" y="1108615"/>
                  </a:moveTo>
                  <a:cubicBezTo>
                    <a:pt x="8589550" y="1122902"/>
                    <a:pt x="8574786" y="1134618"/>
                    <a:pt x="8556689" y="1134618"/>
                  </a:cubicBezTo>
                  <a:lnTo>
                    <a:pt x="8399812" y="1134618"/>
                  </a:lnTo>
                  <a:cubicBezTo>
                    <a:pt x="8381714" y="1134618"/>
                    <a:pt x="8366951" y="1122902"/>
                    <a:pt x="8366951" y="1108615"/>
                  </a:cubicBezTo>
                  <a:lnTo>
                    <a:pt x="8366951" y="970788"/>
                  </a:lnTo>
                  <a:cubicBezTo>
                    <a:pt x="8366951" y="956501"/>
                    <a:pt x="8381714" y="944785"/>
                    <a:pt x="8399812" y="944785"/>
                  </a:cubicBezTo>
                  <a:lnTo>
                    <a:pt x="8556689" y="944785"/>
                  </a:lnTo>
                  <a:cubicBezTo>
                    <a:pt x="8574786" y="944785"/>
                    <a:pt x="8589550" y="956501"/>
                    <a:pt x="8589550" y="970788"/>
                  </a:cubicBezTo>
                  <a:lnTo>
                    <a:pt x="8589550" y="1108615"/>
                  </a:lnTo>
                  <a:close/>
                  <a:moveTo>
                    <a:pt x="8875395" y="1108615"/>
                  </a:moveTo>
                  <a:cubicBezTo>
                    <a:pt x="8875395" y="1122902"/>
                    <a:pt x="8860631" y="1134618"/>
                    <a:pt x="8842534" y="1134618"/>
                  </a:cubicBezTo>
                  <a:lnTo>
                    <a:pt x="8685657" y="1134618"/>
                  </a:lnTo>
                  <a:cubicBezTo>
                    <a:pt x="8667559" y="1134618"/>
                    <a:pt x="8652796" y="1122902"/>
                    <a:pt x="8652796" y="1108615"/>
                  </a:cubicBezTo>
                  <a:lnTo>
                    <a:pt x="8652796" y="970788"/>
                  </a:lnTo>
                  <a:cubicBezTo>
                    <a:pt x="8652796" y="956501"/>
                    <a:pt x="8667559" y="944785"/>
                    <a:pt x="8685657" y="944785"/>
                  </a:cubicBezTo>
                  <a:lnTo>
                    <a:pt x="8842534" y="944785"/>
                  </a:lnTo>
                  <a:cubicBezTo>
                    <a:pt x="8860631" y="944785"/>
                    <a:pt x="8875395" y="956501"/>
                    <a:pt x="8875395" y="970788"/>
                  </a:cubicBezTo>
                  <a:lnTo>
                    <a:pt x="8875395" y="1108615"/>
                  </a:lnTo>
                  <a:close/>
                  <a:moveTo>
                    <a:pt x="9161240" y="1108615"/>
                  </a:moveTo>
                  <a:cubicBezTo>
                    <a:pt x="9161240" y="1122902"/>
                    <a:pt x="9146477" y="1134618"/>
                    <a:pt x="9128379" y="1134618"/>
                  </a:cubicBezTo>
                  <a:lnTo>
                    <a:pt x="8971502" y="1134618"/>
                  </a:lnTo>
                  <a:cubicBezTo>
                    <a:pt x="8953405" y="1134618"/>
                    <a:pt x="8938641" y="1122902"/>
                    <a:pt x="8938641" y="1108615"/>
                  </a:cubicBezTo>
                  <a:lnTo>
                    <a:pt x="8938641" y="970788"/>
                  </a:lnTo>
                  <a:cubicBezTo>
                    <a:pt x="8938641" y="956501"/>
                    <a:pt x="8953405" y="944785"/>
                    <a:pt x="8971502" y="944785"/>
                  </a:cubicBezTo>
                  <a:lnTo>
                    <a:pt x="9128379" y="944785"/>
                  </a:lnTo>
                  <a:cubicBezTo>
                    <a:pt x="9146477" y="944785"/>
                    <a:pt x="9161240" y="956501"/>
                    <a:pt x="9161240" y="970788"/>
                  </a:cubicBezTo>
                  <a:lnTo>
                    <a:pt x="9161240" y="1108615"/>
                  </a:lnTo>
                  <a:close/>
                  <a:moveTo>
                    <a:pt x="9447086" y="1108615"/>
                  </a:moveTo>
                  <a:cubicBezTo>
                    <a:pt x="9447086" y="1122902"/>
                    <a:pt x="9432322" y="1134618"/>
                    <a:pt x="9414224" y="1134618"/>
                  </a:cubicBezTo>
                  <a:lnTo>
                    <a:pt x="9257348" y="1134618"/>
                  </a:lnTo>
                  <a:cubicBezTo>
                    <a:pt x="9239250" y="1134618"/>
                    <a:pt x="9224486" y="1122902"/>
                    <a:pt x="9224486" y="1108615"/>
                  </a:cubicBezTo>
                  <a:lnTo>
                    <a:pt x="9224486" y="970788"/>
                  </a:lnTo>
                  <a:cubicBezTo>
                    <a:pt x="9224486" y="956501"/>
                    <a:pt x="9239250" y="944785"/>
                    <a:pt x="9257348" y="944785"/>
                  </a:cubicBezTo>
                  <a:lnTo>
                    <a:pt x="9414224" y="944785"/>
                  </a:lnTo>
                  <a:cubicBezTo>
                    <a:pt x="9432322" y="944785"/>
                    <a:pt x="9447086" y="956501"/>
                    <a:pt x="9447086" y="970788"/>
                  </a:cubicBezTo>
                  <a:lnTo>
                    <a:pt x="9447086" y="1108615"/>
                  </a:lnTo>
                  <a:close/>
                  <a:moveTo>
                    <a:pt x="9732931" y="1108615"/>
                  </a:moveTo>
                  <a:cubicBezTo>
                    <a:pt x="9732931" y="1122902"/>
                    <a:pt x="9718167" y="1134618"/>
                    <a:pt x="9700070" y="1134618"/>
                  </a:cubicBezTo>
                  <a:lnTo>
                    <a:pt x="9543192" y="1134618"/>
                  </a:lnTo>
                  <a:cubicBezTo>
                    <a:pt x="9525095" y="1134618"/>
                    <a:pt x="9510332" y="1122902"/>
                    <a:pt x="9510332" y="1108615"/>
                  </a:cubicBezTo>
                  <a:lnTo>
                    <a:pt x="9510332" y="970788"/>
                  </a:lnTo>
                  <a:cubicBezTo>
                    <a:pt x="9510332" y="956501"/>
                    <a:pt x="9525095" y="944785"/>
                    <a:pt x="9543192" y="944785"/>
                  </a:cubicBezTo>
                  <a:lnTo>
                    <a:pt x="9700070" y="944785"/>
                  </a:lnTo>
                  <a:cubicBezTo>
                    <a:pt x="9718167" y="944785"/>
                    <a:pt x="9732931" y="956501"/>
                    <a:pt x="9732931" y="970788"/>
                  </a:cubicBezTo>
                  <a:lnTo>
                    <a:pt x="9732931" y="1108615"/>
                  </a:lnTo>
                  <a:close/>
                  <a:moveTo>
                    <a:pt x="10018776" y="1108615"/>
                  </a:moveTo>
                  <a:cubicBezTo>
                    <a:pt x="10018776" y="1122902"/>
                    <a:pt x="10004013" y="1134618"/>
                    <a:pt x="9985915" y="1134618"/>
                  </a:cubicBezTo>
                  <a:lnTo>
                    <a:pt x="9829038" y="1134618"/>
                  </a:lnTo>
                  <a:cubicBezTo>
                    <a:pt x="9810941" y="1134618"/>
                    <a:pt x="9796176" y="1122902"/>
                    <a:pt x="9796176" y="1108615"/>
                  </a:cubicBezTo>
                  <a:lnTo>
                    <a:pt x="9796176" y="970788"/>
                  </a:lnTo>
                  <a:cubicBezTo>
                    <a:pt x="9796176" y="956501"/>
                    <a:pt x="9810941" y="944785"/>
                    <a:pt x="9829038" y="944785"/>
                  </a:cubicBezTo>
                  <a:lnTo>
                    <a:pt x="9985915" y="944785"/>
                  </a:lnTo>
                  <a:cubicBezTo>
                    <a:pt x="10004013" y="944785"/>
                    <a:pt x="10018776" y="956501"/>
                    <a:pt x="10018776" y="970788"/>
                  </a:cubicBezTo>
                  <a:lnTo>
                    <a:pt x="10018776" y="1108615"/>
                  </a:lnTo>
                  <a:close/>
                  <a:moveTo>
                    <a:pt x="10304621" y="1108615"/>
                  </a:moveTo>
                  <a:cubicBezTo>
                    <a:pt x="10304621" y="1122902"/>
                    <a:pt x="10289858" y="1134618"/>
                    <a:pt x="10271760" y="1134618"/>
                  </a:cubicBezTo>
                  <a:lnTo>
                    <a:pt x="10114884" y="1134618"/>
                  </a:lnTo>
                  <a:cubicBezTo>
                    <a:pt x="10096786" y="1134618"/>
                    <a:pt x="10082022" y="1122902"/>
                    <a:pt x="10082022" y="1108615"/>
                  </a:cubicBezTo>
                  <a:lnTo>
                    <a:pt x="10082022" y="970788"/>
                  </a:lnTo>
                  <a:cubicBezTo>
                    <a:pt x="10082022" y="956501"/>
                    <a:pt x="10096786" y="944785"/>
                    <a:pt x="10114884" y="944785"/>
                  </a:cubicBezTo>
                  <a:lnTo>
                    <a:pt x="10271760" y="944785"/>
                  </a:lnTo>
                  <a:cubicBezTo>
                    <a:pt x="10289858" y="944785"/>
                    <a:pt x="10304621" y="956501"/>
                    <a:pt x="10304621" y="970788"/>
                  </a:cubicBezTo>
                  <a:lnTo>
                    <a:pt x="10304621" y="1108615"/>
                  </a:lnTo>
                  <a:close/>
                  <a:moveTo>
                    <a:pt x="10590466" y="1108615"/>
                  </a:moveTo>
                  <a:cubicBezTo>
                    <a:pt x="10590466" y="1122902"/>
                    <a:pt x="10575703" y="1134618"/>
                    <a:pt x="10557606" y="1134618"/>
                  </a:cubicBezTo>
                  <a:lnTo>
                    <a:pt x="10400728" y="1134618"/>
                  </a:lnTo>
                  <a:cubicBezTo>
                    <a:pt x="10382631" y="1134618"/>
                    <a:pt x="10367867" y="1122902"/>
                    <a:pt x="10367867" y="1108615"/>
                  </a:cubicBezTo>
                  <a:lnTo>
                    <a:pt x="10367867" y="970788"/>
                  </a:lnTo>
                  <a:cubicBezTo>
                    <a:pt x="10367867" y="956501"/>
                    <a:pt x="10382631" y="944785"/>
                    <a:pt x="10400728" y="944785"/>
                  </a:cubicBezTo>
                  <a:lnTo>
                    <a:pt x="10557606" y="944785"/>
                  </a:lnTo>
                  <a:cubicBezTo>
                    <a:pt x="10575703" y="944785"/>
                    <a:pt x="10590466" y="956501"/>
                    <a:pt x="10590466" y="970788"/>
                  </a:cubicBezTo>
                  <a:lnTo>
                    <a:pt x="10590466" y="1108615"/>
                  </a:lnTo>
                  <a:close/>
                  <a:moveTo>
                    <a:pt x="10876312" y="1108615"/>
                  </a:moveTo>
                  <a:cubicBezTo>
                    <a:pt x="10876312" y="1122902"/>
                    <a:pt x="10861547" y="1134618"/>
                    <a:pt x="10843451" y="1134618"/>
                  </a:cubicBezTo>
                  <a:lnTo>
                    <a:pt x="10686573" y="1134618"/>
                  </a:lnTo>
                  <a:cubicBezTo>
                    <a:pt x="10668477" y="1134618"/>
                    <a:pt x="10653712" y="1122902"/>
                    <a:pt x="10653712" y="1108615"/>
                  </a:cubicBezTo>
                  <a:lnTo>
                    <a:pt x="10653712" y="970788"/>
                  </a:lnTo>
                  <a:cubicBezTo>
                    <a:pt x="10653712" y="956501"/>
                    <a:pt x="10668477" y="944785"/>
                    <a:pt x="10686573" y="944785"/>
                  </a:cubicBezTo>
                  <a:lnTo>
                    <a:pt x="10843451" y="944785"/>
                  </a:lnTo>
                  <a:cubicBezTo>
                    <a:pt x="10861547" y="944785"/>
                    <a:pt x="10876312" y="956501"/>
                    <a:pt x="10876312" y="970788"/>
                  </a:cubicBezTo>
                  <a:lnTo>
                    <a:pt x="10876312" y="1108615"/>
                  </a:lnTo>
                  <a:close/>
                  <a:moveTo>
                    <a:pt x="5644706" y="721043"/>
                  </a:moveTo>
                  <a:lnTo>
                    <a:pt x="5644706" y="413575"/>
                  </a:lnTo>
                  <a:cubicBezTo>
                    <a:pt x="5644706" y="356330"/>
                    <a:pt x="5703856" y="309467"/>
                    <a:pt x="5776246" y="309467"/>
                  </a:cubicBezTo>
                  <a:lnTo>
                    <a:pt x="6307455" y="309467"/>
                  </a:lnTo>
                  <a:cubicBezTo>
                    <a:pt x="6379845" y="309467"/>
                    <a:pt x="6438996" y="356330"/>
                    <a:pt x="6438996" y="413575"/>
                  </a:cubicBezTo>
                  <a:lnTo>
                    <a:pt x="6438996" y="721043"/>
                  </a:lnTo>
                  <a:cubicBezTo>
                    <a:pt x="6438996" y="778288"/>
                    <a:pt x="6379845" y="825151"/>
                    <a:pt x="6307455" y="825151"/>
                  </a:cubicBezTo>
                  <a:lnTo>
                    <a:pt x="5776246" y="825151"/>
                  </a:lnTo>
                  <a:cubicBezTo>
                    <a:pt x="5703856" y="825151"/>
                    <a:pt x="5644706" y="778288"/>
                    <a:pt x="5644706" y="721043"/>
                  </a:cubicBezTo>
                  <a:close/>
                  <a:moveTo>
                    <a:pt x="6724841" y="721043"/>
                  </a:moveTo>
                  <a:lnTo>
                    <a:pt x="6724841" y="413575"/>
                  </a:lnTo>
                  <a:cubicBezTo>
                    <a:pt x="6724841" y="356330"/>
                    <a:pt x="6783991" y="309467"/>
                    <a:pt x="6856381" y="309467"/>
                  </a:cubicBezTo>
                  <a:lnTo>
                    <a:pt x="7387590" y="309467"/>
                  </a:lnTo>
                  <a:cubicBezTo>
                    <a:pt x="7459980" y="309467"/>
                    <a:pt x="7519130" y="356330"/>
                    <a:pt x="7519130" y="413575"/>
                  </a:cubicBezTo>
                  <a:lnTo>
                    <a:pt x="7519130" y="721043"/>
                  </a:lnTo>
                  <a:cubicBezTo>
                    <a:pt x="7519130" y="778288"/>
                    <a:pt x="7459980" y="825151"/>
                    <a:pt x="7387590" y="825151"/>
                  </a:cubicBezTo>
                  <a:lnTo>
                    <a:pt x="6856381" y="825151"/>
                  </a:lnTo>
                  <a:cubicBezTo>
                    <a:pt x="6783991" y="825151"/>
                    <a:pt x="6724841" y="778288"/>
                    <a:pt x="6724841" y="721043"/>
                  </a:cubicBezTo>
                  <a:close/>
                  <a:moveTo>
                    <a:pt x="7804976" y="721043"/>
                  </a:moveTo>
                  <a:lnTo>
                    <a:pt x="7804976" y="413575"/>
                  </a:lnTo>
                  <a:cubicBezTo>
                    <a:pt x="7804976" y="356330"/>
                    <a:pt x="7864126" y="309467"/>
                    <a:pt x="7936516" y="309467"/>
                  </a:cubicBezTo>
                  <a:lnTo>
                    <a:pt x="8467725" y="309467"/>
                  </a:lnTo>
                  <a:cubicBezTo>
                    <a:pt x="8540115" y="309467"/>
                    <a:pt x="8599265" y="356330"/>
                    <a:pt x="8599265" y="413575"/>
                  </a:cubicBezTo>
                  <a:lnTo>
                    <a:pt x="8599265" y="721043"/>
                  </a:lnTo>
                  <a:cubicBezTo>
                    <a:pt x="8599265" y="778288"/>
                    <a:pt x="8540115" y="825151"/>
                    <a:pt x="8467725" y="825151"/>
                  </a:cubicBezTo>
                  <a:lnTo>
                    <a:pt x="7936516" y="825151"/>
                  </a:lnTo>
                  <a:cubicBezTo>
                    <a:pt x="7864126" y="825151"/>
                    <a:pt x="7804976" y="778288"/>
                    <a:pt x="7804976" y="721043"/>
                  </a:cubicBezTo>
                  <a:close/>
                  <a:moveTo>
                    <a:pt x="8885111" y="721043"/>
                  </a:moveTo>
                  <a:lnTo>
                    <a:pt x="8885111" y="413575"/>
                  </a:lnTo>
                  <a:cubicBezTo>
                    <a:pt x="8885111" y="356330"/>
                    <a:pt x="8944261" y="309467"/>
                    <a:pt x="9016651" y="309467"/>
                  </a:cubicBezTo>
                  <a:lnTo>
                    <a:pt x="9547860" y="309467"/>
                  </a:lnTo>
                  <a:cubicBezTo>
                    <a:pt x="9620250" y="309467"/>
                    <a:pt x="9679400" y="356330"/>
                    <a:pt x="9679400" y="413575"/>
                  </a:cubicBezTo>
                  <a:lnTo>
                    <a:pt x="9679400" y="721043"/>
                  </a:lnTo>
                  <a:cubicBezTo>
                    <a:pt x="9679400" y="778288"/>
                    <a:pt x="9620250" y="825151"/>
                    <a:pt x="9547860" y="825151"/>
                  </a:cubicBezTo>
                  <a:lnTo>
                    <a:pt x="9016651" y="825151"/>
                  </a:lnTo>
                  <a:cubicBezTo>
                    <a:pt x="8944261" y="825151"/>
                    <a:pt x="8885111" y="778288"/>
                    <a:pt x="8885111" y="721043"/>
                  </a:cubicBezTo>
                  <a:close/>
                  <a:moveTo>
                    <a:pt x="9965245" y="721043"/>
                  </a:moveTo>
                  <a:lnTo>
                    <a:pt x="9965245" y="413575"/>
                  </a:lnTo>
                  <a:cubicBezTo>
                    <a:pt x="9965245" y="356330"/>
                    <a:pt x="10024396" y="309467"/>
                    <a:pt x="10096786" y="309467"/>
                  </a:cubicBezTo>
                  <a:lnTo>
                    <a:pt x="10627995" y="309467"/>
                  </a:lnTo>
                  <a:cubicBezTo>
                    <a:pt x="10700385" y="309467"/>
                    <a:pt x="10759535" y="356330"/>
                    <a:pt x="10759535" y="413575"/>
                  </a:cubicBezTo>
                  <a:lnTo>
                    <a:pt x="10759535" y="721043"/>
                  </a:lnTo>
                  <a:cubicBezTo>
                    <a:pt x="10759535" y="778288"/>
                    <a:pt x="10700385" y="825151"/>
                    <a:pt x="10627995" y="825151"/>
                  </a:cubicBezTo>
                  <a:lnTo>
                    <a:pt x="10096786" y="825151"/>
                  </a:lnTo>
                  <a:cubicBezTo>
                    <a:pt x="10024396" y="825151"/>
                    <a:pt x="9965245" y="778288"/>
                    <a:pt x="9965245" y="721043"/>
                  </a:cubicBezTo>
                  <a:close/>
                </a:path>
              </a:pathLst>
            </a:custGeom>
            <a:solidFill>
              <a:srgbClr val="FFFFFF">
                <a:alpha val="352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50000"/>
          </a:blip>
          <a:srcRect t="9" b="19"/>
          <a:stretch/>
        </p:blipFill>
        <p:spPr>
          <a:xfrm>
            <a:off x="0" y="0"/>
            <a:ext cx="9144002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303000" y="287775"/>
            <a:ext cx="8538000" cy="456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2372556" y="1608363"/>
            <a:ext cx="4762800" cy="15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372556" y="3137038"/>
            <a:ext cx="4762800" cy="3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 amt="30000"/>
          </a:blip>
          <a:srcRect t="9" b="19"/>
          <a:stretch/>
        </p:blipFill>
        <p:spPr>
          <a:xfrm>
            <a:off x="0" y="0"/>
            <a:ext cx="9144002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538358" flipH="1">
            <a:off x="854450" y="-339513"/>
            <a:ext cx="9465898" cy="1012039"/>
          </a:xfrm>
          <a:custGeom>
            <a:avLst/>
            <a:gdLst/>
            <a:ahLst/>
            <a:cxnLst/>
            <a:rect l="l" t="t" r="r" b="b"/>
            <a:pathLst>
              <a:path w="10935747" h="1165860" extrusionOk="0">
                <a:moveTo>
                  <a:pt x="5467826" y="0"/>
                </a:moveTo>
                <a:lnTo>
                  <a:pt x="0" y="0"/>
                </a:lnTo>
                <a:lnTo>
                  <a:pt x="0" y="1165860"/>
                </a:lnTo>
                <a:lnTo>
                  <a:pt x="10935748" y="1165860"/>
                </a:lnTo>
                <a:lnTo>
                  <a:pt x="10935748" y="0"/>
                </a:lnTo>
                <a:lnTo>
                  <a:pt x="5467922" y="0"/>
                </a:lnTo>
                <a:close/>
                <a:moveTo>
                  <a:pt x="10672572" y="57245"/>
                </a:moveTo>
                <a:cubicBezTo>
                  <a:pt x="10672572" y="42958"/>
                  <a:pt x="10687336" y="31242"/>
                  <a:pt x="10705434" y="31242"/>
                </a:cubicBezTo>
                <a:lnTo>
                  <a:pt x="10862310" y="31242"/>
                </a:lnTo>
                <a:cubicBezTo>
                  <a:pt x="10880408" y="31242"/>
                  <a:pt x="10895171" y="42958"/>
                  <a:pt x="10895171" y="57245"/>
                </a:cubicBezTo>
                <a:lnTo>
                  <a:pt x="10895171" y="195072"/>
                </a:lnTo>
                <a:cubicBezTo>
                  <a:pt x="10895171" y="209360"/>
                  <a:pt x="10880408" y="221075"/>
                  <a:pt x="10862310" y="221075"/>
                </a:cubicBezTo>
                <a:lnTo>
                  <a:pt x="10705434" y="221075"/>
                </a:lnTo>
                <a:cubicBezTo>
                  <a:pt x="10687336" y="221075"/>
                  <a:pt x="10672572" y="209360"/>
                  <a:pt x="10672572" y="195072"/>
                </a:cubicBezTo>
                <a:lnTo>
                  <a:pt x="10672572" y="57245"/>
                </a:lnTo>
                <a:close/>
                <a:moveTo>
                  <a:pt x="10386726" y="57245"/>
                </a:moveTo>
                <a:cubicBezTo>
                  <a:pt x="10386726" y="42958"/>
                  <a:pt x="10401491" y="31242"/>
                  <a:pt x="10419588" y="31242"/>
                </a:cubicBezTo>
                <a:lnTo>
                  <a:pt x="10576465" y="31242"/>
                </a:lnTo>
                <a:cubicBezTo>
                  <a:pt x="10594563" y="31242"/>
                  <a:pt x="10609326" y="42958"/>
                  <a:pt x="10609326" y="57245"/>
                </a:cubicBezTo>
                <a:lnTo>
                  <a:pt x="10609326" y="195072"/>
                </a:lnTo>
                <a:cubicBezTo>
                  <a:pt x="10609326" y="209360"/>
                  <a:pt x="10594563" y="221075"/>
                  <a:pt x="10576465" y="221075"/>
                </a:cubicBezTo>
                <a:lnTo>
                  <a:pt x="10419588" y="221075"/>
                </a:lnTo>
                <a:cubicBezTo>
                  <a:pt x="10401491" y="221075"/>
                  <a:pt x="10386726" y="209360"/>
                  <a:pt x="10386726" y="195072"/>
                </a:cubicBezTo>
                <a:lnTo>
                  <a:pt x="10386726" y="57245"/>
                </a:lnTo>
                <a:close/>
                <a:moveTo>
                  <a:pt x="10100881" y="57245"/>
                </a:moveTo>
                <a:cubicBezTo>
                  <a:pt x="10100881" y="42958"/>
                  <a:pt x="10115645" y="31242"/>
                  <a:pt x="10133743" y="31242"/>
                </a:cubicBezTo>
                <a:lnTo>
                  <a:pt x="10290620" y="31242"/>
                </a:lnTo>
                <a:cubicBezTo>
                  <a:pt x="10308717" y="31242"/>
                  <a:pt x="10323480" y="42958"/>
                  <a:pt x="10323480" y="57245"/>
                </a:cubicBezTo>
                <a:lnTo>
                  <a:pt x="10323480" y="195072"/>
                </a:lnTo>
                <a:cubicBezTo>
                  <a:pt x="10323480" y="209360"/>
                  <a:pt x="10308717" y="221075"/>
                  <a:pt x="10290620" y="221075"/>
                </a:cubicBezTo>
                <a:lnTo>
                  <a:pt x="10133743" y="221075"/>
                </a:lnTo>
                <a:cubicBezTo>
                  <a:pt x="10115645" y="221075"/>
                  <a:pt x="10100881" y="209360"/>
                  <a:pt x="10100881" y="195072"/>
                </a:cubicBezTo>
                <a:lnTo>
                  <a:pt x="10100881" y="57245"/>
                </a:lnTo>
                <a:close/>
                <a:moveTo>
                  <a:pt x="9815036" y="57245"/>
                </a:moveTo>
                <a:cubicBezTo>
                  <a:pt x="9815036" y="42958"/>
                  <a:pt x="9829800" y="31242"/>
                  <a:pt x="9847898" y="31242"/>
                </a:cubicBezTo>
                <a:lnTo>
                  <a:pt x="10004774" y="31242"/>
                </a:lnTo>
                <a:cubicBezTo>
                  <a:pt x="10022872" y="31242"/>
                  <a:pt x="10037635" y="42958"/>
                  <a:pt x="10037635" y="57245"/>
                </a:cubicBezTo>
                <a:lnTo>
                  <a:pt x="10037635" y="195072"/>
                </a:lnTo>
                <a:cubicBezTo>
                  <a:pt x="10037635" y="209360"/>
                  <a:pt x="10022872" y="221075"/>
                  <a:pt x="10004774" y="221075"/>
                </a:cubicBezTo>
                <a:lnTo>
                  <a:pt x="9847898" y="221075"/>
                </a:lnTo>
                <a:cubicBezTo>
                  <a:pt x="9829800" y="221075"/>
                  <a:pt x="9815036" y="209360"/>
                  <a:pt x="9815036" y="195072"/>
                </a:cubicBezTo>
                <a:lnTo>
                  <a:pt x="9815036" y="57245"/>
                </a:lnTo>
                <a:close/>
                <a:moveTo>
                  <a:pt x="9529191" y="57245"/>
                </a:moveTo>
                <a:cubicBezTo>
                  <a:pt x="9529191" y="42958"/>
                  <a:pt x="9543955" y="31242"/>
                  <a:pt x="9562052" y="31242"/>
                </a:cubicBezTo>
                <a:lnTo>
                  <a:pt x="9718929" y="31242"/>
                </a:lnTo>
                <a:cubicBezTo>
                  <a:pt x="9737027" y="31242"/>
                  <a:pt x="9751790" y="42958"/>
                  <a:pt x="9751790" y="57245"/>
                </a:cubicBezTo>
                <a:lnTo>
                  <a:pt x="9751790" y="195072"/>
                </a:lnTo>
                <a:cubicBezTo>
                  <a:pt x="9751790" y="209360"/>
                  <a:pt x="9737027" y="221075"/>
                  <a:pt x="9718929" y="221075"/>
                </a:cubicBezTo>
                <a:lnTo>
                  <a:pt x="9562052" y="221075"/>
                </a:lnTo>
                <a:cubicBezTo>
                  <a:pt x="9543955" y="221075"/>
                  <a:pt x="9529191" y="209360"/>
                  <a:pt x="9529191" y="195072"/>
                </a:cubicBezTo>
                <a:lnTo>
                  <a:pt x="9529191" y="57245"/>
                </a:lnTo>
                <a:close/>
                <a:moveTo>
                  <a:pt x="9243346" y="57245"/>
                </a:moveTo>
                <a:cubicBezTo>
                  <a:pt x="9243346" y="42958"/>
                  <a:pt x="9258109" y="31242"/>
                  <a:pt x="9276207" y="31242"/>
                </a:cubicBezTo>
                <a:lnTo>
                  <a:pt x="9433084" y="31242"/>
                </a:lnTo>
                <a:cubicBezTo>
                  <a:pt x="9451181" y="31242"/>
                  <a:pt x="9465945" y="42958"/>
                  <a:pt x="9465945" y="57245"/>
                </a:cubicBezTo>
                <a:lnTo>
                  <a:pt x="9465945" y="195072"/>
                </a:lnTo>
                <a:cubicBezTo>
                  <a:pt x="9465945" y="209360"/>
                  <a:pt x="9451181" y="221075"/>
                  <a:pt x="9433084" y="221075"/>
                </a:cubicBezTo>
                <a:lnTo>
                  <a:pt x="9276207" y="221075"/>
                </a:lnTo>
                <a:cubicBezTo>
                  <a:pt x="9258109" y="221075"/>
                  <a:pt x="9243346" y="209360"/>
                  <a:pt x="9243346" y="195072"/>
                </a:cubicBezTo>
                <a:lnTo>
                  <a:pt x="9243346" y="57245"/>
                </a:lnTo>
                <a:close/>
                <a:moveTo>
                  <a:pt x="8957500" y="57245"/>
                </a:moveTo>
                <a:cubicBezTo>
                  <a:pt x="8957500" y="42958"/>
                  <a:pt x="8972264" y="31242"/>
                  <a:pt x="8990362" y="31242"/>
                </a:cubicBezTo>
                <a:lnTo>
                  <a:pt x="9147239" y="31242"/>
                </a:lnTo>
                <a:cubicBezTo>
                  <a:pt x="9165336" y="31242"/>
                  <a:pt x="9180100" y="42958"/>
                  <a:pt x="9180100" y="57245"/>
                </a:cubicBezTo>
                <a:lnTo>
                  <a:pt x="9180100" y="195072"/>
                </a:lnTo>
                <a:cubicBezTo>
                  <a:pt x="9180100" y="209360"/>
                  <a:pt x="9165336" y="221075"/>
                  <a:pt x="9147239" y="221075"/>
                </a:cubicBezTo>
                <a:lnTo>
                  <a:pt x="8990362" y="221075"/>
                </a:lnTo>
                <a:cubicBezTo>
                  <a:pt x="8972264" y="221075"/>
                  <a:pt x="8957500" y="209360"/>
                  <a:pt x="8957500" y="195072"/>
                </a:cubicBezTo>
                <a:lnTo>
                  <a:pt x="8957500" y="57245"/>
                </a:lnTo>
                <a:close/>
                <a:moveTo>
                  <a:pt x="8671655" y="57245"/>
                </a:moveTo>
                <a:cubicBezTo>
                  <a:pt x="8671655" y="42958"/>
                  <a:pt x="8686419" y="31242"/>
                  <a:pt x="8704516" y="31242"/>
                </a:cubicBezTo>
                <a:lnTo>
                  <a:pt x="8861393" y="31242"/>
                </a:lnTo>
                <a:cubicBezTo>
                  <a:pt x="8879491" y="31242"/>
                  <a:pt x="8894255" y="42958"/>
                  <a:pt x="8894255" y="57245"/>
                </a:cubicBezTo>
                <a:lnTo>
                  <a:pt x="8894255" y="195072"/>
                </a:lnTo>
                <a:cubicBezTo>
                  <a:pt x="8894255" y="209360"/>
                  <a:pt x="8879491" y="221075"/>
                  <a:pt x="8861393" y="221075"/>
                </a:cubicBezTo>
                <a:lnTo>
                  <a:pt x="8704516" y="221075"/>
                </a:lnTo>
                <a:cubicBezTo>
                  <a:pt x="8686419" y="221075"/>
                  <a:pt x="8671655" y="209360"/>
                  <a:pt x="8671655" y="195072"/>
                </a:cubicBezTo>
                <a:lnTo>
                  <a:pt x="8671655" y="57245"/>
                </a:lnTo>
                <a:close/>
                <a:moveTo>
                  <a:pt x="8385810" y="57245"/>
                </a:moveTo>
                <a:cubicBezTo>
                  <a:pt x="8385810" y="42958"/>
                  <a:pt x="8400574" y="31242"/>
                  <a:pt x="8418671" y="31242"/>
                </a:cubicBezTo>
                <a:lnTo>
                  <a:pt x="8575548" y="31242"/>
                </a:lnTo>
                <a:cubicBezTo>
                  <a:pt x="8593645" y="31242"/>
                  <a:pt x="8608409" y="42958"/>
                  <a:pt x="8608409" y="57245"/>
                </a:cubicBezTo>
                <a:lnTo>
                  <a:pt x="8608409" y="195072"/>
                </a:lnTo>
                <a:cubicBezTo>
                  <a:pt x="8608409" y="209360"/>
                  <a:pt x="8593645" y="221075"/>
                  <a:pt x="8575548" y="221075"/>
                </a:cubicBezTo>
                <a:lnTo>
                  <a:pt x="8418671" y="221075"/>
                </a:lnTo>
                <a:cubicBezTo>
                  <a:pt x="8400574" y="221075"/>
                  <a:pt x="8385810" y="209360"/>
                  <a:pt x="8385810" y="195072"/>
                </a:cubicBezTo>
                <a:lnTo>
                  <a:pt x="8385810" y="57245"/>
                </a:lnTo>
                <a:close/>
                <a:moveTo>
                  <a:pt x="8099965" y="57245"/>
                </a:moveTo>
                <a:cubicBezTo>
                  <a:pt x="8099965" y="42958"/>
                  <a:pt x="8114729" y="31242"/>
                  <a:pt x="8132827" y="31242"/>
                </a:cubicBezTo>
                <a:lnTo>
                  <a:pt x="8289703" y="31242"/>
                </a:lnTo>
                <a:cubicBezTo>
                  <a:pt x="8307801" y="31242"/>
                  <a:pt x="8322564" y="42958"/>
                  <a:pt x="8322564" y="57245"/>
                </a:cubicBezTo>
                <a:lnTo>
                  <a:pt x="8322564" y="195072"/>
                </a:lnTo>
                <a:cubicBezTo>
                  <a:pt x="8322564" y="209360"/>
                  <a:pt x="8307801" y="221075"/>
                  <a:pt x="8289703" y="221075"/>
                </a:cubicBezTo>
                <a:lnTo>
                  <a:pt x="8132827" y="221075"/>
                </a:lnTo>
                <a:cubicBezTo>
                  <a:pt x="8114729" y="221075"/>
                  <a:pt x="8099965" y="209360"/>
                  <a:pt x="8099965" y="195072"/>
                </a:cubicBezTo>
                <a:lnTo>
                  <a:pt x="8099965" y="57245"/>
                </a:lnTo>
                <a:close/>
                <a:moveTo>
                  <a:pt x="7814120" y="57245"/>
                </a:moveTo>
                <a:cubicBezTo>
                  <a:pt x="7814120" y="42958"/>
                  <a:pt x="7828883" y="31242"/>
                  <a:pt x="7846981" y="31242"/>
                </a:cubicBezTo>
                <a:lnTo>
                  <a:pt x="8003858" y="31242"/>
                </a:lnTo>
                <a:cubicBezTo>
                  <a:pt x="8021955" y="31242"/>
                  <a:pt x="8036719" y="42958"/>
                  <a:pt x="8036719" y="57245"/>
                </a:cubicBezTo>
                <a:lnTo>
                  <a:pt x="8036719" y="195072"/>
                </a:lnTo>
                <a:cubicBezTo>
                  <a:pt x="8036719" y="209360"/>
                  <a:pt x="8021955" y="221075"/>
                  <a:pt x="8003858" y="221075"/>
                </a:cubicBezTo>
                <a:lnTo>
                  <a:pt x="7846981" y="221075"/>
                </a:lnTo>
                <a:cubicBezTo>
                  <a:pt x="7828883" y="221075"/>
                  <a:pt x="7814120" y="209360"/>
                  <a:pt x="7814120" y="195072"/>
                </a:cubicBezTo>
                <a:lnTo>
                  <a:pt x="7814120" y="57245"/>
                </a:lnTo>
                <a:close/>
                <a:moveTo>
                  <a:pt x="7528274" y="57245"/>
                </a:moveTo>
                <a:cubicBezTo>
                  <a:pt x="7528274" y="42958"/>
                  <a:pt x="7543038" y="31242"/>
                  <a:pt x="7561136" y="31242"/>
                </a:cubicBezTo>
                <a:lnTo>
                  <a:pt x="7718012" y="31242"/>
                </a:lnTo>
                <a:cubicBezTo>
                  <a:pt x="7736110" y="31242"/>
                  <a:pt x="7750874" y="42958"/>
                  <a:pt x="7750874" y="57245"/>
                </a:cubicBezTo>
                <a:lnTo>
                  <a:pt x="7750874" y="195072"/>
                </a:lnTo>
                <a:cubicBezTo>
                  <a:pt x="7750874" y="209360"/>
                  <a:pt x="7736110" y="221075"/>
                  <a:pt x="7718012" y="221075"/>
                </a:cubicBezTo>
                <a:lnTo>
                  <a:pt x="7561136" y="221075"/>
                </a:lnTo>
                <a:cubicBezTo>
                  <a:pt x="7543038" y="221075"/>
                  <a:pt x="7528274" y="209360"/>
                  <a:pt x="7528274" y="195072"/>
                </a:cubicBezTo>
                <a:lnTo>
                  <a:pt x="7528274" y="57245"/>
                </a:lnTo>
                <a:close/>
                <a:moveTo>
                  <a:pt x="7242429" y="57245"/>
                </a:moveTo>
                <a:cubicBezTo>
                  <a:pt x="7242429" y="42958"/>
                  <a:pt x="7257193" y="31242"/>
                  <a:pt x="7275290" y="31242"/>
                </a:cubicBezTo>
                <a:lnTo>
                  <a:pt x="7432168" y="31242"/>
                </a:lnTo>
                <a:cubicBezTo>
                  <a:pt x="7450265" y="31242"/>
                  <a:pt x="7465028" y="42958"/>
                  <a:pt x="7465028" y="57245"/>
                </a:cubicBezTo>
                <a:lnTo>
                  <a:pt x="7465028" y="195072"/>
                </a:lnTo>
                <a:cubicBezTo>
                  <a:pt x="7465028" y="209360"/>
                  <a:pt x="7450265" y="221075"/>
                  <a:pt x="7432168" y="221075"/>
                </a:cubicBezTo>
                <a:lnTo>
                  <a:pt x="7275290" y="221075"/>
                </a:lnTo>
                <a:cubicBezTo>
                  <a:pt x="7257193" y="221075"/>
                  <a:pt x="7242429" y="209360"/>
                  <a:pt x="7242429" y="195072"/>
                </a:cubicBezTo>
                <a:lnTo>
                  <a:pt x="7242429" y="57245"/>
                </a:lnTo>
                <a:close/>
                <a:moveTo>
                  <a:pt x="6956584" y="57245"/>
                </a:moveTo>
                <a:cubicBezTo>
                  <a:pt x="6956584" y="42958"/>
                  <a:pt x="6971348" y="31242"/>
                  <a:pt x="6989445" y="31242"/>
                </a:cubicBezTo>
                <a:lnTo>
                  <a:pt x="7146322" y="31242"/>
                </a:lnTo>
                <a:cubicBezTo>
                  <a:pt x="7164419" y="31242"/>
                  <a:pt x="7179183" y="42958"/>
                  <a:pt x="7179183" y="57245"/>
                </a:cubicBezTo>
                <a:lnTo>
                  <a:pt x="7179183" y="195072"/>
                </a:lnTo>
                <a:cubicBezTo>
                  <a:pt x="7179183" y="209360"/>
                  <a:pt x="7164419" y="221075"/>
                  <a:pt x="7146322" y="221075"/>
                </a:cubicBezTo>
                <a:lnTo>
                  <a:pt x="6989445" y="221075"/>
                </a:lnTo>
                <a:cubicBezTo>
                  <a:pt x="6971348" y="221075"/>
                  <a:pt x="6956584" y="209360"/>
                  <a:pt x="6956584" y="195072"/>
                </a:cubicBezTo>
                <a:lnTo>
                  <a:pt x="6956584" y="57245"/>
                </a:lnTo>
                <a:close/>
                <a:moveTo>
                  <a:pt x="6670739" y="57245"/>
                </a:moveTo>
                <a:cubicBezTo>
                  <a:pt x="6670739" y="42958"/>
                  <a:pt x="6685503" y="31242"/>
                  <a:pt x="6703600" y="31242"/>
                </a:cubicBezTo>
                <a:lnTo>
                  <a:pt x="6860477" y="31242"/>
                </a:lnTo>
                <a:cubicBezTo>
                  <a:pt x="6878574" y="31242"/>
                  <a:pt x="6893338" y="42958"/>
                  <a:pt x="6893338" y="57245"/>
                </a:cubicBezTo>
                <a:lnTo>
                  <a:pt x="6893338" y="195072"/>
                </a:lnTo>
                <a:cubicBezTo>
                  <a:pt x="6893338" y="209360"/>
                  <a:pt x="6878574" y="221075"/>
                  <a:pt x="6860477" y="221075"/>
                </a:cubicBezTo>
                <a:lnTo>
                  <a:pt x="6703600" y="221075"/>
                </a:lnTo>
                <a:cubicBezTo>
                  <a:pt x="6685503" y="221075"/>
                  <a:pt x="6670739" y="209360"/>
                  <a:pt x="6670739" y="195072"/>
                </a:cubicBezTo>
                <a:lnTo>
                  <a:pt x="6670739" y="57245"/>
                </a:lnTo>
                <a:close/>
                <a:moveTo>
                  <a:pt x="6384894" y="57245"/>
                </a:moveTo>
                <a:cubicBezTo>
                  <a:pt x="6384894" y="42958"/>
                  <a:pt x="6399657" y="31242"/>
                  <a:pt x="6417755" y="31242"/>
                </a:cubicBezTo>
                <a:lnTo>
                  <a:pt x="6574631" y="31242"/>
                </a:lnTo>
                <a:cubicBezTo>
                  <a:pt x="6592729" y="31242"/>
                  <a:pt x="6607493" y="42958"/>
                  <a:pt x="6607493" y="57245"/>
                </a:cubicBezTo>
                <a:lnTo>
                  <a:pt x="6607493" y="195072"/>
                </a:lnTo>
                <a:cubicBezTo>
                  <a:pt x="6607493" y="209360"/>
                  <a:pt x="6592729" y="221075"/>
                  <a:pt x="6574631" y="221075"/>
                </a:cubicBezTo>
                <a:lnTo>
                  <a:pt x="6417755" y="221075"/>
                </a:lnTo>
                <a:cubicBezTo>
                  <a:pt x="6399657" y="221075"/>
                  <a:pt x="6384894" y="209360"/>
                  <a:pt x="6384894" y="195072"/>
                </a:cubicBezTo>
                <a:lnTo>
                  <a:pt x="6384894" y="57245"/>
                </a:lnTo>
                <a:close/>
                <a:moveTo>
                  <a:pt x="6099048" y="57245"/>
                </a:moveTo>
                <a:cubicBezTo>
                  <a:pt x="6099048" y="42958"/>
                  <a:pt x="6113812" y="31242"/>
                  <a:pt x="6131910" y="31242"/>
                </a:cubicBezTo>
                <a:lnTo>
                  <a:pt x="6288786" y="31242"/>
                </a:lnTo>
                <a:cubicBezTo>
                  <a:pt x="6306884" y="31242"/>
                  <a:pt x="6321648" y="42958"/>
                  <a:pt x="6321648" y="57245"/>
                </a:cubicBezTo>
                <a:lnTo>
                  <a:pt x="6321648" y="195072"/>
                </a:lnTo>
                <a:cubicBezTo>
                  <a:pt x="6321648" y="209360"/>
                  <a:pt x="6306884" y="221075"/>
                  <a:pt x="6288786" y="221075"/>
                </a:cubicBezTo>
                <a:lnTo>
                  <a:pt x="6131910" y="221075"/>
                </a:lnTo>
                <a:cubicBezTo>
                  <a:pt x="6113812" y="221075"/>
                  <a:pt x="6099048" y="209360"/>
                  <a:pt x="6099048" y="195072"/>
                </a:cubicBezTo>
                <a:lnTo>
                  <a:pt x="6099048" y="57245"/>
                </a:lnTo>
                <a:close/>
                <a:moveTo>
                  <a:pt x="5813203" y="57245"/>
                </a:moveTo>
                <a:cubicBezTo>
                  <a:pt x="5813203" y="42958"/>
                  <a:pt x="5827967" y="31242"/>
                  <a:pt x="5846064" y="31242"/>
                </a:cubicBezTo>
                <a:lnTo>
                  <a:pt x="6002941" y="31242"/>
                </a:lnTo>
                <a:cubicBezTo>
                  <a:pt x="6021039" y="31242"/>
                  <a:pt x="6035802" y="42958"/>
                  <a:pt x="6035802" y="57245"/>
                </a:cubicBezTo>
                <a:lnTo>
                  <a:pt x="6035802" y="195072"/>
                </a:lnTo>
                <a:cubicBezTo>
                  <a:pt x="6035802" y="209360"/>
                  <a:pt x="6021039" y="221075"/>
                  <a:pt x="6002941" y="221075"/>
                </a:cubicBezTo>
                <a:lnTo>
                  <a:pt x="5846064" y="221075"/>
                </a:lnTo>
                <a:cubicBezTo>
                  <a:pt x="5827967" y="221075"/>
                  <a:pt x="5813203" y="209360"/>
                  <a:pt x="5813203" y="195072"/>
                </a:cubicBezTo>
                <a:lnTo>
                  <a:pt x="5813203" y="57245"/>
                </a:lnTo>
                <a:close/>
                <a:moveTo>
                  <a:pt x="5527358" y="57245"/>
                </a:moveTo>
                <a:cubicBezTo>
                  <a:pt x="5527358" y="42958"/>
                  <a:pt x="5542121" y="31242"/>
                  <a:pt x="5560219" y="31242"/>
                </a:cubicBezTo>
                <a:lnTo>
                  <a:pt x="5717095" y="31242"/>
                </a:lnTo>
                <a:cubicBezTo>
                  <a:pt x="5735193" y="31242"/>
                  <a:pt x="5749957" y="42958"/>
                  <a:pt x="5749957" y="57245"/>
                </a:cubicBezTo>
                <a:lnTo>
                  <a:pt x="5749957" y="195072"/>
                </a:lnTo>
                <a:cubicBezTo>
                  <a:pt x="5749957" y="209360"/>
                  <a:pt x="5735193" y="221075"/>
                  <a:pt x="5717095" y="221075"/>
                </a:cubicBezTo>
                <a:lnTo>
                  <a:pt x="5560219" y="221075"/>
                </a:lnTo>
                <a:cubicBezTo>
                  <a:pt x="5542121" y="221075"/>
                  <a:pt x="5527358" y="209360"/>
                  <a:pt x="5527358" y="195072"/>
                </a:cubicBezTo>
                <a:lnTo>
                  <a:pt x="5527358" y="57245"/>
                </a:lnTo>
                <a:close/>
                <a:moveTo>
                  <a:pt x="5204555" y="57245"/>
                </a:moveTo>
                <a:cubicBezTo>
                  <a:pt x="5204555" y="42958"/>
                  <a:pt x="5219319" y="31242"/>
                  <a:pt x="5237417" y="31242"/>
                </a:cubicBezTo>
                <a:lnTo>
                  <a:pt x="5394294" y="31242"/>
                </a:lnTo>
                <a:cubicBezTo>
                  <a:pt x="5412391" y="31242"/>
                  <a:pt x="5427155" y="42958"/>
                  <a:pt x="5427155" y="57245"/>
                </a:cubicBezTo>
                <a:lnTo>
                  <a:pt x="5427155" y="195072"/>
                </a:lnTo>
                <a:cubicBezTo>
                  <a:pt x="5427155" y="209360"/>
                  <a:pt x="5412391" y="221075"/>
                  <a:pt x="5394294" y="221075"/>
                </a:cubicBezTo>
                <a:lnTo>
                  <a:pt x="5237417" y="221075"/>
                </a:lnTo>
                <a:cubicBezTo>
                  <a:pt x="5219319" y="221075"/>
                  <a:pt x="5204555" y="209360"/>
                  <a:pt x="5204555" y="195072"/>
                </a:cubicBezTo>
                <a:lnTo>
                  <a:pt x="5204555" y="57245"/>
                </a:lnTo>
                <a:close/>
                <a:moveTo>
                  <a:pt x="4918710" y="57245"/>
                </a:moveTo>
                <a:cubicBezTo>
                  <a:pt x="4918710" y="42958"/>
                  <a:pt x="4933474" y="31242"/>
                  <a:pt x="4951571" y="31242"/>
                </a:cubicBezTo>
                <a:lnTo>
                  <a:pt x="5108448" y="31242"/>
                </a:lnTo>
                <a:cubicBezTo>
                  <a:pt x="5126545" y="31242"/>
                  <a:pt x="5141310" y="42958"/>
                  <a:pt x="5141310" y="57245"/>
                </a:cubicBezTo>
                <a:lnTo>
                  <a:pt x="5141310" y="195072"/>
                </a:lnTo>
                <a:cubicBezTo>
                  <a:pt x="5141310" y="209360"/>
                  <a:pt x="5126545" y="221075"/>
                  <a:pt x="5108448" y="221075"/>
                </a:cubicBezTo>
                <a:lnTo>
                  <a:pt x="4951571" y="221075"/>
                </a:lnTo>
                <a:cubicBezTo>
                  <a:pt x="4933474" y="221075"/>
                  <a:pt x="4918710" y="209360"/>
                  <a:pt x="4918710" y="195072"/>
                </a:cubicBezTo>
                <a:lnTo>
                  <a:pt x="4918710" y="57245"/>
                </a:lnTo>
                <a:close/>
                <a:moveTo>
                  <a:pt x="4632865" y="57245"/>
                </a:moveTo>
                <a:cubicBezTo>
                  <a:pt x="4632865" y="42958"/>
                  <a:pt x="4647629" y="31242"/>
                  <a:pt x="4665726" y="31242"/>
                </a:cubicBezTo>
                <a:lnTo>
                  <a:pt x="4822603" y="31242"/>
                </a:lnTo>
                <a:cubicBezTo>
                  <a:pt x="4840700" y="31242"/>
                  <a:pt x="4855464" y="42958"/>
                  <a:pt x="4855464" y="57245"/>
                </a:cubicBezTo>
                <a:lnTo>
                  <a:pt x="4855464" y="195072"/>
                </a:lnTo>
                <a:cubicBezTo>
                  <a:pt x="4855464" y="209360"/>
                  <a:pt x="4840700" y="221075"/>
                  <a:pt x="4822603" y="221075"/>
                </a:cubicBezTo>
                <a:lnTo>
                  <a:pt x="4665726" y="221075"/>
                </a:lnTo>
                <a:cubicBezTo>
                  <a:pt x="4647629" y="221075"/>
                  <a:pt x="4632865" y="209360"/>
                  <a:pt x="4632865" y="195072"/>
                </a:cubicBezTo>
                <a:lnTo>
                  <a:pt x="4632865" y="57245"/>
                </a:lnTo>
                <a:close/>
                <a:moveTo>
                  <a:pt x="4347020" y="57245"/>
                </a:moveTo>
                <a:cubicBezTo>
                  <a:pt x="4347020" y="42958"/>
                  <a:pt x="4361783" y="31242"/>
                  <a:pt x="4379881" y="31242"/>
                </a:cubicBezTo>
                <a:lnTo>
                  <a:pt x="4536758" y="31242"/>
                </a:lnTo>
                <a:cubicBezTo>
                  <a:pt x="4554855" y="31242"/>
                  <a:pt x="4569619" y="42958"/>
                  <a:pt x="4569619" y="57245"/>
                </a:cubicBezTo>
                <a:lnTo>
                  <a:pt x="4569619" y="195072"/>
                </a:lnTo>
                <a:cubicBezTo>
                  <a:pt x="4569619" y="209360"/>
                  <a:pt x="4554855" y="221075"/>
                  <a:pt x="4536758" y="221075"/>
                </a:cubicBezTo>
                <a:lnTo>
                  <a:pt x="4379881" y="221075"/>
                </a:lnTo>
                <a:cubicBezTo>
                  <a:pt x="4361783" y="221075"/>
                  <a:pt x="4347020" y="209360"/>
                  <a:pt x="4347020" y="195072"/>
                </a:cubicBezTo>
                <a:lnTo>
                  <a:pt x="4347020" y="57245"/>
                </a:lnTo>
                <a:close/>
                <a:moveTo>
                  <a:pt x="4061174" y="57245"/>
                </a:moveTo>
                <a:cubicBezTo>
                  <a:pt x="4061174" y="42958"/>
                  <a:pt x="4075938" y="31242"/>
                  <a:pt x="4094036" y="31242"/>
                </a:cubicBezTo>
                <a:lnTo>
                  <a:pt x="4250913" y="31242"/>
                </a:lnTo>
                <a:cubicBezTo>
                  <a:pt x="4269010" y="31242"/>
                  <a:pt x="4283774" y="42958"/>
                  <a:pt x="4283774" y="57245"/>
                </a:cubicBezTo>
                <a:lnTo>
                  <a:pt x="4283774" y="195072"/>
                </a:lnTo>
                <a:cubicBezTo>
                  <a:pt x="4283774" y="209360"/>
                  <a:pt x="4269010" y="221075"/>
                  <a:pt x="4250913" y="221075"/>
                </a:cubicBezTo>
                <a:lnTo>
                  <a:pt x="4094036" y="221075"/>
                </a:lnTo>
                <a:cubicBezTo>
                  <a:pt x="4075938" y="221075"/>
                  <a:pt x="4061174" y="209360"/>
                  <a:pt x="4061174" y="195072"/>
                </a:cubicBezTo>
                <a:lnTo>
                  <a:pt x="4061174" y="57245"/>
                </a:lnTo>
                <a:close/>
                <a:moveTo>
                  <a:pt x="3775329" y="57245"/>
                </a:moveTo>
                <a:cubicBezTo>
                  <a:pt x="3775329" y="42958"/>
                  <a:pt x="3790093" y="31242"/>
                  <a:pt x="3808190" y="31242"/>
                </a:cubicBezTo>
                <a:lnTo>
                  <a:pt x="3965067" y="31242"/>
                </a:lnTo>
                <a:cubicBezTo>
                  <a:pt x="3983165" y="31242"/>
                  <a:pt x="3997928" y="42958"/>
                  <a:pt x="3997928" y="57245"/>
                </a:cubicBezTo>
                <a:lnTo>
                  <a:pt x="3997928" y="195072"/>
                </a:lnTo>
                <a:cubicBezTo>
                  <a:pt x="3997928" y="209360"/>
                  <a:pt x="3983165" y="221075"/>
                  <a:pt x="3965067" y="221075"/>
                </a:cubicBezTo>
                <a:lnTo>
                  <a:pt x="3808190" y="221075"/>
                </a:lnTo>
                <a:cubicBezTo>
                  <a:pt x="3790093" y="221075"/>
                  <a:pt x="3775329" y="209360"/>
                  <a:pt x="3775329" y="195072"/>
                </a:cubicBezTo>
                <a:lnTo>
                  <a:pt x="3775329" y="57245"/>
                </a:lnTo>
                <a:close/>
                <a:moveTo>
                  <a:pt x="3489484" y="57245"/>
                </a:moveTo>
                <a:cubicBezTo>
                  <a:pt x="3489484" y="42958"/>
                  <a:pt x="3504248" y="31242"/>
                  <a:pt x="3522345" y="31242"/>
                </a:cubicBezTo>
                <a:lnTo>
                  <a:pt x="3679222" y="31242"/>
                </a:lnTo>
                <a:cubicBezTo>
                  <a:pt x="3697320" y="31242"/>
                  <a:pt x="3712083" y="42958"/>
                  <a:pt x="3712083" y="57245"/>
                </a:cubicBezTo>
                <a:lnTo>
                  <a:pt x="3712083" y="195072"/>
                </a:lnTo>
                <a:cubicBezTo>
                  <a:pt x="3712083" y="209360"/>
                  <a:pt x="3697320" y="221075"/>
                  <a:pt x="3679222" y="221075"/>
                </a:cubicBezTo>
                <a:lnTo>
                  <a:pt x="3522345" y="221075"/>
                </a:lnTo>
                <a:cubicBezTo>
                  <a:pt x="3504248" y="221075"/>
                  <a:pt x="3489484" y="209360"/>
                  <a:pt x="3489484" y="195072"/>
                </a:cubicBezTo>
                <a:lnTo>
                  <a:pt x="3489484" y="57245"/>
                </a:lnTo>
                <a:close/>
                <a:moveTo>
                  <a:pt x="3203639" y="57245"/>
                </a:moveTo>
                <a:cubicBezTo>
                  <a:pt x="3203639" y="42958"/>
                  <a:pt x="3218403" y="31242"/>
                  <a:pt x="3236500" y="31242"/>
                </a:cubicBezTo>
                <a:lnTo>
                  <a:pt x="3393377" y="31242"/>
                </a:lnTo>
                <a:cubicBezTo>
                  <a:pt x="3411474" y="31242"/>
                  <a:pt x="3426238" y="42958"/>
                  <a:pt x="3426238" y="57245"/>
                </a:cubicBezTo>
                <a:lnTo>
                  <a:pt x="3426238" y="195072"/>
                </a:lnTo>
                <a:cubicBezTo>
                  <a:pt x="3426238" y="209360"/>
                  <a:pt x="3411474" y="221075"/>
                  <a:pt x="3393377" y="221075"/>
                </a:cubicBezTo>
                <a:lnTo>
                  <a:pt x="3236500" y="221075"/>
                </a:lnTo>
                <a:cubicBezTo>
                  <a:pt x="3218403" y="221075"/>
                  <a:pt x="3203639" y="209360"/>
                  <a:pt x="3203639" y="195072"/>
                </a:cubicBezTo>
                <a:lnTo>
                  <a:pt x="3203639" y="57245"/>
                </a:lnTo>
                <a:close/>
                <a:moveTo>
                  <a:pt x="2917793" y="57245"/>
                </a:moveTo>
                <a:cubicBezTo>
                  <a:pt x="2917793" y="42958"/>
                  <a:pt x="2932557" y="31242"/>
                  <a:pt x="2950655" y="31242"/>
                </a:cubicBezTo>
                <a:lnTo>
                  <a:pt x="3107531" y="31242"/>
                </a:lnTo>
                <a:cubicBezTo>
                  <a:pt x="3125629" y="31242"/>
                  <a:pt x="3140393" y="42958"/>
                  <a:pt x="3140393" y="57245"/>
                </a:cubicBezTo>
                <a:lnTo>
                  <a:pt x="3140393" y="195072"/>
                </a:lnTo>
                <a:cubicBezTo>
                  <a:pt x="3140393" y="209360"/>
                  <a:pt x="3125629" y="221075"/>
                  <a:pt x="3107531" y="221075"/>
                </a:cubicBezTo>
                <a:lnTo>
                  <a:pt x="2950655" y="221075"/>
                </a:lnTo>
                <a:cubicBezTo>
                  <a:pt x="2932557" y="221075"/>
                  <a:pt x="2917793" y="209360"/>
                  <a:pt x="2917793" y="195072"/>
                </a:cubicBezTo>
                <a:lnTo>
                  <a:pt x="2917793" y="57245"/>
                </a:lnTo>
                <a:close/>
                <a:moveTo>
                  <a:pt x="2631948" y="57245"/>
                </a:moveTo>
                <a:cubicBezTo>
                  <a:pt x="2631948" y="42958"/>
                  <a:pt x="2646712" y="31242"/>
                  <a:pt x="2664809" y="31242"/>
                </a:cubicBezTo>
                <a:lnTo>
                  <a:pt x="2821686" y="31242"/>
                </a:lnTo>
                <a:cubicBezTo>
                  <a:pt x="2839784" y="31242"/>
                  <a:pt x="2854547" y="42958"/>
                  <a:pt x="2854547" y="57245"/>
                </a:cubicBezTo>
                <a:lnTo>
                  <a:pt x="2854547" y="195072"/>
                </a:lnTo>
                <a:cubicBezTo>
                  <a:pt x="2854547" y="209360"/>
                  <a:pt x="2839784" y="221075"/>
                  <a:pt x="2821686" y="221075"/>
                </a:cubicBezTo>
                <a:lnTo>
                  <a:pt x="2664809" y="221075"/>
                </a:lnTo>
                <a:cubicBezTo>
                  <a:pt x="2646712" y="221075"/>
                  <a:pt x="2631948" y="209360"/>
                  <a:pt x="2631948" y="195072"/>
                </a:cubicBezTo>
                <a:lnTo>
                  <a:pt x="2631948" y="57245"/>
                </a:lnTo>
                <a:close/>
                <a:moveTo>
                  <a:pt x="2346103" y="57245"/>
                </a:moveTo>
                <a:cubicBezTo>
                  <a:pt x="2346103" y="42958"/>
                  <a:pt x="2360867" y="31242"/>
                  <a:pt x="2378964" y="31242"/>
                </a:cubicBezTo>
                <a:lnTo>
                  <a:pt x="2535841" y="31242"/>
                </a:lnTo>
                <a:cubicBezTo>
                  <a:pt x="2553938" y="31242"/>
                  <a:pt x="2568702" y="42958"/>
                  <a:pt x="2568702" y="57245"/>
                </a:cubicBezTo>
                <a:lnTo>
                  <a:pt x="2568702" y="195072"/>
                </a:lnTo>
                <a:cubicBezTo>
                  <a:pt x="2568702" y="209360"/>
                  <a:pt x="2553938" y="221075"/>
                  <a:pt x="2535841" y="221075"/>
                </a:cubicBezTo>
                <a:lnTo>
                  <a:pt x="2378964" y="221075"/>
                </a:lnTo>
                <a:cubicBezTo>
                  <a:pt x="2360867" y="221075"/>
                  <a:pt x="2346103" y="209360"/>
                  <a:pt x="2346103" y="195072"/>
                </a:cubicBezTo>
                <a:lnTo>
                  <a:pt x="2346103" y="57245"/>
                </a:lnTo>
                <a:close/>
                <a:moveTo>
                  <a:pt x="2060258" y="57245"/>
                </a:moveTo>
                <a:cubicBezTo>
                  <a:pt x="2060258" y="42958"/>
                  <a:pt x="2075021" y="31242"/>
                  <a:pt x="2093119" y="31242"/>
                </a:cubicBezTo>
                <a:lnTo>
                  <a:pt x="2249996" y="31242"/>
                </a:lnTo>
                <a:cubicBezTo>
                  <a:pt x="2268093" y="31242"/>
                  <a:pt x="2282857" y="42958"/>
                  <a:pt x="2282857" y="57245"/>
                </a:cubicBezTo>
                <a:lnTo>
                  <a:pt x="2282857" y="195072"/>
                </a:lnTo>
                <a:cubicBezTo>
                  <a:pt x="2282857" y="209360"/>
                  <a:pt x="2268093" y="221075"/>
                  <a:pt x="2249996" y="221075"/>
                </a:cubicBezTo>
                <a:lnTo>
                  <a:pt x="2093119" y="221075"/>
                </a:lnTo>
                <a:cubicBezTo>
                  <a:pt x="2075021" y="221075"/>
                  <a:pt x="2060258" y="209360"/>
                  <a:pt x="2060258" y="195072"/>
                </a:cubicBezTo>
                <a:lnTo>
                  <a:pt x="2060258" y="57245"/>
                </a:lnTo>
                <a:close/>
                <a:moveTo>
                  <a:pt x="1774412" y="57245"/>
                </a:moveTo>
                <a:cubicBezTo>
                  <a:pt x="1774412" y="42958"/>
                  <a:pt x="1789176" y="31242"/>
                  <a:pt x="1807274" y="31242"/>
                </a:cubicBezTo>
                <a:lnTo>
                  <a:pt x="1964150" y="31242"/>
                </a:lnTo>
                <a:cubicBezTo>
                  <a:pt x="1982248" y="31242"/>
                  <a:pt x="1997012" y="42958"/>
                  <a:pt x="1997012" y="57245"/>
                </a:cubicBezTo>
                <a:lnTo>
                  <a:pt x="1997012" y="195072"/>
                </a:lnTo>
                <a:cubicBezTo>
                  <a:pt x="1997012" y="209360"/>
                  <a:pt x="1982248" y="221075"/>
                  <a:pt x="1964150" y="221075"/>
                </a:cubicBezTo>
                <a:lnTo>
                  <a:pt x="1807274" y="221075"/>
                </a:lnTo>
                <a:cubicBezTo>
                  <a:pt x="1789176" y="221075"/>
                  <a:pt x="1774412" y="209360"/>
                  <a:pt x="1774412" y="195072"/>
                </a:cubicBezTo>
                <a:lnTo>
                  <a:pt x="1774412" y="57245"/>
                </a:lnTo>
                <a:close/>
                <a:moveTo>
                  <a:pt x="1488567" y="57245"/>
                </a:moveTo>
                <a:cubicBezTo>
                  <a:pt x="1488567" y="42958"/>
                  <a:pt x="1503331" y="31242"/>
                  <a:pt x="1521428" y="31242"/>
                </a:cubicBezTo>
                <a:lnTo>
                  <a:pt x="1678305" y="31242"/>
                </a:lnTo>
                <a:cubicBezTo>
                  <a:pt x="1696403" y="31242"/>
                  <a:pt x="1711166" y="42958"/>
                  <a:pt x="1711166" y="57245"/>
                </a:cubicBezTo>
                <a:lnTo>
                  <a:pt x="1711166" y="195072"/>
                </a:lnTo>
                <a:cubicBezTo>
                  <a:pt x="1711166" y="209360"/>
                  <a:pt x="1696403" y="221075"/>
                  <a:pt x="1678305" y="221075"/>
                </a:cubicBezTo>
                <a:lnTo>
                  <a:pt x="1521428" y="221075"/>
                </a:lnTo>
                <a:cubicBezTo>
                  <a:pt x="1503331" y="221075"/>
                  <a:pt x="1488567" y="209360"/>
                  <a:pt x="1488567" y="195072"/>
                </a:cubicBezTo>
                <a:lnTo>
                  <a:pt x="1488567" y="57245"/>
                </a:lnTo>
                <a:close/>
                <a:moveTo>
                  <a:pt x="1202722" y="57245"/>
                </a:moveTo>
                <a:cubicBezTo>
                  <a:pt x="1202722" y="42958"/>
                  <a:pt x="1217486" y="31242"/>
                  <a:pt x="1235583" y="31242"/>
                </a:cubicBezTo>
                <a:lnTo>
                  <a:pt x="1392460" y="31242"/>
                </a:lnTo>
                <a:cubicBezTo>
                  <a:pt x="1410557" y="31242"/>
                  <a:pt x="1425321" y="42958"/>
                  <a:pt x="1425321" y="57245"/>
                </a:cubicBezTo>
                <a:lnTo>
                  <a:pt x="1425321" y="195072"/>
                </a:lnTo>
                <a:cubicBezTo>
                  <a:pt x="1425321" y="209360"/>
                  <a:pt x="1410557" y="221075"/>
                  <a:pt x="1392460" y="221075"/>
                </a:cubicBezTo>
                <a:lnTo>
                  <a:pt x="1235583" y="221075"/>
                </a:lnTo>
                <a:cubicBezTo>
                  <a:pt x="1217486" y="221075"/>
                  <a:pt x="1202722" y="209360"/>
                  <a:pt x="1202722" y="195072"/>
                </a:cubicBezTo>
                <a:lnTo>
                  <a:pt x="1202722" y="57245"/>
                </a:lnTo>
                <a:close/>
                <a:moveTo>
                  <a:pt x="916877" y="57245"/>
                </a:moveTo>
                <a:cubicBezTo>
                  <a:pt x="916877" y="42958"/>
                  <a:pt x="931640" y="31242"/>
                  <a:pt x="949738" y="31242"/>
                </a:cubicBezTo>
                <a:lnTo>
                  <a:pt x="1106615" y="31242"/>
                </a:lnTo>
                <a:cubicBezTo>
                  <a:pt x="1124712" y="31242"/>
                  <a:pt x="1139476" y="42958"/>
                  <a:pt x="1139476" y="57245"/>
                </a:cubicBezTo>
                <a:lnTo>
                  <a:pt x="1139476" y="195072"/>
                </a:lnTo>
                <a:cubicBezTo>
                  <a:pt x="1139476" y="209360"/>
                  <a:pt x="1124712" y="221075"/>
                  <a:pt x="1106615" y="221075"/>
                </a:cubicBezTo>
                <a:lnTo>
                  <a:pt x="949738" y="221075"/>
                </a:lnTo>
                <a:cubicBezTo>
                  <a:pt x="931640" y="221075"/>
                  <a:pt x="916877" y="209360"/>
                  <a:pt x="916877" y="195072"/>
                </a:cubicBezTo>
                <a:lnTo>
                  <a:pt x="916877" y="57245"/>
                </a:lnTo>
                <a:close/>
                <a:moveTo>
                  <a:pt x="631031" y="57245"/>
                </a:moveTo>
                <a:cubicBezTo>
                  <a:pt x="631031" y="42958"/>
                  <a:pt x="645795" y="31242"/>
                  <a:pt x="663893" y="31242"/>
                </a:cubicBezTo>
                <a:lnTo>
                  <a:pt x="820769" y="31242"/>
                </a:lnTo>
                <a:cubicBezTo>
                  <a:pt x="838867" y="31242"/>
                  <a:pt x="853631" y="42958"/>
                  <a:pt x="853631" y="57245"/>
                </a:cubicBezTo>
                <a:lnTo>
                  <a:pt x="853631" y="195072"/>
                </a:lnTo>
                <a:cubicBezTo>
                  <a:pt x="853631" y="209360"/>
                  <a:pt x="838867" y="221075"/>
                  <a:pt x="820769" y="221075"/>
                </a:cubicBezTo>
                <a:lnTo>
                  <a:pt x="663893" y="221075"/>
                </a:lnTo>
                <a:cubicBezTo>
                  <a:pt x="645795" y="221075"/>
                  <a:pt x="631031" y="209360"/>
                  <a:pt x="631031" y="195072"/>
                </a:cubicBezTo>
                <a:lnTo>
                  <a:pt x="631031" y="57245"/>
                </a:lnTo>
                <a:close/>
                <a:moveTo>
                  <a:pt x="345186" y="57245"/>
                </a:moveTo>
                <a:cubicBezTo>
                  <a:pt x="345186" y="42958"/>
                  <a:pt x="359950" y="31242"/>
                  <a:pt x="378047" y="31242"/>
                </a:cubicBezTo>
                <a:lnTo>
                  <a:pt x="534924" y="31242"/>
                </a:lnTo>
                <a:cubicBezTo>
                  <a:pt x="553022" y="31242"/>
                  <a:pt x="567785" y="42958"/>
                  <a:pt x="567785" y="57245"/>
                </a:cubicBezTo>
                <a:lnTo>
                  <a:pt x="567785" y="195072"/>
                </a:lnTo>
                <a:cubicBezTo>
                  <a:pt x="567785" y="209360"/>
                  <a:pt x="553022" y="221075"/>
                  <a:pt x="534924" y="221075"/>
                </a:cubicBezTo>
                <a:lnTo>
                  <a:pt x="378047" y="221075"/>
                </a:lnTo>
                <a:cubicBezTo>
                  <a:pt x="359950" y="221075"/>
                  <a:pt x="345186" y="209360"/>
                  <a:pt x="345186" y="195072"/>
                </a:cubicBezTo>
                <a:lnTo>
                  <a:pt x="345186" y="57245"/>
                </a:lnTo>
                <a:close/>
                <a:moveTo>
                  <a:pt x="59341" y="57245"/>
                </a:moveTo>
                <a:cubicBezTo>
                  <a:pt x="59341" y="42958"/>
                  <a:pt x="74105" y="31242"/>
                  <a:pt x="92202" y="31242"/>
                </a:cubicBezTo>
                <a:lnTo>
                  <a:pt x="249079" y="31242"/>
                </a:lnTo>
                <a:cubicBezTo>
                  <a:pt x="267176" y="31242"/>
                  <a:pt x="281940" y="42958"/>
                  <a:pt x="281940" y="57245"/>
                </a:cubicBezTo>
                <a:lnTo>
                  <a:pt x="281940" y="195072"/>
                </a:lnTo>
                <a:cubicBezTo>
                  <a:pt x="281940" y="209360"/>
                  <a:pt x="267176" y="221075"/>
                  <a:pt x="249079" y="221075"/>
                </a:cubicBezTo>
                <a:lnTo>
                  <a:pt x="92583" y="221075"/>
                </a:lnTo>
                <a:cubicBezTo>
                  <a:pt x="74486" y="221075"/>
                  <a:pt x="59722" y="209360"/>
                  <a:pt x="59722" y="195072"/>
                </a:cubicBezTo>
                <a:lnTo>
                  <a:pt x="59722" y="57245"/>
                </a:lnTo>
                <a:close/>
                <a:moveTo>
                  <a:pt x="5290947" y="413575"/>
                </a:moveTo>
                <a:lnTo>
                  <a:pt x="5290947" y="721043"/>
                </a:lnTo>
                <a:cubicBezTo>
                  <a:pt x="5290947" y="778288"/>
                  <a:pt x="5231797" y="825151"/>
                  <a:pt x="5159407" y="825151"/>
                </a:cubicBezTo>
                <a:lnTo>
                  <a:pt x="4628198" y="825151"/>
                </a:lnTo>
                <a:cubicBezTo>
                  <a:pt x="4555808" y="825151"/>
                  <a:pt x="4496657" y="778288"/>
                  <a:pt x="4496657" y="721043"/>
                </a:cubicBezTo>
                <a:lnTo>
                  <a:pt x="4496657" y="413575"/>
                </a:lnTo>
                <a:cubicBezTo>
                  <a:pt x="4496657" y="356330"/>
                  <a:pt x="4555808" y="309467"/>
                  <a:pt x="4628198" y="309467"/>
                </a:cubicBezTo>
                <a:lnTo>
                  <a:pt x="5159407" y="309467"/>
                </a:lnTo>
                <a:cubicBezTo>
                  <a:pt x="5231797" y="309467"/>
                  <a:pt x="5290947" y="356330"/>
                  <a:pt x="5290947" y="413575"/>
                </a:cubicBezTo>
                <a:close/>
                <a:moveTo>
                  <a:pt x="4210812" y="413575"/>
                </a:moveTo>
                <a:lnTo>
                  <a:pt x="4210812" y="721043"/>
                </a:lnTo>
                <a:cubicBezTo>
                  <a:pt x="4210812" y="778288"/>
                  <a:pt x="4151662" y="825151"/>
                  <a:pt x="4079272" y="825151"/>
                </a:cubicBezTo>
                <a:lnTo>
                  <a:pt x="3548063" y="825151"/>
                </a:lnTo>
                <a:cubicBezTo>
                  <a:pt x="3475673" y="825151"/>
                  <a:pt x="3416522" y="778288"/>
                  <a:pt x="3416522" y="721043"/>
                </a:cubicBezTo>
                <a:lnTo>
                  <a:pt x="3416522" y="413575"/>
                </a:lnTo>
                <a:cubicBezTo>
                  <a:pt x="3416522" y="356330"/>
                  <a:pt x="3475673" y="309467"/>
                  <a:pt x="3548063" y="309467"/>
                </a:cubicBezTo>
                <a:lnTo>
                  <a:pt x="4079272" y="309467"/>
                </a:lnTo>
                <a:cubicBezTo>
                  <a:pt x="4151662" y="309467"/>
                  <a:pt x="4210812" y="356330"/>
                  <a:pt x="4210812" y="413575"/>
                </a:cubicBezTo>
                <a:close/>
                <a:moveTo>
                  <a:pt x="3130677" y="413575"/>
                </a:moveTo>
                <a:lnTo>
                  <a:pt x="3130677" y="721043"/>
                </a:lnTo>
                <a:cubicBezTo>
                  <a:pt x="3130677" y="778288"/>
                  <a:pt x="3071527" y="825151"/>
                  <a:pt x="2999137" y="825151"/>
                </a:cubicBezTo>
                <a:lnTo>
                  <a:pt x="2467928" y="825151"/>
                </a:lnTo>
                <a:cubicBezTo>
                  <a:pt x="2395538" y="825151"/>
                  <a:pt x="2336387" y="778288"/>
                  <a:pt x="2336387" y="721043"/>
                </a:cubicBezTo>
                <a:lnTo>
                  <a:pt x="2336387" y="413575"/>
                </a:lnTo>
                <a:cubicBezTo>
                  <a:pt x="2336387" y="356330"/>
                  <a:pt x="2395538" y="309467"/>
                  <a:pt x="2467928" y="309467"/>
                </a:cubicBezTo>
                <a:lnTo>
                  <a:pt x="2999137" y="309467"/>
                </a:lnTo>
                <a:cubicBezTo>
                  <a:pt x="3071527" y="309467"/>
                  <a:pt x="3130677" y="356330"/>
                  <a:pt x="3130677" y="413575"/>
                </a:cubicBezTo>
                <a:close/>
                <a:moveTo>
                  <a:pt x="2050542" y="413575"/>
                </a:moveTo>
                <a:lnTo>
                  <a:pt x="2050542" y="721043"/>
                </a:lnTo>
                <a:cubicBezTo>
                  <a:pt x="2050542" y="778288"/>
                  <a:pt x="1991392" y="825151"/>
                  <a:pt x="1919002" y="825151"/>
                </a:cubicBezTo>
                <a:lnTo>
                  <a:pt x="1387793" y="825151"/>
                </a:lnTo>
                <a:cubicBezTo>
                  <a:pt x="1315403" y="825151"/>
                  <a:pt x="1256252" y="778288"/>
                  <a:pt x="1256252" y="721043"/>
                </a:cubicBezTo>
                <a:lnTo>
                  <a:pt x="1256252" y="413575"/>
                </a:lnTo>
                <a:cubicBezTo>
                  <a:pt x="1256252" y="356330"/>
                  <a:pt x="1315403" y="309467"/>
                  <a:pt x="1387793" y="309467"/>
                </a:cubicBezTo>
                <a:lnTo>
                  <a:pt x="1919002" y="309467"/>
                </a:lnTo>
                <a:cubicBezTo>
                  <a:pt x="1991392" y="309467"/>
                  <a:pt x="2050542" y="356330"/>
                  <a:pt x="2050542" y="413575"/>
                </a:cubicBezTo>
                <a:close/>
                <a:moveTo>
                  <a:pt x="970407" y="413575"/>
                </a:moveTo>
                <a:lnTo>
                  <a:pt x="970407" y="721043"/>
                </a:lnTo>
                <a:cubicBezTo>
                  <a:pt x="970407" y="778288"/>
                  <a:pt x="911257" y="825151"/>
                  <a:pt x="838867" y="825151"/>
                </a:cubicBezTo>
                <a:lnTo>
                  <a:pt x="307658" y="825151"/>
                </a:lnTo>
                <a:cubicBezTo>
                  <a:pt x="235268" y="825151"/>
                  <a:pt x="176117" y="778288"/>
                  <a:pt x="176117" y="721043"/>
                </a:cubicBezTo>
                <a:lnTo>
                  <a:pt x="176117" y="413575"/>
                </a:lnTo>
                <a:cubicBezTo>
                  <a:pt x="176117" y="356330"/>
                  <a:pt x="235268" y="309467"/>
                  <a:pt x="307658" y="309467"/>
                </a:cubicBezTo>
                <a:lnTo>
                  <a:pt x="838867" y="309467"/>
                </a:lnTo>
                <a:cubicBezTo>
                  <a:pt x="911257" y="309467"/>
                  <a:pt x="970407" y="356330"/>
                  <a:pt x="970407" y="413575"/>
                </a:cubicBezTo>
                <a:close/>
                <a:moveTo>
                  <a:pt x="263081" y="1108615"/>
                </a:moveTo>
                <a:cubicBezTo>
                  <a:pt x="263081" y="1122902"/>
                  <a:pt x="248317" y="1134618"/>
                  <a:pt x="230219" y="1134618"/>
                </a:cubicBezTo>
                <a:lnTo>
                  <a:pt x="73343" y="1134618"/>
                </a:lnTo>
                <a:cubicBezTo>
                  <a:pt x="55245" y="1134618"/>
                  <a:pt x="40481" y="1122902"/>
                  <a:pt x="40481" y="1108615"/>
                </a:cubicBezTo>
                <a:lnTo>
                  <a:pt x="40481" y="970788"/>
                </a:lnTo>
                <a:cubicBezTo>
                  <a:pt x="40481" y="956501"/>
                  <a:pt x="55245" y="944785"/>
                  <a:pt x="73343" y="944785"/>
                </a:cubicBezTo>
                <a:lnTo>
                  <a:pt x="230219" y="944785"/>
                </a:lnTo>
                <a:cubicBezTo>
                  <a:pt x="248317" y="944785"/>
                  <a:pt x="263081" y="956501"/>
                  <a:pt x="263081" y="970788"/>
                </a:cubicBezTo>
                <a:lnTo>
                  <a:pt x="263081" y="1108615"/>
                </a:lnTo>
                <a:close/>
                <a:moveTo>
                  <a:pt x="548926" y="1108615"/>
                </a:moveTo>
                <a:cubicBezTo>
                  <a:pt x="548926" y="1122902"/>
                  <a:pt x="534162" y="1134618"/>
                  <a:pt x="516065" y="1134618"/>
                </a:cubicBezTo>
                <a:lnTo>
                  <a:pt x="359188" y="1134618"/>
                </a:lnTo>
                <a:cubicBezTo>
                  <a:pt x="341090" y="1134618"/>
                  <a:pt x="326326" y="1122902"/>
                  <a:pt x="326326" y="1108615"/>
                </a:cubicBezTo>
                <a:lnTo>
                  <a:pt x="326326" y="970788"/>
                </a:lnTo>
                <a:cubicBezTo>
                  <a:pt x="326326" y="956501"/>
                  <a:pt x="341090" y="944785"/>
                  <a:pt x="359188" y="944785"/>
                </a:cubicBezTo>
                <a:lnTo>
                  <a:pt x="516065" y="944785"/>
                </a:lnTo>
                <a:cubicBezTo>
                  <a:pt x="534162" y="944785"/>
                  <a:pt x="548926" y="956501"/>
                  <a:pt x="548926" y="970788"/>
                </a:cubicBezTo>
                <a:lnTo>
                  <a:pt x="548926" y="1108615"/>
                </a:lnTo>
                <a:close/>
                <a:moveTo>
                  <a:pt x="834771" y="1108615"/>
                </a:moveTo>
                <a:cubicBezTo>
                  <a:pt x="834771" y="1122902"/>
                  <a:pt x="820007" y="1134618"/>
                  <a:pt x="801910" y="1134618"/>
                </a:cubicBezTo>
                <a:lnTo>
                  <a:pt x="645033" y="1134618"/>
                </a:lnTo>
                <a:cubicBezTo>
                  <a:pt x="626936" y="1134618"/>
                  <a:pt x="612172" y="1122902"/>
                  <a:pt x="612172" y="1108615"/>
                </a:cubicBezTo>
                <a:lnTo>
                  <a:pt x="612172" y="970788"/>
                </a:lnTo>
                <a:cubicBezTo>
                  <a:pt x="612172" y="956501"/>
                  <a:pt x="626936" y="944785"/>
                  <a:pt x="645033" y="944785"/>
                </a:cubicBezTo>
                <a:lnTo>
                  <a:pt x="801910" y="944785"/>
                </a:lnTo>
                <a:cubicBezTo>
                  <a:pt x="820007" y="944785"/>
                  <a:pt x="834771" y="956501"/>
                  <a:pt x="834771" y="970788"/>
                </a:cubicBezTo>
                <a:lnTo>
                  <a:pt x="834771" y="1108615"/>
                </a:lnTo>
                <a:close/>
                <a:moveTo>
                  <a:pt x="1120616" y="1108615"/>
                </a:moveTo>
                <a:cubicBezTo>
                  <a:pt x="1120616" y="1122902"/>
                  <a:pt x="1105853" y="1134618"/>
                  <a:pt x="1087755" y="1134618"/>
                </a:cubicBezTo>
                <a:lnTo>
                  <a:pt x="930878" y="1134618"/>
                </a:lnTo>
                <a:cubicBezTo>
                  <a:pt x="912781" y="1134618"/>
                  <a:pt x="898017" y="1122902"/>
                  <a:pt x="898017" y="1108615"/>
                </a:cubicBezTo>
                <a:lnTo>
                  <a:pt x="898017" y="970788"/>
                </a:lnTo>
                <a:cubicBezTo>
                  <a:pt x="898017" y="956501"/>
                  <a:pt x="912781" y="944785"/>
                  <a:pt x="930878" y="944785"/>
                </a:cubicBezTo>
                <a:lnTo>
                  <a:pt x="1087755" y="944785"/>
                </a:lnTo>
                <a:cubicBezTo>
                  <a:pt x="1105853" y="944785"/>
                  <a:pt x="1120616" y="956501"/>
                  <a:pt x="1120616" y="970788"/>
                </a:cubicBezTo>
                <a:lnTo>
                  <a:pt x="1120616" y="1108615"/>
                </a:lnTo>
                <a:close/>
                <a:moveTo>
                  <a:pt x="1406462" y="1108615"/>
                </a:moveTo>
                <a:cubicBezTo>
                  <a:pt x="1406462" y="1122902"/>
                  <a:pt x="1391698" y="1134618"/>
                  <a:pt x="1373600" y="1134618"/>
                </a:cubicBezTo>
                <a:lnTo>
                  <a:pt x="1216724" y="1134618"/>
                </a:lnTo>
                <a:cubicBezTo>
                  <a:pt x="1198626" y="1134618"/>
                  <a:pt x="1183862" y="1122902"/>
                  <a:pt x="1183862" y="1108615"/>
                </a:cubicBezTo>
                <a:lnTo>
                  <a:pt x="1183862" y="970788"/>
                </a:lnTo>
                <a:cubicBezTo>
                  <a:pt x="1183862" y="956501"/>
                  <a:pt x="1198626" y="944785"/>
                  <a:pt x="1216724" y="944785"/>
                </a:cubicBezTo>
                <a:lnTo>
                  <a:pt x="1373600" y="944785"/>
                </a:lnTo>
                <a:cubicBezTo>
                  <a:pt x="1391698" y="944785"/>
                  <a:pt x="1406462" y="956501"/>
                  <a:pt x="1406462" y="970788"/>
                </a:cubicBezTo>
                <a:lnTo>
                  <a:pt x="1406462" y="1108615"/>
                </a:lnTo>
                <a:close/>
                <a:moveTo>
                  <a:pt x="1692307" y="1108615"/>
                </a:moveTo>
                <a:cubicBezTo>
                  <a:pt x="1692307" y="1122902"/>
                  <a:pt x="1677543" y="1134618"/>
                  <a:pt x="1659446" y="1134618"/>
                </a:cubicBezTo>
                <a:lnTo>
                  <a:pt x="1502569" y="1134618"/>
                </a:lnTo>
                <a:cubicBezTo>
                  <a:pt x="1484471" y="1134618"/>
                  <a:pt x="1469708" y="1122902"/>
                  <a:pt x="1469708" y="1108615"/>
                </a:cubicBezTo>
                <a:lnTo>
                  <a:pt x="1469708" y="970788"/>
                </a:lnTo>
                <a:cubicBezTo>
                  <a:pt x="1469708" y="956501"/>
                  <a:pt x="1484471" y="944785"/>
                  <a:pt x="1502569" y="944785"/>
                </a:cubicBezTo>
                <a:lnTo>
                  <a:pt x="1659446" y="944785"/>
                </a:lnTo>
                <a:cubicBezTo>
                  <a:pt x="1677543" y="944785"/>
                  <a:pt x="1692307" y="956501"/>
                  <a:pt x="1692307" y="970788"/>
                </a:cubicBezTo>
                <a:lnTo>
                  <a:pt x="1692307" y="1108615"/>
                </a:lnTo>
                <a:close/>
                <a:moveTo>
                  <a:pt x="1978152" y="1108615"/>
                </a:moveTo>
                <a:cubicBezTo>
                  <a:pt x="1978152" y="1122902"/>
                  <a:pt x="1963388" y="1134618"/>
                  <a:pt x="1945291" y="1134618"/>
                </a:cubicBezTo>
                <a:lnTo>
                  <a:pt x="1788414" y="1134618"/>
                </a:lnTo>
                <a:cubicBezTo>
                  <a:pt x="1770317" y="1134618"/>
                  <a:pt x="1755553" y="1122902"/>
                  <a:pt x="1755553" y="1108615"/>
                </a:cubicBezTo>
                <a:lnTo>
                  <a:pt x="1755553" y="970788"/>
                </a:lnTo>
                <a:cubicBezTo>
                  <a:pt x="1755553" y="956501"/>
                  <a:pt x="1770317" y="944785"/>
                  <a:pt x="1788414" y="944785"/>
                </a:cubicBezTo>
                <a:lnTo>
                  <a:pt x="1945291" y="944785"/>
                </a:lnTo>
                <a:cubicBezTo>
                  <a:pt x="1963388" y="944785"/>
                  <a:pt x="1978152" y="956501"/>
                  <a:pt x="1978152" y="970788"/>
                </a:cubicBezTo>
                <a:lnTo>
                  <a:pt x="1978152" y="1108615"/>
                </a:lnTo>
                <a:close/>
                <a:moveTo>
                  <a:pt x="2263997" y="1108615"/>
                </a:moveTo>
                <a:cubicBezTo>
                  <a:pt x="2263997" y="1122902"/>
                  <a:pt x="2249234" y="1134618"/>
                  <a:pt x="2231136" y="1134618"/>
                </a:cubicBezTo>
                <a:lnTo>
                  <a:pt x="2074259" y="1134618"/>
                </a:lnTo>
                <a:cubicBezTo>
                  <a:pt x="2056162" y="1134618"/>
                  <a:pt x="2041398" y="1122902"/>
                  <a:pt x="2041398" y="1108615"/>
                </a:cubicBezTo>
                <a:lnTo>
                  <a:pt x="2041398" y="970788"/>
                </a:lnTo>
                <a:cubicBezTo>
                  <a:pt x="2041398" y="956501"/>
                  <a:pt x="2056162" y="944785"/>
                  <a:pt x="2074259" y="944785"/>
                </a:cubicBezTo>
                <a:lnTo>
                  <a:pt x="2231136" y="944785"/>
                </a:lnTo>
                <a:cubicBezTo>
                  <a:pt x="2249234" y="944785"/>
                  <a:pt x="2263997" y="956501"/>
                  <a:pt x="2263997" y="970788"/>
                </a:cubicBezTo>
                <a:lnTo>
                  <a:pt x="2263997" y="1108615"/>
                </a:lnTo>
                <a:close/>
                <a:moveTo>
                  <a:pt x="2549843" y="1108615"/>
                </a:moveTo>
                <a:cubicBezTo>
                  <a:pt x="2549843" y="1122902"/>
                  <a:pt x="2535079" y="1134618"/>
                  <a:pt x="2516981" y="1134618"/>
                </a:cubicBezTo>
                <a:lnTo>
                  <a:pt x="2360105" y="1134618"/>
                </a:lnTo>
                <a:cubicBezTo>
                  <a:pt x="2342007" y="1134618"/>
                  <a:pt x="2327243" y="1122902"/>
                  <a:pt x="2327243" y="1108615"/>
                </a:cubicBezTo>
                <a:lnTo>
                  <a:pt x="2327243" y="970788"/>
                </a:lnTo>
                <a:cubicBezTo>
                  <a:pt x="2327243" y="956501"/>
                  <a:pt x="2342007" y="944785"/>
                  <a:pt x="2360105" y="944785"/>
                </a:cubicBezTo>
                <a:lnTo>
                  <a:pt x="2516981" y="944785"/>
                </a:lnTo>
                <a:cubicBezTo>
                  <a:pt x="2535079" y="944785"/>
                  <a:pt x="2549843" y="956501"/>
                  <a:pt x="2549843" y="970788"/>
                </a:cubicBezTo>
                <a:lnTo>
                  <a:pt x="2549843" y="1108615"/>
                </a:lnTo>
                <a:close/>
                <a:moveTo>
                  <a:pt x="2835688" y="1108615"/>
                </a:moveTo>
                <a:cubicBezTo>
                  <a:pt x="2835688" y="1122902"/>
                  <a:pt x="2820924" y="1134618"/>
                  <a:pt x="2802827" y="1134618"/>
                </a:cubicBezTo>
                <a:lnTo>
                  <a:pt x="2645950" y="1134618"/>
                </a:lnTo>
                <a:cubicBezTo>
                  <a:pt x="2627853" y="1134618"/>
                  <a:pt x="2613089" y="1122902"/>
                  <a:pt x="2613089" y="1108615"/>
                </a:cubicBezTo>
                <a:lnTo>
                  <a:pt x="2613089" y="970788"/>
                </a:lnTo>
                <a:cubicBezTo>
                  <a:pt x="2613089" y="956501"/>
                  <a:pt x="2627853" y="944785"/>
                  <a:pt x="2645950" y="944785"/>
                </a:cubicBezTo>
                <a:lnTo>
                  <a:pt x="2802827" y="944785"/>
                </a:lnTo>
                <a:cubicBezTo>
                  <a:pt x="2820924" y="944785"/>
                  <a:pt x="2835688" y="956501"/>
                  <a:pt x="2835688" y="970788"/>
                </a:cubicBezTo>
                <a:lnTo>
                  <a:pt x="2835688" y="1108615"/>
                </a:lnTo>
                <a:close/>
                <a:moveTo>
                  <a:pt x="3121533" y="1108615"/>
                </a:moveTo>
                <a:cubicBezTo>
                  <a:pt x="3121533" y="1122902"/>
                  <a:pt x="3106770" y="1134618"/>
                  <a:pt x="3088672" y="1134618"/>
                </a:cubicBezTo>
                <a:lnTo>
                  <a:pt x="2931795" y="1134618"/>
                </a:lnTo>
                <a:cubicBezTo>
                  <a:pt x="2913698" y="1134618"/>
                  <a:pt x="2898934" y="1122902"/>
                  <a:pt x="2898934" y="1108615"/>
                </a:cubicBezTo>
                <a:lnTo>
                  <a:pt x="2898934" y="970788"/>
                </a:lnTo>
                <a:cubicBezTo>
                  <a:pt x="2898934" y="956501"/>
                  <a:pt x="2913698" y="944785"/>
                  <a:pt x="2931795" y="944785"/>
                </a:cubicBezTo>
                <a:lnTo>
                  <a:pt x="3088672" y="944785"/>
                </a:lnTo>
                <a:cubicBezTo>
                  <a:pt x="3106770" y="944785"/>
                  <a:pt x="3121533" y="956501"/>
                  <a:pt x="3121533" y="970788"/>
                </a:cubicBezTo>
                <a:lnTo>
                  <a:pt x="3121533" y="1108615"/>
                </a:lnTo>
                <a:close/>
                <a:moveTo>
                  <a:pt x="3407378" y="1108615"/>
                </a:moveTo>
                <a:cubicBezTo>
                  <a:pt x="3407378" y="1122902"/>
                  <a:pt x="3392615" y="1134618"/>
                  <a:pt x="3374517" y="1134618"/>
                </a:cubicBezTo>
                <a:lnTo>
                  <a:pt x="3217640" y="1134618"/>
                </a:lnTo>
                <a:cubicBezTo>
                  <a:pt x="3199543" y="1134618"/>
                  <a:pt x="3184779" y="1122902"/>
                  <a:pt x="3184779" y="1108615"/>
                </a:cubicBezTo>
                <a:lnTo>
                  <a:pt x="3184779" y="970788"/>
                </a:lnTo>
                <a:cubicBezTo>
                  <a:pt x="3184779" y="956501"/>
                  <a:pt x="3199543" y="944785"/>
                  <a:pt x="3217640" y="944785"/>
                </a:cubicBezTo>
                <a:lnTo>
                  <a:pt x="3374517" y="944785"/>
                </a:lnTo>
                <a:cubicBezTo>
                  <a:pt x="3392615" y="944785"/>
                  <a:pt x="3407378" y="956501"/>
                  <a:pt x="3407378" y="970788"/>
                </a:cubicBezTo>
                <a:lnTo>
                  <a:pt x="3407378" y="1108615"/>
                </a:lnTo>
                <a:close/>
                <a:moveTo>
                  <a:pt x="3693224" y="1108615"/>
                </a:moveTo>
                <a:cubicBezTo>
                  <a:pt x="3693224" y="1122902"/>
                  <a:pt x="3678460" y="1134618"/>
                  <a:pt x="3660362" y="1134618"/>
                </a:cubicBezTo>
                <a:lnTo>
                  <a:pt x="3503486" y="1134618"/>
                </a:lnTo>
                <a:cubicBezTo>
                  <a:pt x="3485388" y="1134618"/>
                  <a:pt x="3470624" y="1122902"/>
                  <a:pt x="3470624" y="1108615"/>
                </a:cubicBezTo>
                <a:lnTo>
                  <a:pt x="3470624" y="970788"/>
                </a:lnTo>
                <a:cubicBezTo>
                  <a:pt x="3470624" y="956501"/>
                  <a:pt x="3485388" y="944785"/>
                  <a:pt x="3503486" y="944785"/>
                </a:cubicBezTo>
                <a:lnTo>
                  <a:pt x="3660362" y="944785"/>
                </a:lnTo>
                <a:cubicBezTo>
                  <a:pt x="3678460" y="944785"/>
                  <a:pt x="3693224" y="956501"/>
                  <a:pt x="3693224" y="970788"/>
                </a:cubicBezTo>
                <a:lnTo>
                  <a:pt x="3693224" y="1108615"/>
                </a:lnTo>
                <a:close/>
                <a:moveTo>
                  <a:pt x="3979069" y="1108615"/>
                </a:moveTo>
                <a:cubicBezTo>
                  <a:pt x="3979069" y="1122902"/>
                  <a:pt x="3964305" y="1134618"/>
                  <a:pt x="3946208" y="1134618"/>
                </a:cubicBezTo>
                <a:lnTo>
                  <a:pt x="3789331" y="1134618"/>
                </a:lnTo>
                <a:cubicBezTo>
                  <a:pt x="3771233" y="1134618"/>
                  <a:pt x="3756470" y="1122902"/>
                  <a:pt x="3756470" y="1108615"/>
                </a:cubicBezTo>
                <a:lnTo>
                  <a:pt x="3756470" y="970788"/>
                </a:lnTo>
                <a:cubicBezTo>
                  <a:pt x="3756470" y="956501"/>
                  <a:pt x="3771233" y="944785"/>
                  <a:pt x="3789331" y="944785"/>
                </a:cubicBezTo>
                <a:lnTo>
                  <a:pt x="3946208" y="944785"/>
                </a:lnTo>
                <a:cubicBezTo>
                  <a:pt x="3964305" y="944785"/>
                  <a:pt x="3979069" y="956501"/>
                  <a:pt x="3979069" y="970788"/>
                </a:cubicBezTo>
                <a:lnTo>
                  <a:pt x="3979069" y="1108615"/>
                </a:lnTo>
                <a:close/>
                <a:moveTo>
                  <a:pt x="4264914" y="1108615"/>
                </a:moveTo>
                <a:cubicBezTo>
                  <a:pt x="4264914" y="1122902"/>
                  <a:pt x="4250150" y="1134618"/>
                  <a:pt x="4232053" y="1134618"/>
                </a:cubicBezTo>
                <a:lnTo>
                  <a:pt x="4075176" y="1134618"/>
                </a:lnTo>
                <a:cubicBezTo>
                  <a:pt x="4057079" y="1134618"/>
                  <a:pt x="4042315" y="1122902"/>
                  <a:pt x="4042315" y="1108615"/>
                </a:cubicBezTo>
                <a:lnTo>
                  <a:pt x="4042315" y="970788"/>
                </a:lnTo>
                <a:cubicBezTo>
                  <a:pt x="4042315" y="956501"/>
                  <a:pt x="4057079" y="944785"/>
                  <a:pt x="4075176" y="944785"/>
                </a:cubicBezTo>
                <a:lnTo>
                  <a:pt x="4232053" y="944785"/>
                </a:lnTo>
                <a:cubicBezTo>
                  <a:pt x="4250150" y="944785"/>
                  <a:pt x="4264914" y="956501"/>
                  <a:pt x="4264914" y="970788"/>
                </a:cubicBezTo>
                <a:lnTo>
                  <a:pt x="4264914" y="1108615"/>
                </a:lnTo>
                <a:close/>
                <a:moveTo>
                  <a:pt x="4550759" y="1108615"/>
                </a:moveTo>
                <a:cubicBezTo>
                  <a:pt x="4550759" y="1122902"/>
                  <a:pt x="4535996" y="1134618"/>
                  <a:pt x="4517898" y="1134618"/>
                </a:cubicBezTo>
                <a:lnTo>
                  <a:pt x="4361022" y="1134618"/>
                </a:lnTo>
                <a:cubicBezTo>
                  <a:pt x="4342924" y="1134618"/>
                  <a:pt x="4328160" y="1122902"/>
                  <a:pt x="4328160" y="1108615"/>
                </a:cubicBezTo>
                <a:lnTo>
                  <a:pt x="4328160" y="970788"/>
                </a:lnTo>
                <a:cubicBezTo>
                  <a:pt x="4328160" y="956501"/>
                  <a:pt x="4342924" y="944785"/>
                  <a:pt x="4361022" y="944785"/>
                </a:cubicBezTo>
                <a:lnTo>
                  <a:pt x="4517898" y="944785"/>
                </a:lnTo>
                <a:cubicBezTo>
                  <a:pt x="4535996" y="944785"/>
                  <a:pt x="4550759" y="956501"/>
                  <a:pt x="4550759" y="970788"/>
                </a:cubicBezTo>
                <a:lnTo>
                  <a:pt x="4550759" y="1108615"/>
                </a:lnTo>
                <a:close/>
                <a:moveTo>
                  <a:pt x="4836605" y="1108615"/>
                </a:moveTo>
                <a:cubicBezTo>
                  <a:pt x="4836605" y="1122902"/>
                  <a:pt x="4821841" y="1134618"/>
                  <a:pt x="4803743" y="1134618"/>
                </a:cubicBezTo>
                <a:lnTo>
                  <a:pt x="4646867" y="1134618"/>
                </a:lnTo>
                <a:cubicBezTo>
                  <a:pt x="4628769" y="1134618"/>
                  <a:pt x="4614006" y="1122902"/>
                  <a:pt x="4614006" y="1108615"/>
                </a:cubicBezTo>
                <a:lnTo>
                  <a:pt x="4614006" y="970788"/>
                </a:lnTo>
                <a:cubicBezTo>
                  <a:pt x="4614006" y="956501"/>
                  <a:pt x="4628769" y="944785"/>
                  <a:pt x="4646867" y="944785"/>
                </a:cubicBezTo>
                <a:lnTo>
                  <a:pt x="4803743" y="944785"/>
                </a:lnTo>
                <a:cubicBezTo>
                  <a:pt x="4821841" y="944785"/>
                  <a:pt x="4836605" y="956501"/>
                  <a:pt x="4836605" y="970788"/>
                </a:cubicBezTo>
                <a:lnTo>
                  <a:pt x="4836605" y="1108615"/>
                </a:lnTo>
                <a:close/>
                <a:moveTo>
                  <a:pt x="5122450" y="1108615"/>
                </a:moveTo>
                <a:cubicBezTo>
                  <a:pt x="5122450" y="1122902"/>
                  <a:pt x="5107686" y="1134618"/>
                  <a:pt x="5089589" y="1134618"/>
                </a:cubicBezTo>
                <a:lnTo>
                  <a:pt x="4932712" y="1134618"/>
                </a:lnTo>
                <a:cubicBezTo>
                  <a:pt x="4914614" y="1134618"/>
                  <a:pt x="4899851" y="1122902"/>
                  <a:pt x="4899851" y="1108615"/>
                </a:cubicBezTo>
                <a:lnTo>
                  <a:pt x="4899851" y="970788"/>
                </a:lnTo>
                <a:cubicBezTo>
                  <a:pt x="4899851" y="956501"/>
                  <a:pt x="4914614" y="944785"/>
                  <a:pt x="4932712" y="944785"/>
                </a:cubicBezTo>
                <a:lnTo>
                  <a:pt x="5089589" y="944785"/>
                </a:lnTo>
                <a:cubicBezTo>
                  <a:pt x="5107686" y="944785"/>
                  <a:pt x="5122450" y="956501"/>
                  <a:pt x="5122450" y="970788"/>
                </a:cubicBezTo>
                <a:lnTo>
                  <a:pt x="5122450" y="1108615"/>
                </a:lnTo>
                <a:close/>
                <a:moveTo>
                  <a:pt x="5408295" y="1108615"/>
                </a:moveTo>
                <a:cubicBezTo>
                  <a:pt x="5408295" y="1122902"/>
                  <a:pt x="5393531" y="1134618"/>
                  <a:pt x="5375434" y="1134618"/>
                </a:cubicBezTo>
                <a:lnTo>
                  <a:pt x="5218557" y="1134618"/>
                </a:lnTo>
                <a:cubicBezTo>
                  <a:pt x="5200460" y="1134618"/>
                  <a:pt x="5185696" y="1122902"/>
                  <a:pt x="5185696" y="1108615"/>
                </a:cubicBezTo>
                <a:lnTo>
                  <a:pt x="5185696" y="970788"/>
                </a:lnTo>
                <a:cubicBezTo>
                  <a:pt x="5185696" y="956501"/>
                  <a:pt x="5200460" y="944785"/>
                  <a:pt x="5218557" y="944785"/>
                </a:cubicBezTo>
                <a:lnTo>
                  <a:pt x="5375434" y="944785"/>
                </a:lnTo>
                <a:cubicBezTo>
                  <a:pt x="5393531" y="944785"/>
                  <a:pt x="5408295" y="956501"/>
                  <a:pt x="5408295" y="970788"/>
                </a:cubicBezTo>
                <a:lnTo>
                  <a:pt x="5408295" y="1108615"/>
                </a:lnTo>
                <a:close/>
                <a:moveTo>
                  <a:pt x="5731098" y="1108615"/>
                </a:moveTo>
                <a:cubicBezTo>
                  <a:pt x="5731098" y="1122902"/>
                  <a:pt x="5716334" y="1134618"/>
                  <a:pt x="5698236" y="1134618"/>
                </a:cubicBezTo>
                <a:lnTo>
                  <a:pt x="5541360" y="1134618"/>
                </a:lnTo>
                <a:cubicBezTo>
                  <a:pt x="5523262" y="1134618"/>
                  <a:pt x="5508498" y="1122902"/>
                  <a:pt x="5508498" y="1108615"/>
                </a:cubicBezTo>
                <a:lnTo>
                  <a:pt x="5508498" y="970788"/>
                </a:lnTo>
                <a:cubicBezTo>
                  <a:pt x="5508498" y="956501"/>
                  <a:pt x="5523262" y="944785"/>
                  <a:pt x="5541360" y="944785"/>
                </a:cubicBezTo>
                <a:lnTo>
                  <a:pt x="5698236" y="944785"/>
                </a:lnTo>
                <a:cubicBezTo>
                  <a:pt x="5716334" y="944785"/>
                  <a:pt x="5731098" y="956501"/>
                  <a:pt x="5731098" y="970788"/>
                </a:cubicBezTo>
                <a:lnTo>
                  <a:pt x="5731098" y="1108615"/>
                </a:lnTo>
                <a:close/>
                <a:moveTo>
                  <a:pt x="6016943" y="1108615"/>
                </a:moveTo>
                <a:cubicBezTo>
                  <a:pt x="6016943" y="1122902"/>
                  <a:pt x="6002179" y="1134618"/>
                  <a:pt x="5984081" y="1134618"/>
                </a:cubicBezTo>
                <a:lnTo>
                  <a:pt x="5827205" y="1134618"/>
                </a:lnTo>
                <a:cubicBezTo>
                  <a:pt x="5809107" y="1134618"/>
                  <a:pt x="5794344" y="1122902"/>
                  <a:pt x="5794344" y="1108615"/>
                </a:cubicBezTo>
                <a:lnTo>
                  <a:pt x="5794344" y="970788"/>
                </a:lnTo>
                <a:cubicBezTo>
                  <a:pt x="5794344" y="956501"/>
                  <a:pt x="5809107" y="944785"/>
                  <a:pt x="5827205" y="944785"/>
                </a:cubicBezTo>
                <a:lnTo>
                  <a:pt x="5984081" y="944785"/>
                </a:lnTo>
                <a:cubicBezTo>
                  <a:pt x="6002179" y="944785"/>
                  <a:pt x="6016943" y="956501"/>
                  <a:pt x="6016943" y="970788"/>
                </a:cubicBezTo>
                <a:lnTo>
                  <a:pt x="6016943" y="1108615"/>
                </a:lnTo>
                <a:close/>
                <a:moveTo>
                  <a:pt x="6302788" y="1108615"/>
                </a:moveTo>
                <a:cubicBezTo>
                  <a:pt x="6302788" y="1122902"/>
                  <a:pt x="6288024" y="1134618"/>
                  <a:pt x="6269927" y="1134618"/>
                </a:cubicBezTo>
                <a:lnTo>
                  <a:pt x="6113050" y="1134618"/>
                </a:lnTo>
                <a:cubicBezTo>
                  <a:pt x="6094953" y="1134618"/>
                  <a:pt x="6080189" y="1122902"/>
                  <a:pt x="6080189" y="1108615"/>
                </a:cubicBezTo>
                <a:lnTo>
                  <a:pt x="6080189" y="970788"/>
                </a:lnTo>
                <a:cubicBezTo>
                  <a:pt x="6080189" y="956501"/>
                  <a:pt x="6094953" y="944785"/>
                  <a:pt x="6113050" y="944785"/>
                </a:cubicBezTo>
                <a:lnTo>
                  <a:pt x="6269927" y="944785"/>
                </a:lnTo>
                <a:cubicBezTo>
                  <a:pt x="6288024" y="944785"/>
                  <a:pt x="6302788" y="956501"/>
                  <a:pt x="6302788" y="970788"/>
                </a:cubicBezTo>
                <a:lnTo>
                  <a:pt x="6302788" y="1108615"/>
                </a:lnTo>
                <a:close/>
                <a:moveTo>
                  <a:pt x="6588633" y="1108615"/>
                </a:moveTo>
                <a:cubicBezTo>
                  <a:pt x="6588633" y="1122902"/>
                  <a:pt x="6573869" y="1134618"/>
                  <a:pt x="6555772" y="1134618"/>
                </a:cubicBezTo>
                <a:lnTo>
                  <a:pt x="6398895" y="1134618"/>
                </a:lnTo>
                <a:cubicBezTo>
                  <a:pt x="6380798" y="1134618"/>
                  <a:pt x="6366034" y="1122902"/>
                  <a:pt x="6366034" y="1108615"/>
                </a:cubicBezTo>
                <a:lnTo>
                  <a:pt x="6366034" y="970788"/>
                </a:lnTo>
                <a:cubicBezTo>
                  <a:pt x="6366034" y="956501"/>
                  <a:pt x="6380798" y="944785"/>
                  <a:pt x="6398895" y="944785"/>
                </a:cubicBezTo>
                <a:lnTo>
                  <a:pt x="6555772" y="944785"/>
                </a:lnTo>
                <a:cubicBezTo>
                  <a:pt x="6573869" y="944785"/>
                  <a:pt x="6588633" y="956501"/>
                  <a:pt x="6588633" y="970788"/>
                </a:cubicBezTo>
                <a:lnTo>
                  <a:pt x="6588633" y="1108615"/>
                </a:lnTo>
                <a:close/>
                <a:moveTo>
                  <a:pt x="6874478" y="1108615"/>
                </a:moveTo>
                <a:cubicBezTo>
                  <a:pt x="6874478" y="1122902"/>
                  <a:pt x="6859715" y="1134618"/>
                  <a:pt x="6841618" y="1134618"/>
                </a:cubicBezTo>
                <a:lnTo>
                  <a:pt x="6684740" y="1134618"/>
                </a:lnTo>
                <a:cubicBezTo>
                  <a:pt x="6666643" y="1134618"/>
                  <a:pt x="6651879" y="1122902"/>
                  <a:pt x="6651879" y="1108615"/>
                </a:cubicBezTo>
                <a:lnTo>
                  <a:pt x="6651879" y="970788"/>
                </a:lnTo>
                <a:cubicBezTo>
                  <a:pt x="6651879" y="956501"/>
                  <a:pt x="6666643" y="944785"/>
                  <a:pt x="6684740" y="944785"/>
                </a:cubicBezTo>
                <a:lnTo>
                  <a:pt x="6841618" y="944785"/>
                </a:lnTo>
                <a:cubicBezTo>
                  <a:pt x="6859715" y="944785"/>
                  <a:pt x="6874478" y="956501"/>
                  <a:pt x="6874478" y="970788"/>
                </a:cubicBezTo>
                <a:lnTo>
                  <a:pt x="6874478" y="1108615"/>
                </a:lnTo>
                <a:close/>
                <a:moveTo>
                  <a:pt x="7160324" y="1108615"/>
                </a:moveTo>
                <a:cubicBezTo>
                  <a:pt x="7160324" y="1122902"/>
                  <a:pt x="7145560" y="1134618"/>
                  <a:pt x="7127462" y="1134618"/>
                </a:cubicBezTo>
                <a:lnTo>
                  <a:pt x="6970586" y="1134618"/>
                </a:lnTo>
                <a:cubicBezTo>
                  <a:pt x="6952488" y="1134618"/>
                  <a:pt x="6937724" y="1122902"/>
                  <a:pt x="6937724" y="1108615"/>
                </a:cubicBezTo>
                <a:lnTo>
                  <a:pt x="6937724" y="970788"/>
                </a:lnTo>
                <a:cubicBezTo>
                  <a:pt x="6937724" y="956501"/>
                  <a:pt x="6952488" y="944785"/>
                  <a:pt x="6970586" y="944785"/>
                </a:cubicBezTo>
                <a:lnTo>
                  <a:pt x="7127462" y="944785"/>
                </a:lnTo>
                <a:cubicBezTo>
                  <a:pt x="7145560" y="944785"/>
                  <a:pt x="7160324" y="956501"/>
                  <a:pt x="7160324" y="970788"/>
                </a:cubicBezTo>
                <a:lnTo>
                  <a:pt x="7160324" y="1108615"/>
                </a:lnTo>
                <a:close/>
                <a:moveTo>
                  <a:pt x="7446169" y="1108615"/>
                </a:moveTo>
                <a:cubicBezTo>
                  <a:pt x="7446169" y="1122902"/>
                  <a:pt x="7431405" y="1134618"/>
                  <a:pt x="7413308" y="1134618"/>
                </a:cubicBezTo>
                <a:lnTo>
                  <a:pt x="7256431" y="1134618"/>
                </a:lnTo>
                <a:cubicBezTo>
                  <a:pt x="7238333" y="1134618"/>
                  <a:pt x="7223570" y="1122902"/>
                  <a:pt x="7223570" y="1108615"/>
                </a:cubicBezTo>
                <a:lnTo>
                  <a:pt x="7223570" y="970788"/>
                </a:lnTo>
                <a:cubicBezTo>
                  <a:pt x="7223570" y="956501"/>
                  <a:pt x="7238333" y="944785"/>
                  <a:pt x="7256431" y="944785"/>
                </a:cubicBezTo>
                <a:lnTo>
                  <a:pt x="7413308" y="944785"/>
                </a:lnTo>
                <a:cubicBezTo>
                  <a:pt x="7431405" y="944785"/>
                  <a:pt x="7446169" y="956501"/>
                  <a:pt x="7446169" y="970788"/>
                </a:cubicBezTo>
                <a:lnTo>
                  <a:pt x="7446169" y="1108615"/>
                </a:lnTo>
                <a:close/>
                <a:moveTo>
                  <a:pt x="7732014" y="1108615"/>
                </a:moveTo>
                <a:cubicBezTo>
                  <a:pt x="7732014" y="1122902"/>
                  <a:pt x="7717251" y="1134618"/>
                  <a:pt x="7699153" y="1134618"/>
                </a:cubicBezTo>
                <a:lnTo>
                  <a:pt x="7542277" y="1134618"/>
                </a:lnTo>
                <a:cubicBezTo>
                  <a:pt x="7524179" y="1134618"/>
                  <a:pt x="7509415" y="1122902"/>
                  <a:pt x="7509415" y="1108615"/>
                </a:cubicBezTo>
                <a:lnTo>
                  <a:pt x="7509415" y="970788"/>
                </a:lnTo>
                <a:cubicBezTo>
                  <a:pt x="7509415" y="956501"/>
                  <a:pt x="7524179" y="944785"/>
                  <a:pt x="7542277" y="944785"/>
                </a:cubicBezTo>
                <a:lnTo>
                  <a:pt x="7699153" y="944785"/>
                </a:lnTo>
                <a:cubicBezTo>
                  <a:pt x="7717251" y="944785"/>
                  <a:pt x="7732014" y="956501"/>
                  <a:pt x="7732014" y="970788"/>
                </a:cubicBezTo>
                <a:lnTo>
                  <a:pt x="7732014" y="1108615"/>
                </a:lnTo>
                <a:close/>
                <a:moveTo>
                  <a:pt x="8017860" y="1108615"/>
                </a:moveTo>
                <a:cubicBezTo>
                  <a:pt x="8017860" y="1122902"/>
                  <a:pt x="8003095" y="1134618"/>
                  <a:pt x="7984998" y="1134618"/>
                </a:cubicBezTo>
                <a:lnTo>
                  <a:pt x="7828121" y="1134618"/>
                </a:lnTo>
                <a:cubicBezTo>
                  <a:pt x="7810024" y="1134618"/>
                  <a:pt x="7795260" y="1122902"/>
                  <a:pt x="7795260" y="1108615"/>
                </a:cubicBezTo>
                <a:lnTo>
                  <a:pt x="7795260" y="970788"/>
                </a:lnTo>
                <a:cubicBezTo>
                  <a:pt x="7795260" y="956501"/>
                  <a:pt x="7810024" y="944785"/>
                  <a:pt x="7828121" y="944785"/>
                </a:cubicBezTo>
                <a:lnTo>
                  <a:pt x="7984998" y="944785"/>
                </a:lnTo>
                <a:cubicBezTo>
                  <a:pt x="8003095" y="944785"/>
                  <a:pt x="8017860" y="956501"/>
                  <a:pt x="8017860" y="970788"/>
                </a:cubicBezTo>
                <a:lnTo>
                  <a:pt x="8017860" y="1108615"/>
                </a:lnTo>
                <a:close/>
                <a:moveTo>
                  <a:pt x="8303705" y="1108615"/>
                </a:moveTo>
                <a:cubicBezTo>
                  <a:pt x="8303705" y="1122902"/>
                  <a:pt x="8288941" y="1134618"/>
                  <a:pt x="8270844" y="1134618"/>
                </a:cubicBezTo>
                <a:lnTo>
                  <a:pt x="8113967" y="1134618"/>
                </a:lnTo>
                <a:cubicBezTo>
                  <a:pt x="8095869" y="1134618"/>
                  <a:pt x="8081105" y="1122902"/>
                  <a:pt x="8081105" y="1108615"/>
                </a:cubicBezTo>
                <a:lnTo>
                  <a:pt x="8081105" y="970788"/>
                </a:lnTo>
                <a:cubicBezTo>
                  <a:pt x="8081105" y="956501"/>
                  <a:pt x="8095869" y="944785"/>
                  <a:pt x="8113967" y="944785"/>
                </a:cubicBezTo>
                <a:lnTo>
                  <a:pt x="8270844" y="944785"/>
                </a:lnTo>
                <a:cubicBezTo>
                  <a:pt x="8288941" y="944785"/>
                  <a:pt x="8303705" y="956501"/>
                  <a:pt x="8303705" y="970788"/>
                </a:cubicBezTo>
                <a:lnTo>
                  <a:pt x="8303705" y="1108615"/>
                </a:lnTo>
                <a:close/>
                <a:moveTo>
                  <a:pt x="8589550" y="1108615"/>
                </a:moveTo>
                <a:cubicBezTo>
                  <a:pt x="8589550" y="1122902"/>
                  <a:pt x="8574786" y="1134618"/>
                  <a:pt x="8556689" y="1134618"/>
                </a:cubicBezTo>
                <a:lnTo>
                  <a:pt x="8399812" y="1134618"/>
                </a:lnTo>
                <a:cubicBezTo>
                  <a:pt x="8381714" y="1134618"/>
                  <a:pt x="8366951" y="1122902"/>
                  <a:pt x="8366951" y="1108615"/>
                </a:cubicBezTo>
                <a:lnTo>
                  <a:pt x="8366951" y="970788"/>
                </a:lnTo>
                <a:cubicBezTo>
                  <a:pt x="8366951" y="956501"/>
                  <a:pt x="8381714" y="944785"/>
                  <a:pt x="8399812" y="944785"/>
                </a:cubicBezTo>
                <a:lnTo>
                  <a:pt x="8556689" y="944785"/>
                </a:lnTo>
                <a:cubicBezTo>
                  <a:pt x="8574786" y="944785"/>
                  <a:pt x="8589550" y="956501"/>
                  <a:pt x="8589550" y="970788"/>
                </a:cubicBezTo>
                <a:lnTo>
                  <a:pt x="8589550" y="1108615"/>
                </a:lnTo>
                <a:close/>
                <a:moveTo>
                  <a:pt x="8875395" y="1108615"/>
                </a:moveTo>
                <a:cubicBezTo>
                  <a:pt x="8875395" y="1122902"/>
                  <a:pt x="8860631" y="1134618"/>
                  <a:pt x="8842534" y="1134618"/>
                </a:cubicBezTo>
                <a:lnTo>
                  <a:pt x="8685657" y="1134618"/>
                </a:lnTo>
                <a:cubicBezTo>
                  <a:pt x="8667559" y="1134618"/>
                  <a:pt x="8652796" y="1122902"/>
                  <a:pt x="8652796" y="1108615"/>
                </a:cubicBezTo>
                <a:lnTo>
                  <a:pt x="8652796" y="970788"/>
                </a:lnTo>
                <a:cubicBezTo>
                  <a:pt x="8652796" y="956501"/>
                  <a:pt x="8667559" y="944785"/>
                  <a:pt x="8685657" y="944785"/>
                </a:cubicBezTo>
                <a:lnTo>
                  <a:pt x="8842534" y="944785"/>
                </a:lnTo>
                <a:cubicBezTo>
                  <a:pt x="8860631" y="944785"/>
                  <a:pt x="8875395" y="956501"/>
                  <a:pt x="8875395" y="970788"/>
                </a:cubicBezTo>
                <a:lnTo>
                  <a:pt x="8875395" y="1108615"/>
                </a:lnTo>
                <a:close/>
                <a:moveTo>
                  <a:pt x="9161240" y="1108615"/>
                </a:moveTo>
                <a:cubicBezTo>
                  <a:pt x="9161240" y="1122902"/>
                  <a:pt x="9146477" y="1134618"/>
                  <a:pt x="9128379" y="1134618"/>
                </a:cubicBezTo>
                <a:lnTo>
                  <a:pt x="8971502" y="1134618"/>
                </a:lnTo>
                <a:cubicBezTo>
                  <a:pt x="8953405" y="1134618"/>
                  <a:pt x="8938641" y="1122902"/>
                  <a:pt x="8938641" y="1108615"/>
                </a:cubicBezTo>
                <a:lnTo>
                  <a:pt x="8938641" y="970788"/>
                </a:lnTo>
                <a:cubicBezTo>
                  <a:pt x="8938641" y="956501"/>
                  <a:pt x="8953405" y="944785"/>
                  <a:pt x="8971502" y="944785"/>
                </a:cubicBezTo>
                <a:lnTo>
                  <a:pt x="9128379" y="944785"/>
                </a:lnTo>
                <a:cubicBezTo>
                  <a:pt x="9146477" y="944785"/>
                  <a:pt x="9161240" y="956501"/>
                  <a:pt x="9161240" y="970788"/>
                </a:cubicBezTo>
                <a:lnTo>
                  <a:pt x="9161240" y="1108615"/>
                </a:lnTo>
                <a:close/>
                <a:moveTo>
                  <a:pt x="9447086" y="1108615"/>
                </a:moveTo>
                <a:cubicBezTo>
                  <a:pt x="9447086" y="1122902"/>
                  <a:pt x="9432322" y="1134618"/>
                  <a:pt x="9414224" y="1134618"/>
                </a:cubicBezTo>
                <a:lnTo>
                  <a:pt x="9257348" y="1134618"/>
                </a:lnTo>
                <a:cubicBezTo>
                  <a:pt x="9239250" y="1134618"/>
                  <a:pt x="9224486" y="1122902"/>
                  <a:pt x="9224486" y="1108615"/>
                </a:cubicBezTo>
                <a:lnTo>
                  <a:pt x="9224486" y="970788"/>
                </a:lnTo>
                <a:cubicBezTo>
                  <a:pt x="9224486" y="956501"/>
                  <a:pt x="9239250" y="944785"/>
                  <a:pt x="9257348" y="944785"/>
                </a:cubicBezTo>
                <a:lnTo>
                  <a:pt x="9414224" y="944785"/>
                </a:lnTo>
                <a:cubicBezTo>
                  <a:pt x="9432322" y="944785"/>
                  <a:pt x="9447086" y="956501"/>
                  <a:pt x="9447086" y="970788"/>
                </a:cubicBezTo>
                <a:lnTo>
                  <a:pt x="9447086" y="1108615"/>
                </a:lnTo>
                <a:close/>
                <a:moveTo>
                  <a:pt x="9732931" y="1108615"/>
                </a:moveTo>
                <a:cubicBezTo>
                  <a:pt x="9732931" y="1122902"/>
                  <a:pt x="9718167" y="1134618"/>
                  <a:pt x="9700070" y="1134618"/>
                </a:cubicBezTo>
                <a:lnTo>
                  <a:pt x="9543192" y="1134618"/>
                </a:lnTo>
                <a:cubicBezTo>
                  <a:pt x="9525095" y="1134618"/>
                  <a:pt x="9510332" y="1122902"/>
                  <a:pt x="9510332" y="1108615"/>
                </a:cubicBezTo>
                <a:lnTo>
                  <a:pt x="9510332" y="970788"/>
                </a:lnTo>
                <a:cubicBezTo>
                  <a:pt x="9510332" y="956501"/>
                  <a:pt x="9525095" y="944785"/>
                  <a:pt x="9543192" y="944785"/>
                </a:cubicBezTo>
                <a:lnTo>
                  <a:pt x="9700070" y="944785"/>
                </a:lnTo>
                <a:cubicBezTo>
                  <a:pt x="9718167" y="944785"/>
                  <a:pt x="9732931" y="956501"/>
                  <a:pt x="9732931" y="970788"/>
                </a:cubicBezTo>
                <a:lnTo>
                  <a:pt x="9732931" y="1108615"/>
                </a:lnTo>
                <a:close/>
                <a:moveTo>
                  <a:pt x="10018776" y="1108615"/>
                </a:moveTo>
                <a:cubicBezTo>
                  <a:pt x="10018776" y="1122902"/>
                  <a:pt x="10004013" y="1134618"/>
                  <a:pt x="9985915" y="1134618"/>
                </a:cubicBezTo>
                <a:lnTo>
                  <a:pt x="9829038" y="1134618"/>
                </a:lnTo>
                <a:cubicBezTo>
                  <a:pt x="9810941" y="1134618"/>
                  <a:pt x="9796176" y="1122902"/>
                  <a:pt x="9796176" y="1108615"/>
                </a:cubicBezTo>
                <a:lnTo>
                  <a:pt x="9796176" y="970788"/>
                </a:lnTo>
                <a:cubicBezTo>
                  <a:pt x="9796176" y="956501"/>
                  <a:pt x="9810941" y="944785"/>
                  <a:pt x="9829038" y="944785"/>
                </a:cubicBezTo>
                <a:lnTo>
                  <a:pt x="9985915" y="944785"/>
                </a:lnTo>
                <a:cubicBezTo>
                  <a:pt x="10004013" y="944785"/>
                  <a:pt x="10018776" y="956501"/>
                  <a:pt x="10018776" y="970788"/>
                </a:cubicBezTo>
                <a:lnTo>
                  <a:pt x="10018776" y="1108615"/>
                </a:lnTo>
                <a:close/>
                <a:moveTo>
                  <a:pt x="10304621" y="1108615"/>
                </a:moveTo>
                <a:cubicBezTo>
                  <a:pt x="10304621" y="1122902"/>
                  <a:pt x="10289858" y="1134618"/>
                  <a:pt x="10271760" y="1134618"/>
                </a:cubicBezTo>
                <a:lnTo>
                  <a:pt x="10114884" y="1134618"/>
                </a:lnTo>
                <a:cubicBezTo>
                  <a:pt x="10096786" y="1134618"/>
                  <a:pt x="10082022" y="1122902"/>
                  <a:pt x="10082022" y="1108615"/>
                </a:cubicBezTo>
                <a:lnTo>
                  <a:pt x="10082022" y="970788"/>
                </a:lnTo>
                <a:cubicBezTo>
                  <a:pt x="10082022" y="956501"/>
                  <a:pt x="10096786" y="944785"/>
                  <a:pt x="10114884" y="944785"/>
                </a:cubicBezTo>
                <a:lnTo>
                  <a:pt x="10271760" y="944785"/>
                </a:lnTo>
                <a:cubicBezTo>
                  <a:pt x="10289858" y="944785"/>
                  <a:pt x="10304621" y="956501"/>
                  <a:pt x="10304621" y="970788"/>
                </a:cubicBezTo>
                <a:lnTo>
                  <a:pt x="10304621" y="1108615"/>
                </a:lnTo>
                <a:close/>
                <a:moveTo>
                  <a:pt x="10590466" y="1108615"/>
                </a:moveTo>
                <a:cubicBezTo>
                  <a:pt x="10590466" y="1122902"/>
                  <a:pt x="10575703" y="1134618"/>
                  <a:pt x="10557606" y="1134618"/>
                </a:cubicBezTo>
                <a:lnTo>
                  <a:pt x="10400728" y="1134618"/>
                </a:lnTo>
                <a:cubicBezTo>
                  <a:pt x="10382631" y="1134618"/>
                  <a:pt x="10367867" y="1122902"/>
                  <a:pt x="10367867" y="1108615"/>
                </a:cubicBezTo>
                <a:lnTo>
                  <a:pt x="10367867" y="970788"/>
                </a:lnTo>
                <a:cubicBezTo>
                  <a:pt x="10367867" y="956501"/>
                  <a:pt x="10382631" y="944785"/>
                  <a:pt x="10400728" y="944785"/>
                </a:cubicBezTo>
                <a:lnTo>
                  <a:pt x="10557606" y="944785"/>
                </a:lnTo>
                <a:cubicBezTo>
                  <a:pt x="10575703" y="944785"/>
                  <a:pt x="10590466" y="956501"/>
                  <a:pt x="10590466" y="970788"/>
                </a:cubicBezTo>
                <a:lnTo>
                  <a:pt x="10590466" y="1108615"/>
                </a:lnTo>
                <a:close/>
                <a:moveTo>
                  <a:pt x="10876312" y="1108615"/>
                </a:moveTo>
                <a:cubicBezTo>
                  <a:pt x="10876312" y="1122902"/>
                  <a:pt x="10861547" y="1134618"/>
                  <a:pt x="10843451" y="1134618"/>
                </a:cubicBezTo>
                <a:lnTo>
                  <a:pt x="10686573" y="1134618"/>
                </a:lnTo>
                <a:cubicBezTo>
                  <a:pt x="10668477" y="1134618"/>
                  <a:pt x="10653712" y="1122902"/>
                  <a:pt x="10653712" y="1108615"/>
                </a:cubicBezTo>
                <a:lnTo>
                  <a:pt x="10653712" y="970788"/>
                </a:lnTo>
                <a:cubicBezTo>
                  <a:pt x="10653712" y="956501"/>
                  <a:pt x="10668477" y="944785"/>
                  <a:pt x="10686573" y="944785"/>
                </a:cubicBezTo>
                <a:lnTo>
                  <a:pt x="10843451" y="944785"/>
                </a:lnTo>
                <a:cubicBezTo>
                  <a:pt x="10861547" y="944785"/>
                  <a:pt x="10876312" y="956501"/>
                  <a:pt x="10876312" y="970788"/>
                </a:cubicBezTo>
                <a:lnTo>
                  <a:pt x="10876312" y="1108615"/>
                </a:lnTo>
                <a:close/>
                <a:moveTo>
                  <a:pt x="5644706" y="721043"/>
                </a:moveTo>
                <a:lnTo>
                  <a:pt x="5644706" y="413575"/>
                </a:lnTo>
                <a:cubicBezTo>
                  <a:pt x="5644706" y="356330"/>
                  <a:pt x="5703856" y="309467"/>
                  <a:pt x="5776246" y="309467"/>
                </a:cubicBezTo>
                <a:lnTo>
                  <a:pt x="6307455" y="309467"/>
                </a:lnTo>
                <a:cubicBezTo>
                  <a:pt x="6379845" y="309467"/>
                  <a:pt x="6438996" y="356330"/>
                  <a:pt x="6438996" y="413575"/>
                </a:cubicBezTo>
                <a:lnTo>
                  <a:pt x="6438996" y="721043"/>
                </a:lnTo>
                <a:cubicBezTo>
                  <a:pt x="6438996" y="778288"/>
                  <a:pt x="6379845" y="825151"/>
                  <a:pt x="6307455" y="825151"/>
                </a:cubicBezTo>
                <a:lnTo>
                  <a:pt x="5776246" y="825151"/>
                </a:lnTo>
                <a:cubicBezTo>
                  <a:pt x="5703856" y="825151"/>
                  <a:pt x="5644706" y="778288"/>
                  <a:pt x="5644706" y="721043"/>
                </a:cubicBezTo>
                <a:close/>
                <a:moveTo>
                  <a:pt x="6724841" y="721043"/>
                </a:moveTo>
                <a:lnTo>
                  <a:pt x="6724841" y="413575"/>
                </a:lnTo>
                <a:cubicBezTo>
                  <a:pt x="6724841" y="356330"/>
                  <a:pt x="6783991" y="309467"/>
                  <a:pt x="6856381" y="309467"/>
                </a:cubicBezTo>
                <a:lnTo>
                  <a:pt x="7387590" y="309467"/>
                </a:lnTo>
                <a:cubicBezTo>
                  <a:pt x="7459980" y="309467"/>
                  <a:pt x="7519130" y="356330"/>
                  <a:pt x="7519130" y="413575"/>
                </a:cubicBezTo>
                <a:lnTo>
                  <a:pt x="7519130" y="721043"/>
                </a:lnTo>
                <a:cubicBezTo>
                  <a:pt x="7519130" y="778288"/>
                  <a:pt x="7459980" y="825151"/>
                  <a:pt x="7387590" y="825151"/>
                </a:cubicBezTo>
                <a:lnTo>
                  <a:pt x="6856381" y="825151"/>
                </a:lnTo>
                <a:cubicBezTo>
                  <a:pt x="6783991" y="825151"/>
                  <a:pt x="6724841" y="778288"/>
                  <a:pt x="6724841" y="721043"/>
                </a:cubicBezTo>
                <a:close/>
                <a:moveTo>
                  <a:pt x="7804976" y="721043"/>
                </a:moveTo>
                <a:lnTo>
                  <a:pt x="7804976" y="413575"/>
                </a:lnTo>
                <a:cubicBezTo>
                  <a:pt x="7804976" y="356330"/>
                  <a:pt x="7864126" y="309467"/>
                  <a:pt x="7936516" y="309467"/>
                </a:cubicBezTo>
                <a:lnTo>
                  <a:pt x="8467725" y="309467"/>
                </a:lnTo>
                <a:cubicBezTo>
                  <a:pt x="8540115" y="309467"/>
                  <a:pt x="8599265" y="356330"/>
                  <a:pt x="8599265" y="413575"/>
                </a:cubicBezTo>
                <a:lnTo>
                  <a:pt x="8599265" y="721043"/>
                </a:lnTo>
                <a:cubicBezTo>
                  <a:pt x="8599265" y="778288"/>
                  <a:pt x="8540115" y="825151"/>
                  <a:pt x="8467725" y="825151"/>
                </a:cubicBezTo>
                <a:lnTo>
                  <a:pt x="7936516" y="825151"/>
                </a:lnTo>
                <a:cubicBezTo>
                  <a:pt x="7864126" y="825151"/>
                  <a:pt x="7804976" y="778288"/>
                  <a:pt x="7804976" y="721043"/>
                </a:cubicBezTo>
                <a:close/>
                <a:moveTo>
                  <a:pt x="8885111" y="721043"/>
                </a:moveTo>
                <a:lnTo>
                  <a:pt x="8885111" y="413575"/>
                </a:lnTo>
                <a:cubicBezTo>
                  <a:pt x="8885111" y="356330"/>
                  <a:pt x="8944261" y="309467"/>
                  <a:pt x="9016651" y="309467"/>
                </a:cubicBezTo>
                <a:lnTo>
                  <a:pt x="9547860" y="309467"/>
                </a:lnTo>
                <a:cubicBezTo>
                  <a:pt x="9620250" y="309467"/>
                  <a:pt x="9679400" y="356330"/>
                  <a:pt x="9679400" y="413575"/>
                </a:cubicBezTo>
                <a:lnTo>
                  <a:pt x="9679400" y="721043"/>
                </a:lnTo>
                <a:cubicBezTo>
                  <a:pt x="9679400" y="778288"/>
                  <a:pt x="9620250" y="825151"/>
                  <a:pt x="9547860" y="825151"/>
                </a:cubicBezTo>
                <a:lnTo>
                  <a:pt x="9016651" y="825151"/>
                </a:lnTo>
                <a:cubicBezTo>
                  <a:pt x="8944261" y="825151"/>
                  <a:pt x="8885111" y="778288"/>
                  <a:pt x="8885111" y="721043"/>
                </a:cubicBezTo>
                <a:close/>
                <a:moveTo>
                  <a:pt x="9965245" y="721043"/>
                </a:moveTo>
                <a:lnTo>
                  <a:pt x="9965245" y="413575"/>
                </a:lnTo>
                <a:cubicBezTo>
                  <a:pt x="9965245" y="356330"/>
                  <a:pt x="10024396" y="309467"/>
                  <a:pt x="10096786" y="309467"/>
                </a:cubicBezTo>
                <a:lnTo>
                  <a:pt x="10627995" y="309467"/>
                </a:lnTo>
                <a:cubicBezTo>
                  <a:pt x="10700385" y="309467"/>
                  <a:pt x="10759535" y="356330"/>
                  <a:pt x="10759535" y="413575"/>
                </a:cubicBezTo>
                <a:lnTo>
                  <a:pt x="10759535" y="721043"/>
                </a:lnTo>
                <a:cubicBezTo>
                  <a:pt x="10759535" y="778288"/>
                  <a:pt x="10700385" y="825151"/>
                  <a:pt x="10627995" y="825151"/>
                </a:cubicBezTo>
                <a:lnTo>
                  <a:pt x="10096786" y="825151"/>
                </a:lnTo>
                <a:cubicBezTo>
                  <a:pt x="10024396" y="825151"/>
                  <a:pt x="9965245" y="778288"/>
                  <a:pt x="9965245" y="721043"/>
                </a:cubicBezTo>
                <a:close/>
              </a:path>
            </a:pathLst>
          </a:custGeom>
          <a:solidFill>
            <a:srgbClr val="FFFFFF">
              <a:alpha val="352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03000" y="287775"/>
            <a:ext cx="8538000" cy="456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1382106" y="2571750"/>
            <a:ext cx="6728400" cy="9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1939725" y="1666050"/>
            <a:ext cx="1474500" cy="90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"/>
          <p:cNvPicPr preferRelativeResize="0"/>
          <p:nvPr/>
        </p:nvPicPr>
        <p:blipFill rotWithShape="1">
          <a:blip r:embed="rId2">
            <a:alphaModFix amt="15000"/>
          </a:blip>
          <a:srcRect t="9" b="19"/>
          <a:stretch/>
        </p:blipFill>
        <p:spPr>
          <a:xfrm>
            <a:off x="0" y="0"/>
            <a:ext cx="9144002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4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/>
          <p:nvPr/>
        </p:nvSpPr>
        <p:spPr>
          <a:xfrm rot="-528198">
            <a:off x="4088619" y="4788831"/>
            <a:ext cx="6041438" cy="733546"/>
          </a:xfrm>
          <a:custGeom>
            <a:avLst/>
            <a:gdLst/>
            <a:ahLst/>
            <a:cxnLst/>
            <a:rect l="l" t="t" r="r" b="b"/>
            <a:pathLst>
              <a:path w="10566844" h="1283017" extrusionOk="0">
                <a:moveTo>
                  <a:pt x="5283423" y="0"/>
                </a:moveTo>
                <a:lnTo>
                  <a:pt x="0" y="0"/>
                </a:lnTo>
                <a:lnTo>
                  <a:pt x="0" y="1283018"/>
                </a:lnTo>
                <a:lnTo>
                  <a:pt x="10566845" y="1283018"/>
                </a:lnTo>
                <a:lnTo>
                  <a:pt x="10566845" y="0"/>
                </a:lnTo>
                <a:lnTo>
                  <a:pt x="5283423" y="0"/>
                </a:lnTo>
                <a:close/>
                <a:moveTo>
                  <a:pt x="254222" y="1220057"/>
                </a:moveTo>
                <a:cubicBezTo>
                  <a:pt x="254222" y="1235774"/>
                  <a:pt x="239935" y="1248728"/>
                  <a:pt x="222409" y="1248728"/>
                </a:cubicBezTo>
                <a:lnTo>
                  <a:pt x="70866" y="1248728"/>
                </a:lnTo>
                <a:cubicBezTo>
                  <a:pt x="53435" y="1248728"/>
                  <a:pt x="39053" y="1235869"/>
                  <a:pt x="39053" y="1220057"/>
                </a:cubicBezTo>
                <a:lnTo>
                  <a:pt x="39053" y="1068324"/>
                </a:lnTo>
                <a:cubicBezTo>
                  <a:pt x="39053" y="1052608"/>
                  <a:pt x="53340" y="1039654"/>
                  <a:pt x="70866" y="1039654"/>
                </a:cubicBezTo>
                <a:lnTo>
                  <a:pt x="222409" y="1039654"/>
                </a:lnTo>
                <a:cubicBezTo>
                  <a:pt x="239840" y="1039654"/>
                  <a:pt x="254222" y="1052513"/>
                  <a:pt x="254222" y="1068324"/>
                </a:cubicBezTo>
                <a:lnTo>
                  <a:pt x="254222" y="1220057"/>
                </a:lnTo>
                <a:close/>
                <a:moveTo>
                  <a:pt x="530447" y="1220057"/>
                </a:moveTo>
                <a:cubicBezTo>
                  <a:pt x="530447" y="1235774"/>
                  <a:pt x="516160" y="1248728"/>
                  <a:pt x="498634" y="1248728"/>
                </a:cubicBezTo>
                <a:lnTo>
                  <a:pt x="347091" y="1248728"/>
                </a:lnTo>
                <a:cubicBezTo>
                  <a:pt x="329660" y="1248728"/>
                  <a:pt x="315278" y="1235869"/>
                  <a:pt x="315278" y="1220057"/>
                </a:cubicBezTo>
                <a:lnTo>
                  <a:pt x="315278" y="1068324"/>
                </a:lnTo>
                <a:cubicBezTo>
                  <a:pt x="315278" y="1052608"/>
                  <a:pt x="329565" y="1039654"/>
                  <a:pt x="347091" y="1039654"/>
                </a:cubicBezTo>
                <a:lnTo>
                  <a:pt x="498634" y="1039654"/>
                </a:lnTo>
                <a:cubicBezTo>
                  <a:pt x="516065" y="1039654"/>
                  <a:pt x="530447" y="1052513"/>
                  <a:pt x="530447" y="1068324"/>
                </a:cubicBezTo>
                <a:lnTo>
                  <a:pt x="530447" y="1220057"/>
                </a:lnTo>
                <a:close/>
                <a:moveTo>
                  <a:pt x="806672" y="1220057"/>
                </a:moveTo>
                <a:cubicBezTo>
                  <a:pt x="806672" y="1235774"/>
                  <a:pt x="792385" y="1248728"/>
                  <a:pt x="774859" y="1248728"/>
                </a:cubicBezTo>
                <a:lnTo>
                  <a:pt x="623316" y="1248728"/>
                </a:lnTo>
                <a:cubicBezTo>
                  <a:pt x="605885" y="1248728"/>
                  <a:pt x="591503" y="1235869"/>
                  <a:pt x="591503" y="1220057"/>
                </a:cubicBezTo>
                <a:lnTo>
                  <a:pt x="591503" y="1068324"/>
                </a:lnTo>
                <a:cubicBezTo>
                  <a:pt x="591503" y="1052608"/>
                  <a:pt x="605790" y="1039654"/>
                  <a:pt x="623316" y="1039654"/>
                </a:cubicBezTo>
                <a:lnTo>
                  <a:pt x="774859" y="1039654"/>
                </a:lnTo>
                <a:cubicBezTo>
                  <a:pt x="792290" y="1039654"/>
                  <a:pt x="806672" y="1052513"/>
                  <a:pt x="806672" y="1068324"/>
                </a:cubicBezTo>
                <a:lnTo>
                  <a:pt x="806672" y="1220057"/>
                </a:lnTo>
                <a:close/>
                <a:moveTo>
                  <a:pt x="1082897" y="1220057"/>
                </a:moveTo>
                <a:cubicBezTo>
                  <a:pt x="1082897" y="1235774"/>
                  <a:pt x="1068610" y="1248728"/>
                  <a:pt x="1051084" y="1248728"/>
                </a:cubicBezTo>
                <a:lnTo>
                  <a:pt x="899541" y="1248728"/>
                </a:lnTo>
                <a:cubicBezTo>
                  <a:pt x="882110" y="1248728"/>
                  <a:pt x="867728" y="1235869"/>
                  <a:pt x="867728" y="1220057"/>
                </a:cubicBezTo>
                <a:lnTo>
                  <a:pt x="867728" y="1068324"/>
                </a:lnTo>
                <a:cubicBezTo>
                  <a:pt x="867728" y="1052608"/>
                  <a:pt x="882015" y="1039654"/>
                  <a:pt x="899541" y="1039654"/>
                </a:cubicBezTo>
                <a:lnTo>
                  <a:pt x="1051084" y="1039654"/>
                </a:lnTo>
                <a:cubicBezTo>
                  <a:pt x="1068515" y="1039654"/>
                  <a:pt x="1082897" y="1052513"/>
                  <a:pt x="1082897" y="1068324"/>
                </a:cubicBezTo>
                <a:lnTo>
                  <a:pt x="1082897" y="1220057"/>
                </a:lnTo>
                <a:close/>
                <a:moveTo>
                  <a:pt x="1359122" y="1220057"/>
                </a:moveTo>
                <a:cubicBezTo>
                  <a:pt x="1359122" y="1235774"/>
                  <a:pt x="1344835" y="1248728"/>
                  <a:pt x="1327309" y="1248728"/>
                </a:cubicBezTo>
                <a:lnTo>
                  <a:pt x="1175766" y="1248728"/>
                </a:lnTo>
                <a:cubicBezTo>
                  <a:pt x="1158335" y="1248728"/>
                  <a:pt x="1143953" y="1235869"/>
                  <a:pt x="1143953" y="1220057"/>
                </a:cubicBezTo>
                <a:lnTo>
                  <a:pt x="1143953" y="1068324"/>
                </a:lnTo>
                <a:cubicBezTo>
                  <a:pt x="1143953" y="1052608"/>
                  <a:pt x="1158240" y="1039654"/>
                  <a:pt x="1175766" y="1039654"/>
                </a:cubicBezTo>
                <a:lnTo>
                  <a:pt x="1327309" y="1039654"/>
                </a:lnTo>
                <a:cubicBezTo>
                  <a:pt x="1344739" y="1039654"/>
                  <a:pt x="1359122" y="1052513"/>
                  <a:pt x="1359122" y="1068324"/>
                </a:cubicBezTo>
                <a:lnTo>
                  <a:pt x="1359122" y="1220057"/>
                </a:lnTo>
                <a:close/>
                <a:moveTo>
                  <a:pt x="1635347" y="1220057"/>
                </a:moveTo>
                <a:cubicBezTo>
                  <a:pt x="1635347" y="1235774"/>
                  <a:pt x="1621060" y="1248728"/>
                  <a:pt x="1603534" y="1248728"/>
                </a:cubicBezTo>
                <a:lnTo>
                  <a:pt x="1451991" y="1248728"/>
                </a:lnTo>
                <a:cubicBezTo>
                  <a:pt x="1434560" y="1248728"/>
                  <a:pt x="1420178" y="1235869"/>
                  <a:pt x="1420178" y="1220057"/>
                </a:cubicBezTo>
                <a:lnTo>
                  <a:pt x="1420178" y="1068324"/>
                </a:lnTo>
                <a:cubicBezTo>
                  <a:pt x="1420178" y="1052608"/>
                  <a:pt x="1434465" y="1039654"/>
                  <a:pt x="1451991" y="1039654"/>
                </a:cubicBezTo>
                <a:lnTo>
                  <a:pt x="1603534" y="1039654"/>
                </a:lnTo>
                <a:cubicBezTo>
                  <a:pt x="1620964" y="1039654"/>
                  <a:pt x="1635347" y="1052513"/>
                  <a:pt x="1635347" y="1068324"/>
                </a:cubicBezTo>
                <a:lnTo>
                  <a:pt x="1635347" y="1220057"/>
                </a:lnTo>
                <a:close/>
                <a:moveTo>
                  <a:pt x="1911572" y="1220057"/>
                </a:moveTo>
                <a:cubicBezTo>
                  <a:pt x="1911572" y="1235774"/>
                  <a:pt x="1897285" y="1248728"/>
                  <a:pt x="1879759" y="1248728"/>
                </a:cubicBezTo>
                <a:lnTo>
                  <a:pt x="1728216" y="1248728"/>
                </a:lnTo>
                <a:cubicBezTo>
                  <a:pt x="1710785" y="1248728"/>
                  <a:pt x="1696403" y="1235869"/>
                  <a:pt x="1696403" y="1220057"/>
                </a:cubicBezTo>
                <a:lnTo>
                  <a:pt x="1696403" y="1068324"/>
                </a:lnTo>
                <a:cubicBezTo>
                  <a:pt x="1696403" y="1052608"/>
                  <a:pt x="1710690" y="1039654"/>
                  <a:pt x="1728216" y="1039654"/>
                </a:cubicBezTo>
                <a:lnTo>
                  <a:pt x="1879759" y="1039654"/>
                </a:lnTo>
                <a:cubicBezTo>
                  <a:pt x="1897189" y="1039654"/>
                  <a:pt x="1911572" y="1052513"/>
                  <a:pt x="1911572" y="1068324"/>
                </a:cubicBezTo>
                <a:lnTo>
                  <a:pt x="1911572" y="1220057"/>
                </a:lnTo>
                <a:close/>
                <a:moveTo>
                  <a:pt x="2187797" y="1220057"/>
                </a:moveTo>
                <a:cubicBezTo>
                  <a:pt x="2187797" y="1235774"/>
                  <a:pt x="2173510" y="1248728"/>
                  <a:pt x="2155984" y="1248728"/>
                </a:cubicBezTo>
                <a:lnTo>
                  <a:pt x="2004441" y="1248728"/>
                </a:lnTo>
                <a:cubicBezTo>
                  <a:pt x="1987010" y="1248728"/>
                  <a:pt x="1972628" y="1235869"/>
                  <a:pt x="1972628" y="1220057"/>
                </a:cubicBezTo>
                <a:lnTo>
                  <a:pt x="1972628" y="1068324"/>
                </a:lnTo>
                <a:cubicBezTo>
                  <a:pt x="1972628" y="1052608"/>
                  <a:pt x="1986915" y="1039654"/>
                  <a:pt x="2004441" y="1039654"/>
                </a:cubicBezTo>
                <a:lnTo>
                  <a:pt x="2155984" y="1039654"/>
                </a:lnTo>
                <a:cubicBezTo>
                  <a:pt x="2173415" y="1039654"/>
                  <a:pt x="2187797" y="1052513"/>
                  <a:pt x="2187797" y="1068324"/>
                </a:cubicBezTo>
                <a:lnTo>
                  <a:pt x="2187797" y="1220057"/>
                </a:lnTo>
                <a:close/>
                <a:moveTo>
                  <a:pt x="2464022" y="1220057"/>
                </a:moveTo>
                <a:cubicBezTo>
                  <a:pt x="2464022" y="1235774"/>
                  <a:pt x="2449735" y="1248728"/>
                  <a:pt x="2432209" y="1248728"/>
                </a:cubicBezTo>
                <a:lnTo>
                  <a:pt x="2280666" y="1248728"/>
                </a:lnTo>
                <a:cubicBezTo>
                  <a:pt x="2263235" y="1248728"/>
                  <a:pt x="2248853" y="1235869"/>
                  <a:pt x="2248853" y="1220057"/>
                </a:cubicBezTo>
                <a:lnTo>
                  <a:pt x="2248853" y="1068324"/>
                </a:lnTo>
                <a:cubicBezTo>
                  <a:pt x="2248853" y="1052608"/>
                  <a:pt x="2263140" y="1039654"/>
                  <a:pt x="2280666" y="1039654"/>
                </a:cubicBezTo>
                <a:lnTo>
                  <a:pt x="2432209" y="1039654"/>
                </a:lnTo>
                <a:cubicBezTo>
                  <a:pt x="2449640" y="1039654"/>
                  <a:pt x="2464022" y="1052513"/>
                  <a:pt x="2464022" y="1068324"/>
                </a:cubicBezTo>
                <a:lnTo>
                  <a:pt x="2464022" y="1220057"/>
                </a:lnTo>
                <a:close/>
                <a:moveTo>
                  <a:pt x="2740247" y="1220057"/>
                </a:moveTo>
                <a:cubicBezTo>
                  <a:pt x="2740247" y="1235774"/>
                  <a:pt x="2725960" y="1248728"/>
                  <a:pt x="2708434" y="1248728"/>
                </a:cubicBezTo>
                <a:lnTo>
                  <a:pt x="2556891" y="1248728"/>
                </a:lnTo>
                <a:cubicBezTo>
                  <a:pt x="2539460" y="1248728"/>
                  <a:pt x="2525078" y="1235869"/>
                  <a:pt x="2525078" y="1220057"/>
                </a:cubicBezTo>
                <a:lnTo>
                  <a:pt x="2525078" y="1068324"/>
                </a:lnTo>
                <a:cubicBezTo>
                  <a:pt x="2525078" y="1052608"/>
                  <a:pt x="2539365" y="1039654"/>
                  <a:pt x="2556891" y="1039654"/>
                </a:cubicBezTo>
                <a:lnTo>
                  <a:pt x="2708434" y="1039654"/>
                </a:lnTo>
                <a:cubicBezTo>
                  <a:pt x="2725865" y="1039654"/>
                  <a:pt x="2740247" y="1052513"/>
                  <a:pt x="2740247" y="1068324"/>
                </a:cubicBezTo>
                <a:lnTo>
                  <a:pt x="2740247" y="1220057"/>
                </a:lnTo>
                <a:close/>
                <a:moveTo>
                  <a:pt x="3016472" y="1220057"/>
                </a:moveTo>
                <a:cubicBezTo>
                  <a:pt x="3016472" y="1235774"/>
                  <a:pt x="3002185" y="1248728"/>
                  <a:pt x="2984659" y="1248728"/>
                </a:cubicBezTo>
                <a:lnTo>
                  <a:pt x="2833116" y="1248728"/>
                </a:lnTo>
                <a:cubicBezTo>
                  <a:pt x="2815685" y="1248728"/>
                  <a:pt x="2801303" y="1235869"/>
                  <a:pt x="2801303" y="1220057"/>
                </a:cubicBezTo>
                <a:lnTo>
                  <a:pt x="2801303" y="1068324"/>
                </a:lnTo>
                <a:cubicBezTo>
                  <a:pt x="2801303" y="1052608"/>
                  <a:pt x="2815590" y="1039654"/>
                  <a:pt x="2833116" y="1039654"/>
                </a:cubicBezTo>
                <a:lnTo>
                  <a:pt x="2984659" y="1039654"/>
                </a:lnTo>
                <a:cubicBezTo>
                  <a:pt x="3002090" y="1039654"/>
                  <a:pt x="3016472" y="1052513"/>
                  <a:pt x="3016472" y="1068324"/>
                </a:cubicBezTo>
                <a:lnTo>
                  <a:pt x="3016472" y="1220057"/>
                </a:lnTo>
                <a:close/>
                <a:moveTo>
                  <a:pt x="3292697" y="1220057"/>
                </a:moveTo>
                <a:cubicBezTo>
                  <a:pt x="3292697" y="1235774"/>
                  <a:pt x="3278410" y="1248728"/>
                  <a:pt x="3260884" y="1248728"/>
                </a:cubicBezTo>
                <a:lnTo>
                  <a:pt x="3109341" y="1248728"/>
                </a:lnTo>
                <a:cubicBezTo>
                  <a:pt x="3091910" y="1248728"/>
                  <a:pt x="3077528" y="1235869"/>
                  <a:pt x="3077528" y="1220057"/>
                </a:cubicBezTo>
                <a:lnTo>
                  <a:pt x="3077528" y="1068324"/>
                </a:lnTo>
                <a:cubicBezTo>
                  <a:pt x="3077528" y="1052608"/>
                  <a:pt x="3091815" y="1039654"/>
                  <a:pt x="3109341" y="1039654"/>
                </a:cubicBezTo>
                <a:lnTo>
                  <a:pt x="3260884" y="1039654"/>
                </a:lnTo>
                <a:cubicBezTo>
                  <a:pt x="3278315" y="1039654"/>
                  <a:pt x="3292697" y="1052513"/>
                  <a:pt x="3292697" y="1068324"/>
                </a:cubicBezTo>
                <a:lnTo>
                  <a:pt x="3292697" y="1220057"/>
                </a:lnTo>
                <a:close/>
                <a:moveTo>
                  <a:pt x="3568922" y="1220057"/>
                </a:moveTo>
                <a:cubicBezTo>
                  <a:pt x="3568922" y="1235774"/>
                  <a:pt x="3554635" y="1248728"/>
                  <a:pt x="3537109" y="1248728"/>
                </a:cubicBezTo>
                <a:lnTo>
                  <a:pt x="3385566" y="1248728"/>
                </a:lnTo>
                <a:cubicBezTo>
                  <a:pt x="3368135" y="1248728"/>
                  <a:pt x="3353753" y="1235869"/>
                  <a:pt x="3353753" y="1220057"/>
                </a:cubicBezTo>
                <a:lnTo>
                  <a:pt x="3353753" y="1068324"/>
                </a:lnTo>
                <a:cubicBezTo>
                  <a:pt x="3353753" y="1052608"/>
                  <a:pt x="3368040" y="1039654"/>
                  <a:pt x="3385566" y="1039654"/>
                </a:cubicBezTo>
                <a:lnTo>
                  <a:pt x="3537109" y="1039654"/>
                </a:lnTo>
                <a:cubicBezTo>
                  <a:pt x="3554540" y="1039654"/>
                  <a:pt x="3568922" y="1052513"/>
                  <a:pt x="3568922" y="1068324"/>
                </a:cubicBezTo>
                <a:lnTo>
                  <a:pt x="3568922" y="1220057"/>
                </a:lnTo>
                <a:close/>
                <a:moveTo>
                  <a:pt x="3845147" y="1220057"/>
                </a:moveTo>
                <a:cubicBezTo>
                  <a:pt x="3845147" y="1235774"/>
                  <a:pt x="3830860" y="1248728"/>
                  <a:pt x="3813334" y="1248728"/>
                </a:cubicBezTo>
                <a:lnTo>
                  <a:pt x="3661791" y="1248728"/>
                </a:lnTo>
                <a:cubicBezTo>
                  <a:pt x="3644360" y="1248728"/>
                  <a:pt x="3629978" y="1235869"/>
                  <a:pt x="3629978" y="1220057"/>
                </a:cubicBezTo>
                <a:lnTo>
                  <a:pt x="3629978" y="1068324"/>
                </a:lnTo>
                <a:cubicBezTo>
                  <a:pt x="3629978" y="1052608"/>
                  <a:pt x="3644265" y="1039654"/>
                  <a:pt x="3661791" y="1039654"/>
                </a:cubicBezTo>
                <a:lnTo>
                  <a:pt x="3813334" y="1039654"/>
                </a:lnTo>
                <a:cubicBezTo>
                  <a:pt x="3830765" y="1039654"/>
                  <a:pt x="3845147" y="1052513"/>
                  <a:pt x="3845147" y="1068324"/>
                </a:cubicBezTo>
                <a:lnTo>
                  <a:pt x="3845147" y="1220057"/>
                </a:lnTo>
                <a:close/>
                <a:moveTo>
                  <a:pt x="4121372" y="1220057"/>
                </a:moveTo>
                <a:cubicBezTo>
                  <a:pt x="4121372" y="1235774"/>
                  <a:pt x="4107085" y="1248728"/>
                  <a:pt x="4089559" y="1248728"/>
                </a:cubicBezTo>
                <a:lnTo>
                  <a:pt x="3938016" y="1248728"/>
                </a:lnTo>
                <a:cubicBezTo>
                  <a:pt x="3920585" y="1248728"/>
                  <a:pt x="3906203" y="1235869"/>
                  <a:pt x="3906203" y="1220057"/>
                </a:cubicBezTo>
                <a:lnTo>
                  <a:pt x="3906203" y="1068324"/>
                </a:lnTo>
                <a:cubicBezTo>
                  <a:pt x="3906203" y="1052608"/>
                  <a:pt x="3920490" y="1039654"/>
                  <a:pt x="3938016" y="1039654"/>
                </a:cubicBezTo>
                <a:lnTo>
                  <a:pt x="4089559" y="1039654"/>
                </a:lnTo>
                <a:cubicBezTo>
                  <a:pt x="4106990" y="1039654"/>
                  <a:pt x="4121372" y="1052513"/>
                  <a:pt x="4121372" y="1068324"/>
                </a:cubicBezTo>
                <a:lnTo>
                  <a:pt x="4121372" y="1220057"/>
                </a:lnTo>
                <a:close/>
                <a:moveTo>
                  <a:pt x="4397598" y="1220057"/>
                </a:moveTo>
                <a:cubicBezTo>
                  <a:pt x="4397598" y="1235774"/>
                  <a:pt x="4383310" y="1248728"/>
                  <a:pt x="4365784" y="1248728"/>
                </a:cubicBezTo>
                <a:lnTo>
                  <a:pt x="4214241" y="1248728"/>
                </a:lnTo>
                <a:cubicBezTo>
                  <a:pt x="4196810" y="1248728"/>
                  <a:pt x="4182428" y="1235869"/>
                  <a:pt x="4182428" y="1220057"/>
                </a:cubicBezTo>
                <a:lnTo>
                  <a:pt x="4182428" y="1068324"/>
                </a:lnTo>
                <a:cubicBezTo>
                  <a:pt x="4182428" y="1052608"/>
                  <a:pt x="4196715" y="1039654"/>
                  <a:pt x="4214241" y="1039654"/>
                </a:cubicBezTo>
                <a:lnTo>
                  <a:pt x="4365784" y="1039654"/>
                </a:lnTo>
                <a:cubicBezTo>
                  <a:pt x="4383215" y="1039654"/>
                  <a:pt x="4397598" y="1052513"/>
                  <a:pt x="4397598" y="1068324"/>
                </a:cubicBezTo>
                <a:lnTo>
                  <a:pt x="4397598" y="1220057"/>
                </a:lnTo>
                <a:close/>
                <a:moveTo>
                  <a:pt x="4673823" y="1220057"/>
                </a:moveTo>
                <a:cubicBezTo>
                  <a:pt x="4673823" y="1235774"/>
                  <a:pt x="4659535" y="1248728"/>
                  <a:pt x="4642009" y="1248728"/>
                </a:cubicBezTo>
                <a:lnTo>
                  <a:pt x="4490466" y="1248728"/>
                </a:lnTo>
                <a:cubicBezTo>
                  <a:pt x="4473035" y="1248728"/>
                  <a:pt x="4458653" y="1235869"/>
                  <a:pt x="4458653" y="1220057"/>
                </a:cubicBezTo>
                <a:lnTo>
                  <a:pt x="4458653" y="1068324"/>
                </a:lnTo>
                <a:cubicBezTo>
                  <a:pt x="4458653" y="1052608"/>
                  <a:pt x="4472940" y="1039654"/>
                  <a:pt x="4490466" y="1039654"/>
                </a:cubicBezTo>
                <a:lnTo>
                  <a:pt x="4642009" y="1039654"/>
                </a:lnTo>
                <a:cubicBezTo>
                  <a:pt x="4659440" y="1039654"/>
                  <a:pt x="4673823" y="1052513"/>
                  <a:pt x="4673823" y="1068324"/>
                </a:cubicBezTo>
                <a:lnTo>
                  <a:pt x="4673823" y="1220057"/>
                </a:lnTo>
                <a:close/>
                <a:moveTo>
                  <a:pt x="4950048" y="1220057"/>
                </a:moveTo>
                <a:cubicBezTo>
                  <a:pt x="4950048" y="1235774"/>
                  <a:pt x="4935760" y="1248728"/>
                  <a:pt x="4918234" y="1248728"/>
                </a:cubicBezTo>
                <a:lnTo>
                  <a:pt x="4766691" y="1248728"/>
                </a:lnTo>
                <a:cubicBezTo>
                  <a:pt x="4749260" y="1248728"/>
                  <a:pt x="4734878" y="1235869"/>
                  <a:pt x="4734878" y="1220057"/>
                </a:cubicBezTo>
                <a:lnTo>
                  <a:pt x="4734878" y="1068324"/>
                </a:lnTo>
                <a:cubicBezTo>
                  <a:pt x="4734878" y="1052608"/>
                  <a:pt x="4749165" y="1039654"/>
                  <a:pt x="4766691" y="1039654"/>
                </a:cubicBezTo>
                <a:lnTo>
                  <a:pt x="4918234" y="1039654"/>
                </a:lnTo>
                <a:cubicBezTo>
                  <a:pt x="4935665" y="1039654"/>
                  <a:pt x="4950048" y="1052513"/>
                  <a:pt x="4950048" y="1068324"/>
                </a:cubicBezTo>
                <a:lnTo>
                  <a:pt x="4950048" y="1220057"/>
                </a:lnTo>
                <a:close/>
                <a:moveTo>
                  <a:pt x="5226273" y="1220057"/>
                </a:moveTo>
                <a:cubicBezTo>
                  <a:pt x="5226273" y="1235774"/>
                  <a:pt x="5211985" y="1248728"/>
                  <a:pt x="5194459" y="1248728"/>
                </a:cubicBezTo>
                <a:lnTo>
                  <a:pt x="5042916" y="1248728"/>
                </a:lnTo>
                <a:cubicBezTo>
                  <a:pt x="5025485" y="1248728"/>
                  <a:pt x="5011103" y="1235869"/>
                  <a:pt x="5011103" y="1220057"/>
                </a:cubicBezTo>
                <a:lnTo>
                  <a:pt x="5011103" y="1068324"/>
                </a:lnTo>
                <a:cubicBezTo>
                  <a:pt x="5011103" y="1052608"/>
                  <a:pt x="5025390" y="1039654"/>
                  <a:pt x="5042916" y="1039654"/>
                </a:cubicBezTo>
                <a:lnTo>
                  <a:pt x="5194459" y="1039654"/>
                </a:lnTo>
                <a:cubicBezTo>
                  <a:pt x="5211890" y="1039654"/>
                  <a:pt x="5226273" y="1052513"/>
                  <a:pt x="5226273" y="1068324"/>
                </a:cubicBezTo>
                <a:lnTo>
                  <a:pt x="5226273" y="1220057"/>
                </a:lnTo>
                <a:close/>
                <a:moveTo>
                  <a:pt x="5538216" y="1220057"/>
                </a:moveTo>
                <a:cubicBezTo>
                  <a:pt x="5538216" y="1235774"/>
                  <a:pt x="5523929" y="1248728"/>
                  <a:pt x="5506403" y="1248728"/>
                </a:cubicBezTo>
                <a:lnTo>
                  <a:pt x="5354860" y="1248728"/>
                </a:lnTo>
                <a:cubicBezTo>
                  <a:pt x="5337429" y="1248728"/>
                  <a:pt x="5323046" y="1235869"/>
                  <a:pt x="5323046" y="1220057"/>
                </a:cubicBezTo>
                <a:lnTo>
                  <a:pt x="5323046" y="1068324"/>
                </a:lnTo>
                <a:cubicBezTo>
                  <a:pt x="5323046" y="1052608"/>
                  <a:pt x="5337334" y="1039654"/>
                  <a:pt x="5354860" y="1039654"/>
                </a:cubicBezTo>
                <a:lnTo>
                  <a:pt x="5506403" y="1039654"/>
                </a:lnTo>
                <a:cubicBezTo>
                  <a:pt x="5523833" y="1039654"/>
                  <a:pt x="5538216" y="1052513"/>
                  <a:pt x="5538216" y="1068324"/>
                </a:cubicBezTo>
                <a:lnTo>
                  <a:pt x="5538216" y="1220057"/>
                </a:lnTo>
                <a:close/>
                <a:moveTo>
                  <a:pt x="5814441" y="1220057"/>
                </a:moveTo>
                <a:cubicBezTo>
                  <a:pt x="5814441" y="1235774"/>
                  <a:pt x="5800154" y="1248728"/>
                  <a:pt x="5782628" y="1248728"/>
                </a:cubicBezTo>
                <a:lnTo>
                  <a:pt x="5631085" y="1248728"/>
                </a:lnTo>
                <a:cubicBezTo>
                  <a:pt x="5613654" y="1248728"/>
                  <a:pt x="5599271" y="1235869"/>
                  <a:pt x="5599271" y="1220057"/>
                </a:cubicBezTo>
                <a:lnTo>
                  <a:pt x="5599271" y="1068324"/>
                </a:lnTo>
                <a:cubicBezTo>
                  <a:pt x="5599271" y="1052608"/>
                  <a:pt x="5613559" y="1039654"/>
                  <a:pt x="5631085" y="1039654"/>
                </a:cubicBezTo>
                <a:lnTo>
                  <a:pt x="5782628" y="1039654"/>
                </a:lnTo>
                <a:cubicBezTo>
                  <a:pt x="5800058" y="1039654"/>
                  <a:pt x="5814441" y="1052513"/>
                  <a:pt x="5814441" y="1068324"/>
                </a:cubicBezTo>
                <a:lnTo>
                  <a:pt x="5814441" y="1220057"/>
                </a:lnTo>
                <a:close/>
                <a:moveTo>
                  <a:pt x="6090666" y="1220057"/>
                </a:moveTo>
                <a:cubicBezTo>
                  <a:pt x="6090666" y="1235774"/>
                  <a:pt x="6076379" y="1248728"/>
                  <a:pt x="6058853" y="1248728"/>
                </a:cubicBezTo>
                <a:lnTo>
                  <a:pt x="5907310" y="1248728"/>
                </a:lnTo>
                <a:cubicBezTo>
                  <a:pt x="5889879" y="1248728"/>
                  <a:pt x="5875496" y="1235869"/>
                  <a:pt x="5875496" y="1220057"/>
                </a:cubicBezTo>
                <a:lnTo>
                  <a:pt x="5875496" y="1068324"/>
                </a:lnTo>
                <a:cubicBezTo>
                  <a:pt x="5875496" y="1052608"/>
                  <a:pt x="5889784" y="1039654"/>
                  <a:pt x="5907310" y="1039654"/>
                </a:cubicBezTo>
                <a:lnTo>
                  <a:pt x="6058853" y="1039654"/>
                </a:lnTo>
                <a:cubicBezTo>
                  <a:pt x="6076283" y="1039654"/>
                  <a:pt x="6090666" y="1052513"/>
                  <a:pt x="6090666" y="1068324"/>
                </a:cubicBezTo>
                <a:lnTo>
                  <a:pt x="6090666" y="1220057"/>
                </a:lnTo>
                <a:close/>
                <a:moveTo>
                  <a:pt x="6366891" y="1220057"/>
                </a:moveTo>
                <a:cubicBezTo>
                  <a:pt x="6366891" y="1235774"/>
                  <a:pt x="6352604" y="1248728"/>
                  <a:pt x="6335078" y="1248728"/>
                </a:cubicBezTo>
                <a:lnTo>
                  <a:pt x="6183535" y="1248728"/>
                </a:lnTo>
                <a:cubicBezTo>
                  <a:pt x="6166104" y="1248728"/>
                  <a:pt x="6151721" y="1235869"/>
                  <a:pt x="6151721" y="1220057"/>
                </a:cubicBezTo>
                <a:lnTo>
                  <a:pt x="6151721" y="1068324"/>
                </a:lnTo>
                <a:cubicBezTo>
                  <a:pt x="6151721" y="1052608"/>
                  <a:pt x="6166009" y="1039654"/>
                  <a:pt x="6183535" y="1039654"/>
                </a:cubicBezTo>
                <a:lnTo>
                  <a:pt x="6335078" y="1039654"/>
                </a:lnTo>
                <a:cubicBezTo>
                  <a:pt x="6352508" y="1039654"/>
                  <a:pt x="6366891" y="1052513"/>
                  <a:pt x="6366891" y="1068324"/>
                </a:cubicBezTo>
                <a:lnTo>
                  <a:pt x="6366891" y="1220057"/>
                </a:lnTo>
                <a:close/>
                <a:moveTo>
                  <a:pt x="6643116" y="1220057"/>
                </a:moveTo>
                <a:cubicBezTo>
                  <a:pt x="6643116" y="1235774"/>
                  <a:pt x="6628829" y="1248728"/>
                  <a:pt x="6611303" y="1248728"/>
                </a:cubicBezTo>
                <a:lnTo>
                  <a:pt x="6459760" y="1248728"/>
                </a:lnTo>
                <a:cubicBezTo>
                  <a:pt x="6442329" y="1248728"/>
                  <a:pt x="6427946" y="1235869"/>
                  <a:pt x="6427946" y="1220057"/>
                </a:cubicBezTo>
                <a:lnTo>
                  <a:pt x="6427946" y="1068324"/>
                </a:lnTo>
                <a:cubicBezTo>
                  <a:pt x="6427946" y="1052608"/>
                  <a:pt x="6442234" y="1039654"/>
                  <a:pt x="6459760" y="1039654"/>
                </a:cubicBezTo>
                <a:lnTo>
                  <a:pt x="6611303" y="1039654"/>
                </a:lnTo>
                <a:cubicBezTo>
                  <a:pt x="6628733" y="1039654"/>
                  <a:pt x="6643116" y="1052513"/>
                  <a:pt x="6643116" y="1068324"/>
                </a:cubicBezTo>
                <a:lnTo>
                  <a:pt x="6643116" y="1220057"/>
                </a:lnTo>
                <a:close/>
                <a:moveTo>
                  <a:pt x="6919341" y="1220057"/>
                </a:moveTo>
                <a:cubicBezTo>
                  <a:pt x="6919341" y="1235774"/>
                  <a:pt x="6905054" y="1248728"/>
                  <a:pt x="6887528" y="1248728"/>
                </a:cubicBezTo>
                <a:lnTo>
                  <a:pt x="6735985" y="1248728"/>
                </a:lnTo>
                <a:cubicBezTo>
                  <a:pt x="6718554" y="1248728"/>
                  <a:pt x="6704171" y="1235869"/>
                  <a:pt x="6704171" y="1220057"/>
                </a:cubicBezTo>
                <a:lnTo>
                  <a:pt x="6704171" y="1068324"/>
                </a:lnTo>
                <a:cubicBezTo>
                  <a:pt x="6704171" y="1052608"/>
                  <a:pt x="6718459" y="1039654"/>
                  <a:pt x="6735985" y="1039654"/>
                </a:cubicBezTo>
                <a:lnTo>
                  <a:pt x="6887528" y="1039654"/>
                </a:lnTo>
                <a:cubicBezTo>
                  <a:pt x="6904958" y="1039654"/>
                  <a:pt x="6919341" y="1052513"/>
                  <a:pt x="6919341" y="1068324"/>
                </a:cubicBezTo>
                <a:lnTo>
                  <a:pt x="6919341" y="1220057"/>
                </a:lnTo>
                <a:close/>
                <a:moveTo>
                  <a:pt x="7195566" y="1220057"/>
                </a:moveTo>
                <a:cubicBezTo>
                  <a:pt x="7195566" y="1235774"/>
                  <a:pt x="7181279" y="1248728"/>
                  <a:pt x="7163753" y="1248728"/>
                </a:cubicBezTo>
                <a:lnTo>
                  <a:pt x="7012210" y="1248728"/>
                </a:lnTo>
                <a:cubicBezTo>
                  <a:pt x="6994779" y="1248728"/>
                  <a:pt x="6980396" y="1235869"/>
                  <a:pt x="6980396" y="1220057"/>
                </a:cubicBezTo>
                <a:lnTo>
                  <a:pt x="6980396" y="1068324"/>
                </a:lnTo>
                <a:cubicBezTo>
                  <a:pt x="6980396" y="1052608"/>
                  <a:pt x="6994684" y="1039654"/>
                  <a:pt x="7012210" y="1039654"/>
                </a:cubicBezTo>
                <a:lnTo>
                  <a:pt x="7163753" y="1039654"/>
                </a:lnTo>
                <a:cubicBezTo>
                  <a:pt x="7181183" y="1039654"/>
                  <a:pt x="7195566" y="1052513"/>
                  <a:pt x="7195566" y="1068324"/>
                </a:cubicBezTo>
                <a:lnTo>
                  <a:pt x="7195566" y="1220057"/>
                </a:lnTo>
                <a:close/>
                <a:moveTo>
                  <a:pt x="7471791" y="1220057"/>
                </a:moveTo>
                <a:cubicBezTo>
                  <a:pt x="7471791" y="1235774"/>
                  <a:pt x="7457504" y="1248728"/>
                  <a:pt x="7439978" y="1248728"/>
                </a:cubicBezTo>
                <a:lnTo>
                  <a:pt x="7288435" y="1248728"/>
                </a:lnTo>
                <a:cubicBezTo>
                  <a:pt x="7271004" y="1248728"/>
                  <a:pt x="7256621" y="1235869"/>
                  <a:pt x="7256621" y="1220057"/>
                </a:cubicBezTo>
                <a:lnTo>
                  <a:pt x="7256621" y="1068324"/>
                </a:lnTo>
                <a:cubicBezTo>
                  <a:pt x="7256621" y="1052608"/>
                  <a:pt x="7270909" y="1039654"/>
                  <a:pt x="7288435" y="1039654"/>
                </a:cubicBezTo>
                <a:lnTo>
                  <a:pt x="7439978" y="1039654"/>
                </a:lnTo>
                <a:cubicBezTo>
                  <a:pt x="7457408" y="1039654"/>
                  <a:pt x="7471791" y="1052513"/>
                  <a:pt x="7471791" y="1068324"/>
                </a:cubicBezTo>
                <a:lnTo>
                  <a:pt x="7471791" y="1220057"/>
                </a:lnTo>
                <a:close/>
                <a:moveTo>
                  <a:pt x="7748016" y="1220057"/>
                </a:moveTo>
                <a:cubicBezTo>
                  <a:pt x="7748016" y="1235774"/>
                  <a:pt x="7733729" y="1248728"/>
                  <a:pt x="7716203" y="1248728"/>
                </a:cubicBezTo>
                <a:lnTo>
                  <a:pt x="7564660" y="1248728"/>
                </a:lnTo>
                <a:cubicBezTo>
                  <a:pt x="7547229" y="1248728"/>
                  <a:pt x="7532846" y="1235869"/>
                  <a:pt x="7532846" y="1220057"/>
                </a:cubicBezTo>
                <a:lnTo>
                  <a:pt x="7532846" y="1068324"/>
                </a:lnTo>
                <a:cubicBezTo>
                  <a:pt x="7532846" y="1052608"/>
                  <a:pt x="7547134" y="1039654"/>
                  <a:pt x="7564660" y="1039654"/>
                </a:cubicBezTo>
                <a:lnTo>
                  <a:pt x="7716203" y="1039654"/>
                </a:lnTo>
                <a:cubicBezTo>
                  <a:pt x="7733633" y="1039654"/>
                  <a:pt x="7748016" y="1052513"/>
                  <a:pt x="7748016" y="1068324"/>
                </a:cubicBezTo>
                <a:lnTo>
                  <a:pt x="7748016" y="1220057"/>
                </a:lnTo>
                <a:close/>
                <a:moveTo>
                  <a:pt x="8024241" y="1220057"/>
                </a:moveTo>
                <a:cubicBezTo>
                  <a:pt x="8024241" y="1235774"/>
                  <a:pt x="8009954" y="1248728"/>
                  <a:pt x="7992428" y="1248728"/>
                </a:cubicBezTo>
                <a:lnTo>
                  <a:pt x="7840885" y="1248728"/>
                </a:lnTo>
                <a:cubicBezTo>
                  <a:pt x="7823454" y="1248728"/>
                  <a:pt x="7809071" y="1235869"/>
                  <a:pt x="7809071" y="1220057"/>
                </a:cubicBezTo>
                <a:lnTo>
                  <a:pt x="7809071" y="1068324"/>
                </a:lnTo>
                <a:cubicBezTo>
                  <a:pt x="7809071" y="1052608"/>
                  <a:pt x="7823359" y="1039654"/>
                  <a:pt x="7840885" y="1039654"/>
                </a:cubicBezTo>
                <a:lnTo>
                  <a:pt x="7992428" y="1039654"/>
                </a:lnTo>
                <a:cubicBezTo>
                  <a:pt x="8009858" y="1039654"/>
                  <a:pt x="8024241" y="1052513"/>
                  <a:pt x="8024241" y="1068324"/>
                </a:cubicBezTo>
                <a:lnTo>
                  <a:pt x="8024241" y="1220057"/>
                </a:lnTo>
                <a:close/>
                <a:moveTo>
                  <a:pt x="8300466" y="1220057"/>
                </a:moveTo>
                <a:cubicBezTo>
                  <a:pt x="8300466" y="1235774"/>
                  <a:pt x="8286179" y="1248728"/>
                  <a:pt x="8268653" y="1248728"/>
                </a:cubicBezTo>
                <a:lnTo>
                  <a:pt x="8117110" y="1248728"/>
                </a:lnTo>
                <a:cubicBezTo>
                  <a:pt x="8099679" y="1248728"/>
                  <a:pt x="8085296" y="1235869"/>
                  <a:pt x="8085296" y="1220057"/>
                </a:cubicBezTo>
                <a:lnTo>
                  <a:pt x="8085296" y="1068324"/>
                </a:lnTo>
                <a:cubicBezTo>
                  <a:pt x="8085296" y="1052608"/>
                  <a:pt x="8099584" y="1039654"/>
                  <a:pt x="8117110" y="1039654"/>
                </a:cubicBezTo>
                <a:lnTo>
                  <a:pt x="8268653" y="1039654"/>
                </a:lnTo>
                <a:cubicBezTo>
                  <a:pt x="8286083" y="1039654"/>
                  <a:pt x="8300466" y="1052513"/>
                  <a:pt x="8300466" y="1068324"/>
                </a:cubicBezTo>
                <a:lnTo>
                  <a:pt x="8300466" y="1220057"/>
                </a:lnTo>
                <a:close/>
                <a:moveTo>
                  <a:pt x="8576691" y="1220057"/>
                </a:moveTo>
                <a:cubicBezTo>
                  <a:pt x="8576691" y="1235774"/>
                  <a:pt x="8562404" y="1248728"/>
                  <a:pt x="8544877" y="1248728"/>
                </a:cubicBezTo>
                <a:lnTo>
                  <a:pt x="8393335" y="1248728"/>
                </a:lnTo>
                <a:cubicBezTo>
                  <a:pt x="8375904" y="1248728"/>
                  <a:pt x="8361521" y="1235869"/>
                  <a:pt x="8361521" y="1220057"/>
                </a:cubicBezTo>
                <a:lnTo>
                  <a:pt x="8361521" y="1068324"/>
                </a:lnTo>
                <a:cubicBezTo>
                  <a:pt x="8361521" y="1052608"/>
                  <a:pt x="8375809" y="1039654"/>
                  <a:pt x="8393335" y="1039654"/>
                </a:cubicBezTo>
                <a:lnTo>
                  <a:pt x="8544877" y="1039654"/>
                </a:lnTo>
                <a:cubicBezTo>
                  <a:pt x="8562308" y="1039654"/>
                  <a:pt x="8576691" y="1052513"/>
                  <a:pt x="8576691" y="1068324"/>
                </a:cubicBezTo>
                <a:lnTo>
                  <a:pt x="8576691" y="1220057"/>
                </a:lnTo>
                <a:close/>
                <a:moveTo>
                  <a:pt x="8852916" y="1220057"/>
                </a:moveTo>
                <a:cubicBezTo>
                  <a:pt x="8852916" y="1235774"/>
                  <a:pt x="8838629" y="1248728"/>
                  <a:pt x="8821102" y="1248728"/>
                </a:cubicBezTo>
                <a:lnTo>
                  <a:pt x="8669560" y="1248728"/>
                </a:lnTo>
                <a:cubicBezTo>
                  <a:pt x="8652129" y="1248728"/>
                  <a:pt x="8637746" y="1235869"/>
                  <a:pt x="8637746" y="1220057"/>
                </a:cubicBezTo>
                <a:lnTo>
                  <a:pt x="8637746" y="1068324"/>
                </a:lnTo>
                <a:cubicBezTo>
                  <a:pt x="8637746" y="1052608"/>
                  <a:pt x="8652034" y="1039654"/>
                  <a:pt x="8669560" y="1039654"/>
                </a:cubicBezTo>
                <a:lnTo>
                  <a:pt x="8821102" y="1039654"/>
                </a:lnTo>
                <a:cubicBezTo>
                  <a:pt x="8838533" y="1039654"/>
                  <a:pt x="8852916" y="1052513"/>
                  <a:pt x="8852916" y="1068324"/>
                </a:cubicBezTo>
                <a:lnTo>
                  <a:pt x="8852916" y="1220057"/>
                </a:lnTo>
                <a:close/>
                <a:moveTo>
                  <a:pt x="9129141" y="1220057"/>
                </a:moveTo>
                <a:cubicBezTo>
                  <a:pt x="9129141" y="1235774"/>
                  <a:pt x="9114854" y="1248728"/>
                  <a:pt x="9097327" y="1248728"/>
                </a:cubicBezTo>
                <a:lnTo>
                  <a:pt x="8945785" y="1248728"/>
                </a:lnTo>
                <a:cubicBezTo>
                  <a:pt x="8928354" y="1248728"/>
                  <a:pt x="8913971" y="1235869"/>
                  <a:pt x="8913971" y="1220057"/>
                </a:cubicBezTo>
                <a:lnTo>
                  <a:pt x="8913971" y="1068324"/>
                </a:lnTo>
                <a:cubicBezTo>
                  <a:pt x="8913971" y="1052608"/>
                  <a:pt x="8928259" y="1039654"/>
                  <a:pt x="8945785" y="1039654"/>
                </a:cubicBezTo>
                <a:lnTo>
                  <a:pt x="9097327" y="1039654"/>
                </a:lnTo>
                <a:cubicBezTo>
                  <a:pt x="9114758" y="1039654"/>
                  <a:pt x="9129141" y="1052513"/>
                  <a:pt x="9129141" y="1068324"/>
                </a:cubicBezTo>
                <a:lnTo>
                  <a:pt x="9129141" y="1220057"/>
                </a:lnTo>
                <a:close/>
                <a:moveTo>
                  <a:pt x="9405366" y="1220057"/>
                </a:moveTo>
                <a:cubicBezTo>
                  <a:pt x="9405366" y="1235774"/>
                  <a:pt x="9391079" y="1248728"/>
                  <a:pt x="9373552" y="1248728"/>
                </a:cubicBezTo>
                <a:lnTo>
                  <a:pt x="9222010" y="1248728"/>
                </a:lnTo>
                <a:cubicBezTo>
                  <a:pt x="9204579" y="1248728"/>
                  <a:pt x="9190196" y="1235869"/>
                  <a:pt x="9190196" y="1220057"/>
                </a:cubicBezTo>
                <a:lnTo>
                  <a:pt x="9190196" y="1068324"/>
                </a:lnTo>
                <a:cubicBezTo>
                  <a:pt x="9190196" y="1052608"/>
                  <a:pt x="9204484" y="1039654"/>
                  <a:pt x="9222010" y="1039654"/>
                </a:cubicBezTo>
                <a:lnTo>
                  <a:pt x="9373552" y="1039654"/>
                </a:lnTo>
                <a:cubicBezTo>
                  <a:pt x="9390983" y="1039654"/>
                  <a:pt x="9405366" y="1052513"/>
                  <a:pt x="9405366" y="1068324"/>
                </a:cubicBezTo>
                <a:lnTo>
                  <a:pt x="9405366" y="1220057"/>
                </a:lnTo>
                <a:close/>
                <a:moveTo>
                  <a:pt x="9681591" y="1220057"/>
                </a:moveTo>
                <a:cubicBezTo>
                  <a:pt x="9681591" y="1235774"/>
                  <a:pt x="9667304" y="1248728"/>
                  <a:pt x="9649777" y="1248728"/>
                </a:cubicBezTo>
                <a:lnTo>
                  <a:pt x="9498235" y="1248728"/>
                </a:lnTo>
                <a:cubicBezTo>
                  <a:pt x="9480804" y="1248728"/>
                  <a:pt x="9466421" y="1235869"/>
                  <a:pt x="9466421" y="1220057"/>
                </a:cubicBezTo>
                <a:lnTo>
                  <a:pt x="9466421" y="1068324"/>
                </a:lnTo>
                <a:cubicBezTo>
                  <a:pt x="9466421" y="1052608"/>
                  <a:pt x="9480709" y="1039654"/>
                  <a:pt x="9498235" y="1039654"/>
                </a:cubicBezTo>
                <a:lnTo>
                  <a:pt x="9649777" y="1039654"/>
                </a:lnTo>
                <a:cubicBezTo>
                  <a:pt x="9667208" y="1039654"/>
                  <a:pt x="9681591" y="1052513"/>
                  <a:pt x="9681591" y="1068324"/>
                </a:cubicBezTo>
                <a:lnTo>
                  <a:pt x="9681591" y="1220057"/>
                </a:lnTo>
                <a:close/>
                <a:moveTo>
                  <a:pt x="9957815" y="1220057"/>
                </a:moveTo>
                <a:cubicBezTo>
                  <a:pt x="9957815" y="1235774"/>
                  <a:pt x="9943528" y="1248728"/>
                  <a:pt x="9926002" y="1248728"/>
                </a:cubicBezTo>
                <a:lnTo>
                  <a:pt x="9774459" y="1248728"/>
                </a:lnTo>
                <a:cubicBezTo>
                  <a:pt x="9757029" y="1248728"/>
                  <a:pt x="9742646" y="1235869"/>
                  <a:pt x="9742646" y="1220057"/>
                </a:cubicBezTo>
                <a:lnTo>
                  <a:pt x="9742646" y="1068324"/>
                </a:lnTo>
                <a:cubicBezTo>
                  <a:pt x="9742646" y="1052608"/>
                  <a:pt x="9756934" y="1039654"/>
                  <a:pt x="9774459" y="1039654"/>
                </a:cubicBezTo>
                <a:lnTo>
                  <a:pt x="9926002" y="1039654"/>
                </a:lnTo>
                <a:cubicBezTo>
                  <a:pt x="9943434" y="1039654"/>
                  <a:pt x="9957815" y="1052513"/>
                  <a:pt x="9957815" y="1068324"/>
                </a:cubicBezTo>
                <a:lnTo>
                  <a:pt x="9957815" y="1220057"/>
                </a:lnTo>
                <a:close/>
                <a:moveTo>
                  <a:pt x="10234040" y="1220057"/>
                </a:moveTo>
                <a:cubicBezTo>
                  <a:pt x="10234040" y="1235774"/>
                  <a:pt x="10219753" y="1248728"/>
                  <a:pt x="10202227" y="1248728"/>
                </a:cubicBezTo>
                <a:lnTo>
                  <a:pt x="10050684" y="1248728"/>
                </a:lnTo>
                <a:cubicBezTo>
                  <a:pt x="10033254" y="1248728"/>
                  <a:pt x="10018871" y="1235869"/>
                  <a:pt x="10018871" y="1220057"/>
                </a:cubicBezTo>
                <a:lnTo>
                  <a:pt x="10018871" y="1068324"/>
                </a:lnTo>
                <a:cubicBezTo>
                  <a:pt x="10018871" y="1052608"/>
                  <a:pt x="10033159" y="1039654"/>
                  <a:pt x="10050684" y="1039654"/>
                </a:cubicBezTo>
                <a:lnTo>
                  <a:pt x="10202227" y="1039654"/>
                </a:lnTo>
                <a:cubicBezTo>
                  <a:pt x="10219659" y="1039654"/>
                  <a:pt x="10234040" y="1052513"/>
                  <a:pt x="10234040" y="1068324"/>
                </a:cubicBezTo>
                <a:lnTo>
                  <a:pt x="10234040" y="1220057"/>
                </a:lnTo>
                <a:close/>
                <a:moveTo>
                  <a:pt x="10510265" y="1220057"/>
                </a:moveTo>
                <a:cubicBezTo>
                  <a:pt x="10510265" y="1235774"/>
                  <a:pt x="10495978" y="1248728"/>
                  <a:pt x="10478452" y="1248728"/>
                </a:cubicBezTo>
                <a:lnTo>
                  <a:pt x="10326909" y="1248728"/>
                </a:lnTo>
                <a:cubicBezTo>
                  <a:pt x="10309479" y="1248728"/>
                  <a:pt x="10295096" y="1235869"/>
                  <a:pt x="10295096" y="1220057"/>
                </a:cubicBezTo>
                <a:lnTo>
                  <a:pt x="10295096" y="1068324"/>
                </a:lnTo>
                <a:cubicBezTo>
                  <a:pt x="10295096" y="1052608"/>
                  <a:pt x="10309384" y="1039654"/>
                  <a:pt x="10326909" y="1039654"/>
                </a:cubicBezTo>
                <a:lnTo>
                  <a:pt x="10478452" y="1039654"/>
                </a:lnTo>
                <a:cubicBezTo>
                  <a:pt x="10495884" y="1039654"/>
                  <a:pt x="10510265" y="1052513"/>
                  <a:pt x="10510265" y="1068324"/>
                </a:cubicBezTo>
                <a:lnTo>
                  <a:pt x="10510265" y="1220057"/>
                </a:lnTo>
                <a:close/>
                <a:moveTo>
                  <a:pt x="10313766" y="63056"/>
                </a:moveTo>
                <a:cubicBezTo>
                  <a:pt x="10313766" y="47339"/>
                  <a:pt x="10328053" y="34385"/>
                  <a:pt x="10345579" y="34385"/>
                </a:cubicBezTo>
                <a:lnTo>
                  <a:pt x="10497122" y="34385"/>
                </a:lnTo>
                <a:cubicBezTo>
                  <a:pt x="10514552" y="34385"/>
                  <a:pt x="10528935" y="47244"/>
                  <a:pt x="10528935" y="63056"/>
                </a:cubicBezTo>
                <a:lnTo>
                  <a:pt x="10528935" y="214789"/>
                </a:lnTo>
                <a:cubicBezTo>
                  <a:pt x="10528935" y="230505"/>
                  <a:pt x="10514648" y="243459"/>
                  <a:pt x="10497122" y="243459"/>
                </a:cubicBezTo>
                <a:lnTo>
                  <a:pt x="10345579" y="243459"/>
                </a:lnTo>
                <a:cubicBezTo>
                  <a:pt x="10328147" y="243459"/>
                  <a:pt x="10313766" y="230600"/>
                  <a:pt x="10313766" y="214789"/>
                </a:cubicBezTo>
                <a:lnTo>
                  <a:pt x="10313766" y="62960"/>
                </a:lnTo>
                <a:close/>
                <a:moveTo>
                  <a:pt x="10037541" y="63056"/>
                </a:moveTo>
                <a:cubicBezTo>
                  <a:pt x="10037541" y="47339"/>
                  <a:pt x="10051828" y="34385"/>
                  <a:pt x="10069354" y="34385"/>
                </a:cubicBezTo>
                <a:lnTo>
                  <a:pt x="10220897" y="34385"/>
                </a:lnTo>
                <a:cubicBezTo>
                  <a:pt x="10238327" y="34385"/>
                  <a:pt x="10252710" y="47244"/>
                  <a:pt x="10252710" y="63056"/>
                </a:cubicBezTo>
                <a:lnTo>
                  <a:pt x="10252710" y="214789"/>
                </a:lnTo>
                <a:cubicBezTo>
                  <a:pt x="10252710" y="230505"/>
                  <a:pt x="10238423" y="243459"/>
                  <a:pt x="10220897" y="243459"/>
                </a:cubicBezTo>
                <a:lnTo>
                  <a:pt x="10069354" y="243459"/>
                </a:lnTo>
                <a:cubicBezTo>
                  <a:pt x="10051922" y="243459"/>
                  <a:pt x="10037541" y="230600"/>
                  <a:pt x="10037541" y="214789"/>
                </a:cubicBezTo>
                <a:lnTo>
                  <a:pt x="10037541" y="62960"/>
                </a:lnTo>
                <a:close/>
                <a:moveTo>
                  <a:pt x="9761316" y="63056"/>
                </a:moveTo>
                <a:cubicBezTo>
                  <a:pt x="9761316" y="47339"/>
                  <a:pt x="9775603" y="34385"/>
                  <a:pt x="9793129" y="34385"/>
                </a:cubicBezTo>
                <a:lnTo>
                  <a:pt x="9944672" y="34385"/>
                </a:lnTo>
                <a:cubicBezTo>
                  <a:pt x="9962102" y="34385"/>
                  <a:pt x="9976485" y="47244"/>
                  <a:pt x="9976485" y="63056"/>
                </a:cubicBezTo>
                <a:lnTo>
                  <a:pt x="9976485" y="214789"/>
                </a:lnTo>
                <a:cubicBezTo>
                  <a:pt x="9976485" y="230505"/>
                  <a:pt x="9962198" y="243459"/>
                  <a:pt x="9944672" y="243459"/>
                </a:cubicBezTo>
                <a:lnTo>
                  <a:pt x="9793129" y="243459"/>
                </a:lnTo>
                <a:cubicBezTo>
                  <a:pt x="9775697" y="243459"/>
                  <a:pt x="9761316" y="230600"/>
                  <a:pt x="9761316" y="214789"/>
                </a:cubicBezTo>
                <a:lnTo>
                  <a:pt x="9761316" y="62960"/>
                </a:lnTo>
                <a:close/>
                <a:moveTo>
                  <a:pt x="9485090" y="63056"/>
                </a:moveTo>
                <a:cubicBezTo>
                  <a:pt x="9485090" y="47339"/>
                  <a:pt x="9499378" y="34385"/>
                  <a:pt x="9516904" y="34385"/>
                </a:cubicBezTo>
                <a:lnTo>
                  <a:pt x="9668446" y="34385"/>
                </a:lnTo>
                <a:cubicBezTo>
                  <a:pt x="9685877" y="34385"/>
                  <a:pt x="9700260" y="47244"/>
                  <a:pt x="9700260" y="63056"/>
                </a:cubicBezTo>
                <a:lnTo>
                  <a:pt x="9700260" y="214789"/>
                </a:lnTo>
                <a:cubicBezTo>
                  <a:pt x="9700260" y="230505"/>
                  <a:pt x="9685973" y="243459"/>
                  <a:pt x="9668446" y="243459"/>
                </a:cubicBezTo>
                <a:lnTo>
                  <a:pt x="9516904" y="243459"/>
                </a:lnTo>
                <a:cubicBezTo>
                  <a:pt x="9499473" y="243459"/>
                  <a:pt x="9485090" y="230600"/>
                  <a:pt x="9485090" y="214789"/>
                </a:cubicBezTo>
                <a:lnTo>
                  <a:pt x="9485090" y="62960"/>
                </a:lnTo>
                <a:close/>
                <a:moveTo>
                  <a:pt x="9208865" y="63056"/>
                </a:moveTo>
                <a:cubicBezTo>
                  <a:pt x="9208865" y="47339"/>
                  <a:pt x="9223153" y="34385"/>
                  <a:pt x="9240679" y="34385"/>
                </a:cubicBezTo>
                <a:lnTo>
                  <a:pt x="9392221" y="34385"/>
                </a:lnTo>
                <a:cubicBezTo>
                  <a:pt x="9409652" y="34385"/>
                  <a:pt x="9424035" y="47244"/>
                  <a:pt x="9424035" y="63056"/>
                </a:cubicBezTo>
                <a:lnTo>
                  <a:pt x="9424035" y="214789"/>
                </a:lnTo>
                <a:cubicBezTo>
                  <a:pt x="9424035" y="230505"/>
                  <a:pt x="9409748" y="243459"/>
                  <a:pt x="9392221" y="243459"/>
                </a:cubicBezTo>
                <a:lnTo>
                  <a:pt x="9240679" y="243459"/>
                </a:lnTo>
                <a:cubicBezTo>
                  <a:pt x="9223248" y="243459"/>
                  <a:pt x="9208865" y="230600"/>
                  <a:pt x="9208865" y="214789"/>
                </a:cubicBezTo>
                <a:lnTo>
                  <a:pt x="9208865" y="62960"/>
                </a:lnTo>
                <a:close/>
                <a:moveTo>
                  <a:pt x="8932640" y="63056"/>
                </a:moveTo>
                <a:cubicBezTo>
                  <a:pt x="8932640" y="47339"/>
                  <a:pt x="8946928" y="34385"/>
                  <a:pt x="8964454" y="34385"/>
                </a:cubicBezTo>
                <a:lnTo>
                  <a:pt x="9115996" y="34385"/>
                </a:lnTo>
                <a:cubicBezTo>
                  <a:pt x="9133427" y="34385"/>
                  <a:pt x="9147810" y="47244"/>
                  <a:pt x="9147810" y="63056"/>
                </a:cubicBezTo>
                <a:lnTo>
                  <a:pt x="9147810" y="214789"/>
                </a:lnTo>
                <a:cubicBezTo>
                  <a:pt x="9147810" y="230505"/>
                  <a:pt x="9133523" y="243459"/>
                  <a:pt x="9115996" y="243459"/>
                </a:cubicBezTo>
                <a:lnTo>
                  <a:pt x="8964454" y="243459"/>
                </a:lnTo>
                <a:cubicBezTo>
                  <a:pt x="8947023" y="243459"/>
                  <a:pt x="8932640" y="230600"/>
                  <a:pt x="8932640" y="214789"/>
                </a:cubicBezTo>
                <a:lnTo>
                  <a:pt x="8932640" y="62960"/>
                </a:lnTo>
                <a:close/>
                <a:moveTo>
                  <a:pt x="8656415" y="63056"/>
                </a:moveTo>
                <a:cubicBezTo>
                  <a:pt x="8656415" y="47339"/>
                  <a:pt x="8670703" y="34385"/>
                  <a:pt x="8688229" y="34385"/>
                </a:cubicBezTo>
                <a:lnTo>
                  <a:pt x="8839771" y="34385"/>
                </a:lnTo>
                <a:cubicBezTo>
                  <a:pt x="8857202" y="34385"/>
                  <a:pt x="8871585" y="47244"/>
                  <a:pt x="8871585" y="63056"/>
                </a:cubicBezTo>
                <a:lnTo>
                  <a:pt x="8871585" y="214789"/>
                </a:lnTo>
                <a:cubicBezTo>
                  <a:pt x="8871585" y="230505"/>
                  <a:pt x="8857298" y="243459"/>
                  <a:pt x="8839771" y="243459"/>
                </a:cubicBezTo>
                <a:lnTo>
                  <a:pt x="8688229" y="243459"/>
                </a:lnTo>
                <a:cubicBezTo>
                  <a:pt x="8670798" y="243459"/>
                  <a:pt x="8656415" y="230600"/>
                  <a:pt x="8656415" y="214789"/>
                </a:cubicBezTo>
                <a:lnTo>
                  <a:pt x="8656415" y="62960"/>
                </a:lnTo>
                <a:close/>
                <a:moveTo>
                  <a:pt x="8380190" y="63056"/>
                </a:moveTo>
                <a:cubicBezTo>
                  <a:pt x="8380190" y="47339"/>
                  <a:pt x="8394478" y="34385"/>
                  <a:pt x="8412004" y="34385"/>
                </a:cubicBezTo>
                <a:lnTo>
                  <a:pt x="8563546" y="34385"/>
                </a:lnTo>
                <a:cubicBezTo>
                  <a:pt x="8580977" y="34385"/>
                  <a:pt x="8595360" y="47244"/>
                  <a:pt x="8595360" y="63056"/>
                </a:cubicBezTo>
                <a:lnTo>
                  <a:pt x="8595360" y="214789"/>
                </a:lnTo>
                <a:cubicBezTo>
                  <a:pt x="8595360" y="230505"/>
                  <a:pt x="8581073" y="243459"/>
                  <a:pt x="8563546" y="243459"/>
                </a:cubicBezTo>
                <a:lnTo>
                  <a:pt x="8412004" y="243459"/>
                </a:lnTo>
                <a:cubicBezTo>
                  <a:pt x="8394573" y="243459"/>
                  <a:pt x="8380190" y="230600"/>
                  <a:pt x="8380190" y="214789"/>
                </a:cubicBezTo>
                <a:lnTo>
                  <a:pt x="8380190" y="62960"/>
                </a:lnTo>
                <a:close/>
                <a:moveTo>
                  <a:pt x="8103965" y="63056"/>
                </a:moveTo>
                <a:cubicBezTo>
                  <a:pt x="8103965" y="47339"/>
                  <a:pt x="8118253" y="34385"/>
                  <a:pt x="8135779" y="34385"/>
                </a:cubicBezTo>
                <a:lnTo>
                  <a:pt x="8287322" y="34385"/>
                </a:lnTo>
                <a:cubicBezTo>
                  <a:pt x="8304753" y="34385"/>
                  <a:pt x="8319135" y="47244"/>
                  <a:pt x="8319135" y="63056"/>
                </a:cubicBezTo>
                <a:lnTo>
                  <a:pt x="8319135" y="214789"/>
                </a:lnTo>
                <a:cubicBezTo>
                  <a:pt x="8319135" y="230505"/>
                  <a:pt x="8304848" y="243459"/>
                  <a:pt x="8287322" y="243459"/>
                </a:cubicBezTo>
                <a:lnTo>
                  <a:pt x="8135779" y="243459"/>
                </a:lnTo>
                <a:cubicBezTo>
                  <a:pt x="8118348" y="243459"/>
                  <a:pt x="8103965" y="230600"/>
                  <a:pt x="8103965" y="214789"/>
                </a:cubicBezTo>
                <a:lnTo>
                  <a:pt x="8103965" y="62960"/>
                </a:lnTo>
                <a:close/>
                <a:moveTo>
                  <a:pt x="7827740" y="63056"/>
                </a:moveTo>
                <a:cubicBezTo>
                  <a:pt x="7827740" y="47339"/>
                  <a:pt x="7842028" y="34385"/>
                  <a:pt x="7859554" y="34385"/>
                </a:cubicBezTo>
                <a:lnTo>
                  <a:pt x="8011097" y="34385"/>
                </a:lnTo>
                <a:cubicBezTo>
                  <a:pt x="8028528" y="34385"/>
                  <a:pt x="8042910" y="47244"/>
                  <a:pt x="8042910" y="63056"/>
                </a:cubicBezTo>
                <a:lnTo>
                  <a:pt x="8042910" y="214789"/>
                </a:lnTo>
                <a:cubicBezTo>
                  <a:pt x="8042910" y="230505"/>
                  <a:pt x="8028623" y="243459"/>
                  <a:pt x="8011097" y="243459"/>
                </a:cubicBezTo>
                <a:lnTo>
                  <a:pt x="7859554" y="243459"/>
                </a:lnTo>
                <a:cubicBezTo>
                  <a:pt x="7842123" y="243459"/>
                  <a:pt x="7827740" y="230600"/>
                  <a:pt x="7827740" y="214789"/>
                </a:cubicBezTo>
                <a:lnTo>
                  <a:pt x="7827740" y="62960"/>
                </a:lnTo>
                <a:close/>
                <a:moveTo>
                  <a:pt x="7551515" y="63056"/>
                </a:moveTo>
                <a:cubicBezTo>
                  <a:pt x="7551515" y="47339"/>
                  <a:pt x="7565803" y="34385"/>
                  <a:pt x="7583329" y="34385"/>
                </a:cubicBezTo>
                <a:lnTo>
                  <a:pt x="7734872" y="34385"/>
                </a:lnTo>
                <a:cubicBezTo>
                  <a:pt x="7752303" y="34385"/>
                  <a:pt x="7766685" y="47244"/>
                  <a:pt x="7766685" y="63056"/>
                </a:cubicBezTo>
                <a:lnTo>
                  <a:pt x="7766685" y="214789"/>
                </a:lnTo>
                <a:cubicBezTo>
                  <a:pt x="7766685" y="230505"/>
                  <a:pt x="7752398" y="243459"/>
                  <a:pt x="7734872" y="243459"/>
                </a:cubicBezTo>
                <a:lnTo>
                  <a:pt x="7583329" y="243459"/>
                </a:lnTo>
                <a:cubicBezTo>
                  <a:pt x="7565898" y="243459"/>
                  <a:pt x="7551515" y="230600"/>
                  <a:pt x="7551515" y="214789"/>
                </a:cubicBezTo>
                <a:lnTo>
                  <a:pt x="7551515" y="62960"/>
                </a:lnTo>
                <a:close/>
                <a:moveTo>
                  <a:pt x="7275290" y="63056"/>
                </a:moveTo>
                <a:cubicBezTo>
                  <a:pt x="7275290" y="47339"/>
                  <a:pt x="7289578" y="34385"/>
                  <a:pt x="7307104" y="34385"/>
                </a:cubicBezTo>
                <a:lnTo>
                  <a:pt x="7458647" y="34385"/>
                </a:lnTo>
                <a:cubicBezTo>
                  <a:pt x="7476078" y="34385"/>
                  <a:pt x="7490460" y="47244"/>
                  <a:pt x="7490460" y="63056"/>
                </a:cubicBezTo>
                <a:lnTo>
                  <a:pt x="7490460" y="214789"/>
                </a:lnTo>
                <a:cubicBezTo>
                  <a:pt x="7490460" y="230505"/>
                  <a:pt x="7476173" y="243459"/>
                  <a:pt x="7458647" y="243459"/>
                </a:cubicBezTo>
                <a:lnTo>
                  <a:pt x="7307104" y="243459"/>
                </a:lnTo>
                <a:cubicBezTo>
                  <a:pt x="7289673" y="243459"/>
                  <a:pt x="7275290" y="230600"/>
                  <a:pt x="7275290" y="214789"/>
                </a:cubicBezTo>
                <a:lnTo>
                  <a:pt x="7275290" y="62960"/>
                </a:lnTo>
                <a:close/>
                <a:moveTo>
                  <a:pt x="6999065" y="63056"/>
                </a:moveTo>
                <a:cubicBezTo>
                  <a:pt x="6999065" y="47339"/>
                  <a:pt x="7013353" y="34385"/>
                  <a:pt x="7030879" y="34385"/>
                </a:cubicBezTo>
                <a:lnTo>
                  <a:pt x="7182422" y="34385"/>
                </a:lnTo>
                <a:cubicBezTo>
                  <a:pt x="7199853" y="34385"/>
                  <a:pt x="7214235" y="47244"/>
                  <a:pt x="7214235" y="63056"/>
                </a:cubicBezTo>
                <a:lnTo>
                  <a:pt x="7214235" y="214789"/>
                </a:lnTo>
                <a:cubicBezTo>
                  <a:pt x="7214235" y="230505"/>
                  <a:pt x="7199948" y="243459"/>
                  <a:pt x="7182422" y="243459"/>
                </a:cubicBezTo>
                <a:lnTo>
                  <a:pt x="7030879" y="243459"/>
                </a:lnTo>
                <a:cubicBezTo>
                  <a:pt x="7013448" y="243459"/>
                  <a:pt x="6999065" y="230600"/>
                  <a:pt x="6999065" y="214789"/>
                </a:cubicBezTo>
                <a:lnTo>
                  <a:pt x="6999065" y="62960"/>
                </a:lnTo>
                <a:close/>
                <a:moveTo>
                  <a:pt x="6722840" y="63056"/>
                </a:moveTo>
                <a:cubicBezTo>
                  <a:pt x="6722840" y="47339"/>
                  <a:pt x="6737128" y="34385"/>
                  <a:pt x="6754654" y="34385"/>
                </a:cubicBezTo>
                <a:lnTo>
                  <a:pt x="6906197" y="34385"/>
                </a:lnTo>
                <a:cubicBezTo>
                  <a:pt x="6923628" y="34385"/>
                  <a:pt x="6938010" y="47244"/>
                  <a:pt x="6938010" y="63056"/>
                </a:cubicBezTo>
                <a:lnTo>
                  <a:pt x="6938010" y="214789"/>
                </a:lnTo>
                <a:cubicBezTo>
                  <a:pt x="6938010" y="230505"/>
                  <a:pt x="6923723" y="243459"/>
                  <a:pt x="6906197" y="243459"/>
                </a:cubicBezTo>
                <a:lnTo>
                  <a:pt x="6754654" y="243459"/>
                </a:lnTo>
                <a:cubicBezTo>
                  <a:pt x="6737223" y="243459"/>
                  <a:pt x="6722840" y="230600"/>
                  <a:pt x="6722840" y="214789"/>
                </a:cubicBezTo>
                <a:lnTo>
                  <a:pt x="6722840" y="62960"/>
                </a:lnTo>
                <a:close/>
                <a:moveTo>
                  <a:pt x="6446615" y="63056"/>
                </a:moveTo>
                <a:cubicBezTo>
                  <a:pt x="6446615" y="47339"/>
                  <a:pt x="6460903" y="34385"/>
                  <a:pt x="6478429" y="34385"/>
                </a:cubicBezTo>
                <a:lnTo>
                  <a:pt x="6629972" y="34385"/>
                </a:lnTo>
                <a:cubicBezTo>
                  <a:pt x="6647403" y="34385"/>
                  <a:pt x="6661785" y="47244"/>
                  <a:pt x="6661785" y="63056"/>
                </a:cubicBezTo>
                <a:lnTo>
                  <a:pt x="6661785" y="214789"/>
                </a:lnTo>
                <a:cubicBezTo>
                  <a:pt x="6661785" y="230505"/>
                  <a:pt x="6647498" y="243459"/>
                  <a:pt x="6629972" y="243459"/>
                </a:cubicBezTo>
                <a:lnTo>
                  <a:pt x="6478429" y="243459"/>
                </a:lnTo>
                <a:cubicBezTo>
                  <a:pt x="6460998" y="243459"/>
                  <a:pt x="6446615" y="230600"/>
                  <a:pt x="6446615" y="214789"/>
                </a:cubicBezTo>
                <a:lnTo>
                  <a:pt x="6446615" y="62960"/>
                </a:lnTo>
                <a:close/>
                <a:moveTo>
                  <a:pt x="6170390" y="63056"/>
                </a:moveTo>
                <a:cubicBezTo>
                  <a:pt x="6170390" y="47339"/>
                  <a:pt x="6184678" y="34385"/>
                  <a:pt x="6202204" y="34385"/>
                </a:cubicBezTo>
                <a:lnTo>
                  <a:pt x="6353747" y="34385"/>
                </a:lnTo>
                <a:cubicBezTo>
                  <a:pt x="6371178" y="34385"/>
                  <a:pt x="6385560" y="47244"/>
                  <a:pt x="6385560" y="63056"/>
                </a:cubicBezTo>
                <a:lnTo>
                  <a:pt x="6385560" y="214789"/>
                </a:lnTo>
                <a:cubicBezTo>
                  <a:pt x="6385560" y="230505"/>
                  <a:pt x="6371273" y="243459"/>
                  <a:pt x="6353747" y="243459"/>
                </a:cubicBezTo>
                <a:lnTo>
                  <a:pt x="6202204" y="243459"/>
                </a:lnTo>
                <a:cubicBezTo>
                  <a:pt x="6184773" y="243459"/>
                  <a:pt x="6170390" y="230600"/>
                  <a:pt x="6170390" y="214789"/>
                </a:cubicBezTo>
                <a:lnTo>
                  <a:pt x="6170390" y="62960"/>
                </a:lnTo>
                <a:close/>
                <a:moveTo>
                  <a:pt x="5894165" y="63056"/>
                </a:moveTo>
                <a:cubicBezTo>
                  <a:pt x="5894165" y="47339"/>
                  <a:pt x="5908453" y="34385"/>
                  <a:pt x="5925979" y="34385"/>
                </a:cubicBezTo>
                <a:lnTo>
                  <a:pt x="6077522" y="34385"/>
                </a:lnTo>
                <a:cubicBezTo>
                  <a:pt x="6094953" y="34385"/>
                  <a:pt x="6109335" y="47244"/>
                  <a:pt x="6109335" y="63056"/>
                </a:cubicBezTo>
                <a:lnTo>
                  <a:pt x="6109335" y="214789"/>
                </a:lnTo>
                <a:cubicBezTo>
                  <a:pt x="6109335" y="230505"/>
                  <a:pt x="6095048" y="243459"/>
                  <a:pt x="6077522" y="243459"/>
                </a:cubicBezTo>
                <a:lnTo>
                  <a:pt x="5925979" y="243459"/>
                </a:lnTo>
                <a:cubicBezTo>
                  <a:pt x="5908548" y="243459"/>
                  <a:pt x="5894165" y="230600"/>
                  <a:pt x="5894165" y="214789"/>
                </a:cubicBezTo>
                <a:lnTo>
                  <a:pt x="5894165" y="62960"/>
                </a:lnTo>
                <a:close/>
                <a:moveTo>
                  <a:pt x="5617940" y="63056"/>
                </a:moveTo>
                <a:cubicBezTo>
                  <a:pt x="5617940" y="47339"/>
                  <a:pt x="5632228" y="34385"/>
                  <a:pt x="5649754" y="34385"/>
                </a:cubicBezTo>
                <a:lnTo>
                  <a:pt x="5801297" y="34385"/>
                </a:lnTo>
                <a:cubicBezTo>
                  <a:pt x="5818728" y="34385"/>
                  <a:pt x="5833110" y="47244"/>
                  <a:pt x="5833110" y="63056"/>
                </a:cubicBezTo>
                <a:lnTo>
                  <a:pt x="5833110" y="214789"/>
                </a:lnTo>
                <a:cubicBezTo>
                  <a:pt x="5833110" y="230505"/>
                  <a:pt x="5818823" y="243459"/>
                  <a:pt x="5801297" y="243459"/>
                </a:cubicBezTo>
                <a:lnTo>
                  <a:pt x="5649754" y="243459"/>
                </a:lnTo>
                <a:cubicBezTo>
                  <a:pt x="5632323" y="243459"/>
                  <a:pt x="5617940" y="230600"/>
                  <a:pt x="5617940" y="214789"/>
                </a:cubicBezTo>
                <a:lnTo>
                  <a:pt x="5617940" y="62960"/>
                </a:lnTo>
                <a:close/>
                <a:moveTo>
                  <a:pt x="5341715" y="63056"/>
                </a:moveTo>
                <a:cubicBezTo>
                  <a:pt x="5341715" y="47339"/>
                  <a:pt x="5356003" y="34385"/>
                  <a:pt x="5373529" y="34385"/>
                </a:cubicBezTo>
                <a:lnTo>
                  <a:pt x="5525072" y="34385"/>
                </a:lnTo>
                <a:cubicBezTo>
                  <a:pt x="5542503" y="34385"/>
                  <a:pt x="5556885" y="47244"/>
                  <a:pt x="5556885" y="63056"/>
                </a:cubicBezTo>
                <a:lnTo>
                  <a:pt x="5556885" y="214789"/>
                </a:lnTo>
                <a:cubicBezTo>
                  <a:pt x="5556885" y="230505"/>
                  <a:pt x="5542598" y="243459"/>
                  <a:pt x="5525072" y="243459"/>
                </a:cubicBezTo>
                <a:lnTo>
                  <a:pt x="5373529" y="243459"/>
                </a:lnTo>
                <a:cubicBezTo>
                  <a:pt x="5356098" y="243459"/>
                  <a:pt x="5341715" y="230600"/>
                  <a:pt x="5341715" y="214789"/>
                </a:cubicBezTo>
                <a:lnTo>
                  <a:pt x="5341715" y="62960"/>
                </a:lnTo>
                <a:close/>
                <a:moveTo>
                  <a:pt x="5029772" y="63056"/>
                </a:moveTo>
                <a:cubicBezTo>
                  <a:pt x="5029772" y="47339"/>
                  <a:pt x="5044059" y="34385"/>
                  <a:pt x="5061585" y="34385"/>
                </a:cubicBezTo>
                <a:lnTo>
                  <a:pt x="5213128" y="34385"/>
                </a:lnTo>
                <a:cubicBezTo>
                  <a:pt x="5230559" y="34385"/>
                  <a:pt x="5244942" y="47244"/>
                  <a:pt x="5244942" y="63056"/>
                </a:cubicBezTo>
                <a:lnTo>
                  <a:pt x="5244942" y="214789"/>
                </a:lnTo>
                <a:cubicBezTo>
                  <a:pt x="5244942" y="230505"/>
                  <a:pt x="5230654" y="243459"/>
                  <a:pt x="5213128" y="243459"/>
                </a:cubicBezTo>
                <a:lnTo>
                  <a:pt x="5061585" y="243459"/>
                </a:lnTo>
                <a:cubicBezTo>
                  <a:pt x="5044155" y="243459"/>
                  <a:pt x="5029772" y="230600"/>
                  <a:pt x="5029772" y="214789"/>
                </a:cubicBezTo>
                <a:lnTo>
                  <a:pt x="5029772" y="62960"/>
                </a:lnTo>
                <a:close/>
                <a:moveTo>
                  <a:pt x="4753547" y="63056"/>
                </a:moveTo>
                <a:cubicBezTo>
                  <a:pt x="4753547" y="47339"/>
                  <a:pt x="4767834" y="34385"/>
                  <a:pt x="4785360" y="34385"/>
                </a:cubicBezTo>
                <a:lnTo>
                  <a:pt x="4936903" y="34385"/>
                </a:lnTo>
                <a:cubicBezTo>
                  <a:pt x="4954334" y="34385"/>
                  <a:pt x="4968717" y="47244"/>
                  <a:pt x="4968717" y="63056"/>
                </a:cubicBezTo>
                <a:lnTo>
                  <a:pt x="4968717" y="214789"/>
                </a:lnTo>
                <a:cubicBezTo>
                  <a:pt x="4968717" y="230505"/>
                  <a:pt x="4954429" y="243459"/>
                  <a:pt x="4936903" y="243459"/>
                </a:cubicBezTo>
                <a:lnTo>
                  <a:pt x="4785360" y="243459"/>
                </a:lnTo>
                <a:cubicBezTo>
                  <a:pt x="4767930" y="243459"/>
                  <a:pt x="4753547" y="230600"/>
                  <a:pt x="4753547" y="214789"/>
                </a:cubicBezTo>
                <a:lnTo>
                  <a:pt x="4753547" y="62960"/>
                </a:lnTo>
                <a:close/>
                <a:moveTo>
                  <a:pt x="4477322" y="63056"/>
                </a:moveTo>
                <a:cubicBezTo>
                  <a:pt x="4477322" y="47339"/>
                  <a:pt x="4491609" y="34385"/>
                  <a:pt x="4509135" y="34385"/>
                </a:cubicBezTo>
                <a:lnTo>
                  <a:pt x="4660678" y="34385"/>
                </a:lnTo>
                <a:cubicBezTo>
                  <a:pt x="4678109" y="34385"/>
                  <a:pt x="4692491" y="47244"/>
                  <a:pt x="4692491" y="63056"/>
                </a:cubicBezTo>
                <a:lnTo>
                  <a:pt x="4692491" y="214789"/>
                </a:lnTo>
                <a:cubicBezTo>
                  <a:pt x="4692491" y="230505"/>
                  <a:pt x="4678204" y="243459"/>
                  <a:pt x="4660678" y="243459"/>
                </a:cubicBezTo>
                <a:lnTo>
                  <a:pt x="4509135" y="243459"/>
                </a:lnTo>
                <a:cubicBezTo>
                  <a:pt x="4491705" y="243459"/>
                  <a:pt x="4477322" y="230600"/>
                  <a:pt x="4477322" y="214789"/>
                </a:cubicBezTo>
                <a:lnTo>
                  <a:pt x="4477322" y="62960"/>
                </a:lnTo>
                <a:close/>
                <a:moveTo>
                  <a:pt x="4201097" y="63056"/>
                </a:moveTo>
                <a:cubicBezTo>
                  <a:pt x="4201097" y="47339"/>
                  <a:pt x="4215384" y="34385"/>
                  <a:pt x="4232910" y="34385"/>
                </a:cubicBezTo>
                <a:lnTo>
                  <a:pt x="4384453" y="34385"/>
                </a:lnTo>
                <a:cubicBezTo>
                  <a:pt x="4401884" y="34385"/>
                  <a:pt x="4416266" y="47244"/>
                  <a:pt x="4416266" y="63056"/>
                </a:cubicBezTo>
                <a:lnTo>
                  <a:pt x="4416266" y="214789"/>
                </a:lnTo>
                <a:cubicBezTo>
                  <a:pt x="4416266" y="230505"/>
                  <a:pt x="4401979" y="243459"/>
                  <a:pt x="4384453" y="243459"/>
                </a:cubicBezTo>
                <a:lnTo>
                  <a:pt x="4232910" y="243459"/>
                </a:lnTo>
                <a:cubicBezTo>
                  <a:pt x="4215480" y="243459"/>
                  <a:pt x="4201097" y="230600"/>
                  <a:pt x="4201097" y="214789"/>
                </a:cubicBezTo>
                <a:lnTo>
                  <a:pt x="4201097" y="62960"/>
                </a:lnTo>
                <a:close/>
                <a:moveTo>
                  <a:pt x="3924872" y="63056"/>
                </a:moveTo>
                <a:cubicBezTo>
                  <a:pt x="3924872" y="47339"/>
                  <a:pt x="3939159" y="34385"/>
                  <a:pt x="3956685" y="34385"/>
                </a:cubicBezTo>
                <a:lnTo>
                  <a:pt x="4108228" y="34385"/>
                </a:lnTo>
                <a:cubicBezTo>
                  <a:pt x="4125659" y="34385"/>
                  <a:pt x="4140041" y="47244"/>
                  <a:pt x="4140041" y="63056"/>
                </a:cubicBezTo>
                <a:lnTo>
                  <a:pt x="4140041" y="214789"/>
                </a:lnTo>
                <a:cubicBezTo>
                  <a:pt x="4140041" y="230505"/>
                  <a:pt x="4125754" y="243459"/>
                  <a:pt x="4108228" y="243459"/>
                </a:cubicBezTo>
                <a:lnTo>
                  <a:pt x="3956685" y="243459"/>
                </a:lnTo>
                <a:cubicBezTo>
                  <a:pt x="3939254" y="243459"/>
                  <a:pt x="3924872" y="230600"/>
                  <a:pt x="3924872" y="214789"/>
                </a:cubicBezTo>
                <a:lnTo>
                  <a:pt x="3924872" y="62960"/>
                </a:lnTo>
                <a:close/>
                <a:moveTo>
                  <a:pt x="3648647" y="63056"/>
                </a:moveTo>
                <a:cubicBezTo>
                  <a:pt x="3648647" y="47339"/>
                  <a:pt x="3662934" y="34385"/>
                  <a:pt x="3680460" y="34385"/>
                </a:cubicBezTo>
                <a:lnTo>
                  <a:pt x="3832003" y="34385"/>
                </a:lnTo>
                <a:cubicBezTo>
                  <a:pt x="3849434" y="34385"/>
                  <a:pt x="3863816" y="47244"/>
                  <a:pt x="3863816" y="63056"/>
                </a:cubicBezTo>
                <a:lnTo>
                  <a:pt x="3863816" y="214789"/>
                </a:lnTo>
                <a:cubicBezTo>
                  <a:pt x="3863816" y="230505"/>
                  <a:pt x="3849529" y="243459"/>
                  <a:pt x="3832003" y="243459"/>
                </a:cubicBezTo>
                <a:lnTo>
                  <a:pt x="3680460" y="243459"/>
                </a:lnTo>
                <a:cubicBezTo>
                  <a:pt x="3663029" y="243459"/>
                  <a:pt x="3648647" y="230600"/>
                  <a:pt x="3648647" y="214789"/>
                </a:cubicBezTo>
                <a:lnTo>
                  <a:pt x="3648647" y="62960"/>
                </a:lnTo>
                <a:close/>
                <a:moveTo>
                  <a:pt x="3372422" y="63056"/>
                </a:moveTo>
                <a:cubicBezTo>
                  <a:pt x="3372422" y="47339"/>
                  <a:pt x="3386709" y="34385"/>
                  <a:pt x="3404235" y="34385"/>
                </a:cubicBezTo>
                <a:lnTo>
                  <a:pt x="3555778" y="34385"/>
                </a:lnTo>
                <a:cubicBezTo>
                  <a:pt x="3573209" y="34385"/>
                  <a:pt x="3587591" y="47244"/>
                  <a:pt x="3587591" y="63056"/>
                </a:cubicBezTo>
                <a:lnTo>
                  <a:pt x="3587591" y="214789"/>
                </a:lnTo>
                <a:cubicBezTo>
                  <a:pt x="3587591" y="230505"/>
                  <a:pt x="3573304" y="243459"/>
                  <a:pt x="3555778" y="243459"/>
                </a:cubicBezTo>
                <a:lnTo>
                  <a:pt x="3404235" y="243459"/>
                </a:lnTo>
                <a:cubicBezTo>
                  <a:pt x="3386804" y="243459"/>
                  <a:pt x="3372422" y="230600"/>
                  <a:pt x="3372422" y="214789"/>
                </a:cubicBezTo>
                <a:lnTo>
                  <a:pt x="3372422" y="62960"/>
                </a:lnTo>
                <a:close/>
                <a:moveTo>
                  <a:pt x="3096197" y="63056"/>
                </a:moveTo>
                <a:cubicBezTo>
                  <a:pt x="3096197" y="47339"/>
                  <a:pt x="3110484" y="34385"/>
                  <a:pt x="3128010" y="34385"/>
                </a:cubicBezTo>
                <a:lnTo>
                  <a:pt x="3279553" y="34385"/>
                </a:lnTo>
                <a:cubicBezTo>
                  <a:pt x="3296984" y="34385"/>
                  <a:pt x="3311366" y="47244"/>
                  <a:pt x="3311366" y="63056"/>
                </a:cubicBezTo>
                <a:lnTo>
                  <a:pt x="3311366" y="214789"/>
                </a:lnTo>
                <a:cubicBezTo>
                  <a:pt x="3311366" y="230505"/>
                  <a:pt x="3297079" y="243459"/>
                  <a:pt x="3279553" y="243459"/>
                </a:cubicBezTo>
                <a:lnTo>
                  <a:pt x="3128010" y="243459"/>
                </a:lnTo>
                <a:cubicBezTo>
                  <a:pt x="3110579" y="243459"/>
                  <a:pt x="3096197" y="230600"/>
                  <a:pt x="3096197" y="214789"/>
                </a:cubicBezTo>
                <a:lnTo>
                  <a:pt x="3096197" y="62960"/>
                </a:lnTo>
                <a:close/>
                <a:moveTo>
                  <a:pt x="2819972" y="63056"/>
                </a:moveTo>
                <a:cubicBezTo>
                  <a:pt x="2819972" y="47339"/>
                  <a:pt x="2834259" y="34385"/>
                  <a:pt x="2851785" y="34385"/>
                </a:cubicBezTo>
                <a:lnTo>
                  <a:pt x="3003328" y="34385"/>
                </a:lnTo>
                <a:cubicBezTo>
                  <a:pt x="3020759" y="34385"/>
                  <a:pt x="3035141" y="47244"/>
                  <a:pt x="3035141" y="63056"/>
                </a:cubicBezTo>
                <a:lnTo>
                  <a:pt x="3035141" y="214789"/>
                </a:lnTo>
                <a:cubicBezTo>
                  <a:pt x="3035141" y="230505"/>
                  <a:pt x="3020854" y="243459"/>
                  <a:pt x="3003328" y="243459"/>
                </a:cubicBezTo>
                <a:lnTo>
                  <a:pt x="2851785" y="243459"/>
                </a:lnTo>
                <a:cubicBezTo>
                  <a:pt x="2834354" y="243459"/>
                  <a:pt x="2819972" y="230600"/>
                  <a:pt x="2819972" y="214789"/>
                </a:cubicBezTo>
                <a:lnTo>
                  <a:pt x="2819972" y="62960"/>
                </a:lnTo>
                <a:close/>
                <a:moveTo>
                  <a:pt x="2543747" y="63056"/>
                </a:moveTo>
                <a:cubicBezTo>
                  <a:pt x="2543747" y="47339"/>
                  <a:pt x="2558034" y="34385"/>
                  <a:pt x="2575560" y="34385"/>
                </a:cubicBezTo>
                <a:lnTo>
                  <a:pt x="2727103" y="34385"/>
                </a:lnTo>
                <a:cubicBezTo>
                  <a:pt x="2744534" y="34385"/>
                  <a:pt x="2758916" y="47244"/>
                  <a:pt x="2758916" y="63056"/>
                </a:cubicBezTo>
                <a:lnTo>
                  <a:pt x="2758916" y="214789"/>
                </a:lnTo>
                <a:cubicBezTo>
                  <a:pt x="2758916" y="230505"/>
                  <a:pt x="2744629" y="243459"/>
                  <a:pt x="2727103" y="243459"/>
                </a:cubicBezTo>
                <a:lnTo>
                  <a:pt x="2575560" y="243459"/>
                </a:lnTo>
                <a:cubicBezTo>
                  <a:pt x="2558129" y="243459"/>
                  <a:pt x="2543747" y="230600"/>
                  <a:pt x="2543747" y="214789"/>
                </a:cubicBezTo>
                <a:lnTo>
                  <a:pt x="2543747" y="62960"/>
                </a:lnTo>
                <a:close/>
                <a:moveTo>
                  <a:pt x="2267522" y="63056"/>
                </a:moveTo>
                <a:cubicBezTo>
                  <a:pt x="2267522" y="47339"/>
                  <a:pt x="2281809" y="34385"/>
                  <a:pt x="2299335" y="34385"/>
                </a:cubicBezTo>
                <a:lnTo>
                  <a:pt x="2450878" y="34385"/>
                </a:lnTo>
                <a:cubicBezTo>
                  <a:pt x="2468309" y="34385"/>
                  <a:pt x="2482691" y="47244"/>
                  <a:pt x="2482691" y="63056"/>
                </a:cubicBezTo>
                <a:lnTo>
                  <a:pt x="2482691" y="214789"/>
                </a:lnTo>
                <a:cubicBezTo>
                  <a:pt x="2482691" y="230505"/>
                  <a:pt x="2468404" y="243459"/>
                  <a:pt x="2450878" y="243459"/>
                </a:cubicBezTo>
                <a:lnTo>
                  <a:pt x="2299335" y="243459"/>
                </a:lnTo>
                <a:cubicBezTo>
                  <a:pt x="2281904" y="243459"/>
                  <a:pt x="2267522" y="230600"/>
                  <a:pt x="2267522" y="214789"/>
                </a:cubicBezTo>
                <a:lnTo>
                  <a:pt x="2267522" y="62960"/>
                </a:lnTo>
                <a:close/>
                <a:moveTo>
                  <a:pt x="1991297" y="63056"/>
                </a:moveTo>
                <a:cubicBezTo>
                  <a:pt x="1991297" y="47339"/>
                  <a:pt x="2005584" y="34385"/>
                  <a:pt x="2023110" y="34385"/>
                </a:cubicBezTo>
                <a:lnTo>
                  <a:pt x="2174653" y="34385"/>
                </a:lnTo>
                <a:cubicBezTo>
                  <a:pt x="2192084" y="34385"/>
                  <a:pt x="2206466" y="47244"/>
                  <a:pt x="2206466" y="63056"/>
                </a:cubicBezTo>
                <a:lnTo>
                  <a:pt x="2206466" y="214789"/>
                </a:lnTo>
                <a:cubicBezTo>
                  <a:pt x="2206466" y="230505"/>
                  <a:pt x="2192179" y="243459"/>
                  <a:pt x="2174653" y="243459"/>
                </a:cubicBezTo>
                <a:lnTo>
                  <a:pt x="2023110" y="243459"/>
                </a:lnTo>
                <a:cubicBezTo>
                  <a:pt x="2005679" y="243459"/>
                  <a:pt x="1991297" y="230600"/>
                  <a:pt x="1991297" y="214789"/>
                </a:cubicBezTo>
                <a:lnTo>
                  <a:pt x="1991297" y="62960"/>
                </a:lnTo>
                <a:close/>
                <a:moveTo>
                  <a:pt x="1715072" y="63056"/>
                </a:moveTo>
                <a:cubicBezTo>
                  <a:pt x="1715072" y="47339"/>
                  <a:pt x="1729359" y="34385"/>
                  <a:pt x="1746885" y="34385"/>
                </a:cubicBezTo>
                <a:lnTo>
                  <a:pt x="1898428" y="34385"/>
                </a:lnTo>
                <a:cubicBezTo>
                  <a:pt x="1915859" y="34385"/>
                  <a:pt x="1930241" y="47244"/>
                  <a:pt x="1930241" y="63056"/>
                </a:cubicBezTo>
                <a:lnTo>
                  <a:pt x="1930241" y="214789"/>
                </a:lnTo>
                <a:cubicBezTo>
                  <a:pt x="1930241" y="230505"/>
                  <a:pt x="1915954" y="243459"/>
                  <a:pt x="1898428" y="243459"/>
                </a:cubicBezTo>
                <a:lnTo>
                  <a:pt x="1746885" y="243459"/>
                </a:lnTo>
                <a:cubicBezTo>
                  <a:pt x="1729454" y="243459"/>
                  <a:pt x="1715072" y="230600"/>
                  <a:pt x="1715072" y="214789"/>
                </a:cubicBezTo>
                <a:lnTo>
                  <a:pt x="1715072" y="62960"/>
                </a:lnTo>
                <a:close/>
                <a:moveTo>
                  <a:pt x="1438847" y="63056"/>
                </a:moveTo>
                <a:cubicBezTo>
                  <a:pt x="1438847" y="47339"/>
                  <a:pt x="1453134" y="34385"/>
                  <a:pt x="1470660" y="34385"/>
                </a:cubicBezTo>
                <a:lnTo>
                  <a:pt x="1622203" y="34385"/>
                </a:lnTo>
                <a:cubicBezTo>
                  <a:pt x="1639634" y="34385"/>
                  <a:pt x="1654016" y="47244"/>
                  <a:pt x="1654016" y="63056"/>
                </a:cubicBezTo>
                <a:lnTo>
                  <a:pt x="1654016" y="214789"/>
                </a:lnTo>
                <a:cubicBezTo>
                  <a:pt x="1654016" y="230505"/>
                  <a:pt x="1639729" y="243459"/>
                  <a:pt x="1622203" y="243459"/>
                </a:cubicBezTo>
                <a:lnTo>
                  <a:pt x="1470660" y="243459"/>
                </a:lnTo>
                <a:cubicBezTo>
                  <a:pt x="1453229" y="243459"/>
                  <a:pt x="1438847" y="230600"/>
                  <a:pt x="1438847" y="214789"/>
                </a:cubicBezTo>
                <a:lnTo>
                  <a:pt x="1438847" y="62960"/>
                </a:lnTo>
                <a:close/>
                <a:moveTo>
                  <a:pt x="1162622" y="63056"/>
                </a:moveTo>
                <a:cubicBezTo>
                  <a:pt x="1162622" y="47339"/>
                  <a:pt x="1176909" y="34385"/>
                  <a:pt x="1194435" y="34385"/>
                </a:cubicBezTo>
                <a:lnTo>
                  <a:pt x="1345978" y="34385"/>
                </a:lnTo>
                <a:cubicBezTo>
                  <a:pt x="1363409" y="34385"/>
                  <a:pt x="1377791" y="47244"/>
                  <a:pt x="1377791" y="63056"/>
                </a:cubicBezTo>
                <a:lnTo>
                  <a:pt x="1377791" y="214789"/>
                </a:lnTo>
                <a:cubicBezTo>
                  <a:pt x="1377791" y="230505"/>
                  <a:pt x="1363504" y="243459"/>
                  <a:pt x="1345978" y="243459"/>
                </a:cubicBezTo>
                <a:lnTo>
                  <a:pt x="1194435" y="243459"/>
                </a:lnTo>
                <a:cubicBezTo>
                  <a:pt x="1177004" y="243459"/>
                  <a:pt x="1162622" y="230600"/>
                  <a:pt x="1162622" y="214789"/>
                </a:cubicBezTo>
                <a:lnTo>
                  <a:pt x="1162622" y="62960"/>
                </a:lnTo>
                <a:close/>
                <a:moveTo>
                  <a:pt x="886397" y="63056"/>
                </a:moveTo>
                <a:cubicBezTo>
                  <a:pt x="886397" y="47339"/>
                  <a:pt x="900684" y="34385"/>
                  <a:pt x="918210" y="34385"/>
                </a:cubicBezTo>
                <a:lnTo>
                  <a:pt x="1069753" y="34385"/>
                </a:lnTo>
                <a:cubicBezTo>
                  <a:pt x="1087184" y="34385"/>
                  <a:pt x="1101566" y="47244"/>
                  <a:pt x="1101566" y="63056"/>
                </a:cubicBezTo>
                <a:lnTo>
                  <a:pt x="1101566" y="214789"/>
                </a:lnTo>
                <a:cubicBezTo>
                  <a:pt x="1101566" y="230505"/>
                  <a:pt x="1087279" y="243459"/>
                  <a:pt x="1069753" y="243459"/>
                </a:cubicBezTo>
                <a:lnTo>
                  <a:pt x="918210" y="243459"/>
                </a:lnTo>
                <a:cubicBezTo>
                  <a:pt x="900779" y="243459"/>
                  <a:pt x="886397" y="230600"/>
                  <a:pt x="886397" y="214789"/>
                </a:cubicBezTo>
                <a:lnTo>
                  <a:pt x="886397" y="62960"/>
                </a:lnTo>
                <a:close/>
                <a:moveTo>
                  <a:pt x="610172" y="63056"/>
                </a:moveTo>
                <a:cubicBezTo>
                  <a:pt x="610172" y="47339"/>
                  <a:pt x="624459" y="34385"/>
                  <a:pt x="641985" y="34385"/>
                </a:cubicBezTo>
                <a:lnTo>
                  <a:pt x="793528" y="34385"/>
                </a:lnTo>
                <a:cubicBezTo>
                  <a:pt x="810959" y="34385"/>
                  <a:pt x="825341" y="47244"/>
                  <a:pt x="825341" y="63056"/>
                </a:cubicBezTo>
                <a:lnTo>
                  <a:pt x="825341" y="214789"/>
                </a:lnTo>
                <a:cubicBezTo>
                  <a:pt x="825341" y="230505"/>
                  <a:pt x="811054" y="243459"/>
                  <a:pt x="793528" y="243459"/>
                </a:cubicBezTo>
                <a:lnTo>
                  <a:pt x="641985" y="243459"/>
                </a:lnTo>
                <a:cubicBezTo>
                  <a:pt x="624554" y="243459"/>
                  <a:pt x="610172" y="230600"/>
                  <a:pt x="610172" y="214789"/>
                </a:cubicBezTo>
                <a:lnTo>
                  <a:pt x="610172" y="62960"/>
                </a:lnTo>
                <a:close/>
                <a:moveTo>
                  <a:pt x="333947" y="63056"/>
                </a:moveTo>
                <a:cubicBezTo>
                  <a:pt x="333947" y="47339"/>
                  <a:pt x="348234" y="34385"/>
                  <a:pt x="365760" y="34385"/>
                </a:cubicBezTo>
                <a:lnTo>
                  <a:pt x="517303" y="34385"/>
                </a:lnTo>
                <a:cubicBezTo>
                  <a:pt x="534734" y="34385"/>
                  <a:pt x="549116" y="47244"/>
                  <a:pt x="549116" y="63056"/>
                </a:cubicBezTo>
                <a:lnTo>
                  <a:pt x="549116" y="214789"/>
                </a:lnTo>
                <a:cubicBezTo>
                  <a:pt x="549116" y="230505"/>
                  <a:pt x="534829" y="243459"/>
                  <a:pt x="517303" y="243459"/>
                </a:cubicBezTo>
                <a:lnTo>
                  <a:pt x="365760" y="243459"/>
                </a:lnTo>
                <a:cubicBezTo>
                  <a:pt x="348329" y="243459"/>
                  <a:pt x="333947" y="230600"/>
                  <a:pt x="333947" y="214789"/>
                </a:cubicBezTo>
                <a:lnTo>
                  <a:pt x="333947" y="62960"/>
                </a:lnTo>
                <a:close/>
                <a:moveTo>
                  <a:pt x="57722" y="63056"/>
                </a:moveTo>
                <a:cubicBezTo>
                  <a:pt x="57722" y="47339"/>
                  <a:pt x="72009" y="34385"/>
                  <a:pt x="89535" y="34385"/>
                </a:cubicBezTo>
                <a:lnTo>
                  <a:pt x="241078" y="34385"/>
                </a:lnTo>
                <a:cubicBezTo>
                  <a:pt x="258509" y="34385"/>
                  <a:pt x="272891" y="47244"/>
                  <a:pt x="272891" y="63056"/>
                </a:cubicBezTo>
                <a:lnTo>
                  <a:pt x="272891" y="214789"/>
                </a:lnTo>
                <a:cubicBezTo>
                  <a:pt x="272891" y="230505"/>
                  <a:pt x="258604" y="243459"/>
                  <a:pt x="241078" y="243459"/>
                </a:cubicBezTo>
                <a:lnTo>
                  <a:pt x="89535" y="243459"/>
                </a:lnTo>
                <a:cubicBezTo>
                  <a:pt x="72104" y="243459"/>
                  <a:pt x="57722" y="230600"/>
                  <a:pt x="57722" y="214789"/>
                </a:cubicBezTo>
                <a:lnTo>
                  <a:pt x="57722" y="62960"/>
                </a:lnTo>
                <a:close/>
              </a:path>
            </a:pathLst>
          </a:custGeom>
          <a:solidFill>
            <a:srgbClr val="FFFFFF">
              <a:alpha val="352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" name="Google Shape;27;p4"/>
          <p:cNvGrpSpPr/>
          <p:nvPr/>
        </p:nvGrpSpPr>
        <p:grpSpPr>
          <a:xfrm>
            <a:off x="302987" y="288516"/>
            <a:ext cx="8538026" cy="4566468"/>
            <a:chOff x="1298853" y="4144865"/>
            <a:chExt cx="3636452" cy="1944916"/>
          </a:xfrm>
        </p:grpSpPr>
        <p:sp>
          <p:nvSpPr>
            <p:cNvPr id="28" name="Google Shape;28;p4"/>
            <p:cNvSpPr/>
            <p:nvPr/>
          </p:nvSpPr>
          <p:spPr>
            <a:xfrm>
              <a:off x="4556060" y="4144865"/>
              <a:ext cx="379245" cy="379245"/>
            </a:xfrm>
            <a:custGeom>
              <a:avLst/>
              <a:gdLst/>
              <a:ahLst/>
              <a:cxnLst/>
              <a:rect l="l" t="t" r="r" b="b"/>
              <a:pathLst>
                <a:path w="379245" h="379245" extrusionOk="0">
                  <a:moveTo>
                    <a:pt x="379245" y="379245"/>
                  </a:moveTo>
                  <a:lnTo>
                    <a:pt x="379245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1298853" y="5710536"/>
              <a:ext cx="379245" cy="379245"/>
            </a:xfrm>
            <a:custGeom>
              <a:avLst/>
              <a:gdLst/>
              <a:ahLst/>
              <a:cxnLst/>
              <a:rect l="l" t="t" r="r" b="b"/>
              <a:pathLst>
                <a:path w="379245" h="379245" extrusionOk="0">
                  <a:moveTo>
                    <a:pt x="0" y="0"/>
                  </a:moveTo>
                  <a:lnTo>
                    <a:pt x="0" y="379246"/>
                  </a:lnTo>
                  <a:lnTo>
                    <a:pt x="379246" y="379246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Google Shape;30;p4"/>
          <p:cNvSpPr/>
          <p:nvPr/>
        </p:nvSpPr>
        <p:spPr>
          <a:xfrm>
            <a:off x="8566974" y="414360"/>
            <a:ext cx="159300" cy="15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/>
          <p:cNvPicPr preferRelativeResize="0"/>
          <p:nvPr/>
        </p:nvPicPr>
        <p:blipFill rotWithShape="1">
          <a:blip r:embed="rId2">
            <a:alphaModFix amt="50000"/>
          </a:blip>
          <a:srcRect t="9" b="19"/>
          <a:stretch/>
        </p:blipFill>
        <p:spPr>
          <a:xfrm>
            <a:off x="0" y="0"/>
            <a:ext cx="9144002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4923137" y="2362499"/>
            <a:ext cx="2505600" cy="15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1715263" y="2362499"/>
            <a:ext cx="2505600" cy="15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1715263" y="1953301"/>
            <a:ext cx="2505600" cy="4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4923138" y="1953301"/>
            <a:ext cx="2505600" cy="4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>
            <a:off x="302987" y="288516"/>
            <a:ext cx="8538026" cy="4566468"/>
            <a:chOff x="5802027" y="1564324"/>
            <a:chExt cx="3636452" cy="1944916"/>
          </a:xfrm>
        </p:grpSpPr>
        <p:sp>
          <p:nvSpPr>
            <p:cNvPr id="39" name="Google Shape;39;p5"/>
            <p:cNvSpPr/>
            <p:nvPr/>
          </p:nvSpPr>
          <p:spPr>
            <a:xfrm>
              <a:off x="5802027" y="1564324"/>
              <a:ext cx="379245" cy="1944916"/>
            </a:xfrm>
            <a:custGeom>
              <a:avLst/>
              <a:gdLst/>
              <a:ahLst/>
              <a:cxnLst/>
              <a:rect l="l" t="t" r="r" b="b"/>
              <a:pathLst>
                <a:path w="379245" h="1944916" extrusionOk="0">
                  <a:moveTo>
                    <a:pt x="379246" y="0"/>
                  </a:moveTo>
                  <a:lnTo>
                    <a:pt x="0" y="0"/>
                  </a:lnTo>
                  <a:lnTo>
                    <a:pt x="0" y="1944917"/>
                  </a:lnTo>
                  <a:lnTo>
                    <a:pt x="379246" y="194491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9059234" y="1564324"/>
              <a:ext cx="379245" cy="1944916"/>
            </a:xfrm>
            <a:custGeom>
              <a:avLst/>
              <a:gdLst/>
              <a:ahLst/>
              <a:cxnLst/>
              <a:rect l="l" t="t" r="r" b="b"/>
              <a:pathLst>
                <a:path w="379245" h="1944916" extrusionOk="0">
                  <a:moveTo>
                    <a:pt x="0" y="1944917"/>
                  </a:moveTo>
                  <a:lnTo>
                    <a:pt x="379245" y="1944917"/>
                  </a:lnTo>
                  <a:lnTo>
                    <a:pt x="379245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" name="Google Shape;41;p5"/>
          <p:cNvSpPr/>
          <p:nvPr/>
        </p:nvSpPr>
        <p:spPr>
          <a:xfrm>
            <a:off x="8566974" y="414360"/>
            <a:ext cx="159300" cy="15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8"/>
          <p:cNvPicPr preferRelativeResize="0"/>
          <p:nvPr/>
        </p:nvPicPr>
        <p:blipFill rotWithShape="1">
          <a:blip r:embed="rId2">
            <a:alphaModFix amt="50000"/>
          </a:blip>
          <a:srcRect t="9" b="19"/>
          <a:stretch/>
        </p:blipFill>
        <p:spPr>
          <a:xfrm>
            <a:off x="0" y="0"/>
            <a:ext cx="9144002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303000" y="287775"/>
            <a:ext cx="8538000" cy="456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5" name="Google Shape;65;p8"/>
          <p:cNvSpPr/>
          <p:nvPr/>
        </p:nvSpPr>
        <p:spPr>
          <a:xfrm rot="524770" flipH="1">
            <a:off x="2783072" y="-637267"/>
            <a:ext cx="7296719" cy="885961"/>
          </a:xfrm>
          <a:custGeom>
            <a:avLst/>
            <a:gdLst/>
            <a:ahLst/>
            <a:cxnLst/>
            <a:rect l="l" t="t" r="r" b="b"/>
            <a:pathLst>
              <a:path w="10566844" h="1283017" extrusionOk="0">
                <a:moveTo>
                  <a:pt x="5283423" y="0"/>
                </a:moveTo>
                <a:lnTo>
                  <a:pt x="0" y="0"/>
                </a:lnTo>
                <a:lnTo>
                  <a:pt x="0" y="1283018"/>
                </a:lnTo>
                <a:lnTo>
                  <a:pt x="10566845" y="1283018"/>
                </a:lnTo>
                <a:lnTo>
                  <a:pt x="10566845" y="0"/>
                </a:lnTo>
                <a:lnTo>
                  <a:pt x="5283423" y="0"/>
                </a:lnTo>
                <a:close/>
                <a:moveTo>
                  <a:pt x="254222" y="1220057"/>
                </a:moveTo>
                <a:cubicBezTo>
                  <a:pt x="254222" y="1235774"/>
                  <a:pt x="239935" y="1248728"/>
                  <a:pt x="222409" y="1248728"/>
                </a:cubicBezTo>
                <a:lnTo>
                  <a:pt x="70866" y="1248728"/>
                </a:lnTo>
                <a:cubicBezTo>
                  <a:pt x="53435" y="1248728"/>
                  <a:pt x="39053" y="1235869"/>
                  <a:pt x="39053" y="1220057"/>
                </a:cubicBezTo>
                <a:lnTo>
                  <a:pt x="39053" y="1068324"/>
                </a:lnTo>
                <a:cubicBezTo>
                  <a:pt x="39053" y="1052608"/>
                  <a:pt x="53340" y="1039654"/>
                  <a:pt x="70866" y="1039654"/>
                </a:cubicBezTo>
                <a:lnTo>
                  <a:pt x="222409" y="1039654"/>
                </a:lnTo>
                <a:cubicBezTo>
                  <a:pt x="239840" y="1039654"/>
                  <a:pt x="254222" y="1052513"/>
                  <a:pt x="254222" y="1068324"/>
                </a:cubicBezTo>
                <a:lnTo>
                  <a:pt x="254222" y="1220057"/>
                </a:lnTo>
                <a:close/>
                <a:moveTo>
                  <a:pt x="530447" y="1220057"/>
                </a:moveTo>
                <a:cubicBezTo>
                  <a:pt x="530447" y="1235774"/>
                  <a:pt x="516160" y="1248728"/>
                  <a:pt x="498634" y="1248728"/>
                </a:cubicBezTo>
                <a:lnTo>
                  <a:pt x="347091" y="1248728"/>
                </a:lnTo>
                <a:cubicBezTo>
                  <a:pt x="329660" y="1248728"/>
                  <a:pt x="315278" y="1235869"/>
                  <a:pt x="315278" y="1220057"/>
                </a:cubicBezTo>
                <a:lnTo>
                  <a:pt x="315278" y="1068324"/>
                </a:lnTo>
                <a:cubicBezTo>
                  <a:pt x="315278" y="1052608"/>
                  <a:pt x="329565" y="1039654"/>
                  <a:pt x="347091" y="1039654"/>
                </a:cubicBezTo>
                <a:lnTo>
                  <a:pt x="498634" y="1039654"/>
                </a:lnTo>
                <a:cubicBezTo>
                  <a:pt x="516065" y="1039654"/>
                  <a:pt x="530447" y="1052513"/>
                  <a:pt x="530447" y="1068324"/>
                </a:cubicBezTo>
                <a:lnTo>
                  <a:pt x="530447" y="1220057"/>
                </a:lnTo>
                <a:close/>
                <a:moveTo>
                  <a:pt x="806672" y="1220057"/>
                </a:moveTo>
                <a:cubicBezTo>
                  <a:pt x="806672" y="1235774"/>
                  <a:pt x="792385" y="1248728"/>
                  <a:pt x="774859" y="1248728"/>
                </a:cubicBezTo>
                <a:lnTo>
                  <a:pt x="623316" y="1248728"/>
                </a:lnTo>
                <a:cubicBezTo>
                  <a:pt x="605885" y="1248728"/>
                  <a:pt x="591503" y="1235869"/>
                  <a:pt x="591503" y="1220057"/>
                </a:cubicBezTo>
                <a:lnTo>
                  <a:pt x="591503" y="1068324"/>
                </a:lnTo>
                <a:cubicBezTo>
                  <a:pt x="591503" y="1052608"/>
                  <a:pt x="605790" y="1039654"/>
                  <a:pt x="623316" y="1039654"/>
                </a:cubicBezTo>
                <a:lnTo>
                  <a:pt x="774859" y="1039654"/>
                </a:lnTo>
                <a:cubicBezTo>
                  <a:pt x="792290" y="1039654"/>
                  <a:pt x="806672" y="1052513"/>
                  <a:pt x="806672" y="1068324"/>
                </a:cubicBezTo>
                <a:lnTo>
                  <a:pt x="806672" y="1220057"/>
                </a:lnTo>
                <a:close/>
                <a:moveTo>
                  <a:pt x="1082897" y="1220057"/>
                </a:moveTo>
                <a:cubicBezTo>
                  <a:pt x="1082897" y="1235774"/>
                  <a:pt x="1068610" y="1248728"/>
                  <a:pt x="1051084" y="1248728"/>
                </a:cubicBezTo>
                <a:lnTo>
                  <a:pt x="899541" y="1248728"/>
                </a:lnTo>
                <a:cubicBezTo>
                  <a:pt x="882110" y="1248728"/>
                  <a:pt x="867728" y="1235869"/>
                  <a:pt x="867728" y="1220057"/>
                </a:cubicBezTo>
                <a:lnTo>
                  <a:pt x="867728" y="1068324"/>
                </a:lnTo>
                <a:cubicBezTo>
                  <a:pt x="867728" y="1052608"/>
                  <a:pt x="882015" y="1039654"/>
                  <a:pt x="899541" y="1039654"/>
                </a:cubicBezTo>
                <a:lnTo>
                  <a:pt x="1051084" y="1039654"/>
                </a:lnTo>
                <a:cubicBezTo>
                  <a:pt x="1068515" y="1039654"/>
                  <a:pt x="1082897" y="1052513"/>
                  <a:pt x="1082897" y="1068324"/>
                </a:cubicBezTo>
                <a:lnTo>
                  <a:pt x="1082897" y="1220057"/>
                </a:lnTo>
                <a:close/>
                <a:moveTo>
                  <a:pt x="1359122" y="1220057"/>
                </a:moveTo>
                <a:cubicBezTo>
                  <a:pt x="1359122" y="1235774"/>
                  <a:pt x="1344835" y="1248728"/>
                  <a:pt x="1327309" y="1248728"/>
                </a:cubicBezTo>
                <a:lnTo>
                  <a:pt x="1175766" y="1248728"/>
                </a:lnTo>
                <a:cubicBezTo>
                  <a:pt x="1158335" y="1248728"/>
                  <a:pt x="1143953" y="1235869"/>
                  <a:pt x="1143953" y="1220057"/>
                </a:cubicBezTo>
                <a:lnTo>
                  <a:pt x="1143953" y="1068324"/>
                </a:lnTo>
                <a:cubicBezTo>
                  <a:pt x="1143953" y="1052608"/>
                  <a:pt x="1158240" y="1039654"/>
                  <a:pt x="1175766" y="1039654"/>
                </a:cubicBezTo>
                <a:lnTo>
                  <a:pt x="1327309" y="1039654"/>
                </a:lnTo>
                <a:cubicBezTo>
                  <a:pt x="1344739" y="1039654"/>
                  <a:pt x="1359122" y="1052513"/>
                  <a:pt x="1359122" y="1068324"/>
                </a:cubicBezTo>
                <a:lnTo>
                  <a:pt x="1359122" y="1220057"/>
                </a:lnTo>
                <a:close/>
                <a:moveTo>
                  <a:pt x="1635347" y="1220057"/>
                </a:moveTo>
                <a:cubicBezTo>
                  <a:pt x="1635347" y="1235774"/>
                  <a:pt x="1621060" y="1248728"/>
                  <a:pt x="1603534" y="1248728"/>
                </a:cubicBezTo>
                <a:lnTo>
                  <a:pt x="1451991" y="1248728"/>
                </a:lnTo>
                <a:cubicBezTo>
                  <a:pt x="1434560" y="1248728"/>
                  <a:pt x="1420178" y="1235869"/>
                  <a:pt x="1420178" y="1220057"/>
                </a:cubicBezTo>
                <a:lnTo>
                  <a:pt x="1420178" y="1068324"/>
                </a:lnTo>
                <a:cubicBezTo>
                  <a:pt x="1420178" y="1052608"/>
                  <a:pt x="1434465" y="1039654"/>
                  <a:pt x="1451991" y="1039654"/>
                </a:cubicBezTo>
                <a:lnTo>
                  <a:pt x="1603534" y="1039654"/>
                </a:lnTo>
                <a:cubicBezTo>
                  <a:pt x="1620964" y="1039654"/>
                  <a:pt x="1635347" y="1052513"/>
                  <a:pt x="1635347" y="1068324"/>
                </a:cubicBezTo>
                <a:lnTo>
                  <a:pt x="1635347" y="1220057"/>
                </a:lnTo>
                <a:close/>
                <a:moveTo>
                  <a:pt x="1911572" y="1220057"/>
                </a:moveTo>
                <a:cubicBezTo>
                  <a:pt x="1911572" y="1235774"/>
                  <a:pt x="1897285" y="1248728"/>
                  <a:pt x="1879759" y="1248728"/>
                </a:cubicBezTo>
                <a:lnTo>
                  <a:pt x="1728216" y="1248728"/>
                </a:lnTo>
                <a:cubicBezTo>
                  <a:pt x="1710785" y="1248728"/>
                  <a:pt x="1696403" y="1235869"/>
                  <a:pt x="1696403" y="1220057"/>
                </a:cubicBezTo>
                <a:lnTo>
                  <a:pt x="1696403" y="1068324"/>
                </a:lnTo>
                <a:cubicBezTo>
                  <a:pt x="1696403" y="1052608"/>
                  <a:pt x="1710690" y="1039654"/>
                  <a:pt x="1728216" y="1039654"/>
                </a:cubicBezTo>
                <a:lnTo>
                  <a:pt x="1879759" y="1039654"/>
                </a:lnTo>
                <a:cubicBezTo>
                  <a:pt x="1897189" y="1039654"/>
                  <a:pt x="1911572" y="1052513"/>
                  <a:pt x="1911572" y="1068324"/>
                </a:cubicBezTo>
                <a:lnTo>
                  <a:pt x="1911572" y="1220057"/>
                </a:lnTo>
                <a:close/>
                <a:moveTo>
                  <a:pt x="2187797" y="1220057"/>
                </a:moveTo>
                <a:cubicBezTo>
                  <a:pt x="2187797" y="1235774"/>
                  <a:pt x="2173510" y="1248728"/>
                  <a:pt x="2155984" y="1248728"/>
                </a:cubicBezTo>
                <a:lnTo>
                  <a:pt x="2004441" y="1248728"/>
                </a:lnTo>
                <a:cubicBezTo>
                  <a:pt x="1987010" y="1248728"/>
                  <a:pt x="1972628" y="1235869"/>
                  <a:pt x="1972628" y="1220057"/>
                </a:cubicBezTo>
                <a:lnTo>
                  <a:pt x="1972628" y="1068324"/>
                </a:lnTo>
                <a:cubicBezTo>
                  <a:pt x="1972628" y="1052608"/>
                  <a:pt x="1986915" y="1039654"/>
                  <a:pt x="2004441" y="1039654"/>
                </a:cubicBezTo>
                <a:lnTo>
                  <a:pt x="2155984" y="1039654"/>
                </a:lnTo>
                <a:cubicBezTo>
                  <a:pt x="2173415" y="1039654"/>
                  <a:pt x="2187797" y="1052513"/>
                  <a:pt x="2187797" y="1068324"/>
                </a:cubicBezTo>
                <a:lnTo>
                  <a:pt x="2187797" y="1220057"/>
                </a:lnTo>
                <a:close/>
                <a:moveTo>
                  <a:pt x="2464022" y="1220057"/>
                </a:moveTo>
                <a:cubicBezTo>
                  <a:pt x="2464022" y="1235774"/>
                  <a:pt x="2449735" y="1248728"/>
                  <a:pt x="2432209" y="1248728"/>
                </a:cubicBezTo>
                <a:lnTo>
                  <a:pt x="2280666" y="1248728"/>
                </a:lnTo>
                <a:cubicBezTo>
                  <a:pt x="2263235" y="1248728"/>
                  <a:pt x="2248853" y="1235869"/>
                  <a:pt x="2248853" y="1220057"/>
                </a:cubicBezTo>
                <a:lnTo>
                  <a:pt x="2248853" y="1068324"/>
                </a:lnTo>
                <a:cubicBezTo>
                  <a:pt x="2248853" y="1052608"/>
                  <a:pt x="2263140" y="1039654"/>
                  <a:pt x="2280666" y="1039654"/>
                </a:cubicBezTo>
                <a:lnTo>
                  <a:pt x="2432209" y="1039654"/>
                </a:lnTo>
                <a:cubicBezTo>
                  <a:pt x="2449640" y="1039654"/>
                  <a:pt x="2464022" y="1052513"/>
                  <a:pt x="2464022" y="1068324"/>
                </a:cubicBezTo>
                <a:lnTo>
                  <a:pt x="2464022" y="1220057"/>
                </a:lnTo>
                <a:close/>
                <a:moveTo>
                  <a:pt x="2740247" y="1220057"/>
                </a:moveTo>
                <a:cubicBezTo>
                  <a:pt x="2740247" y="1235774"/>
                  <a:pt x="2725960" y="1248728"/>
                  <a:pt x="2708434" y="1248728"/>
                </a:cubicBezTo>
                <a:lnTo>
                  <a:pt x="2556891" y="1248728"/>
                </a:lnTo>
                <a:cubicBezTo>
                  <a:pt x="2539460" y="1248728"/>
                  <a:pt x="2525078" y="1235869"/>
                  <a:pt x="2525078" y="1220057"/>
                </a:cubicBezTo>
                <a:lnTo>
                  <a:pt x="2525078" y="1068324"/>
                </a:lnTo>
                <a:cubicBezTo>
                  <a:pt x="2525078" y="1052608"/>
                  <a:pt x="2539365" y="1039654"/>
                  <a:pt x="2556891" y="1039654"/>
                </a:cubicBezTo>
                <a:lnTo>
                  <a:pt x="2708434" y="1039654"/>
                </a:lnTo>
                <a:cubicBezTo>
                  <a:pt x="2725865" y="1039654"/>
                  <a:pt x="2740247" y="1052513"/>
                  <a:pt x="2740247" y="1068324"/>
                </a:cubicBezTo>
                <a:lnTo>
                  <a:pt x="2740247" y="1220057"/>
                </a:lnTo>
                <a:close/>
                <a:moveTo>
                  <a:pt x="3016472" y="1220057"/>
                </a:moveTo>
                <a:cubicBezTo>
                  <a:pt x="3016472" y="1235774"/>
                  <a:pt x="3002185" y="1248728"/>
                  <a:pt x="2984659" y="1248728"/>
                </a:cubicBezTo>
                <a:lnTo>
                  <a:pt x="2833116" y="1248728"/>
                </a:lnTo>
                <a:cubicBezTo>
                  <a:pt x="2815685" y="1248728"/>
                  <a:pt x="2801303" y="1235869"/>
                  <a:pt x="2801303" y="1220057"/>
                </a:cubicBezTo>
                <a:lnTo>
                  <a:pt x="2801303" y="1068324"/>
                </a:lnTo>
                <a:cubicBezTo>
                  <a:pt x="2801303" y="1052608"/>
                  <a:pt x="2815590" y="1039654"/>
                  <a:pt x="2833116" y="1039654"/>
                </a:cubicBezTo>
                <a:lnTo>
                  <a:pt x="2984659" y="1039654"/>
                </a:lnTo>
                <a:cubicBezTo>
                  <a:pt x="3002090" y="1039654"/>
                  <a:pt x="3016472" y="1052513"/>
                  <a:pt x="3016472" y="1068324"/>
                </a:cubicBezTo>
                <a:lnTo>
                  <a:pt x="3016472" y="1220057"/>
                </a:lnTo>
                <a:close/>
                <a:moveTo>
                  <a:pt x="3292697" y="1220057"/>
                </a:moveTo>
                <a:cubicBezTo>
                  <a:pt x="3292697" y="1235774"/>
                  <a:pt x="3278410" y="1248728"/>
                  <a:pt x="3260884" y="1248728"/>
                </a:cubicBezTo>
                <a:lnTo>
                  <a:pt x="3109341" y="1248728"/>
                </a:lnTo>
                <a:cubicBezTo>
                  <a:pt x="3091910" y="1248728"/>
                  <a:pt x="3077528" y="1235869"/>
                  <a:pt x="3077528" y="1220057"/>
                </a:cubicBezTo>
                <a:lnTo>
                  <a:pt x="3077528" y="1068324"/>
                </a:lnTo>
                <a:cubicBezTo>
                  <a:pt x="3077528" y="1052608"/>
                  <a:pt x="3091815" y="1039654"/>
                  <a:pt x="3109341" y="1039654"/>
                </a:cubicBezTo>
                <a:lnTo>
                  <a:pt x="3260884" y="1039654"/>
                </a:lnTo>
                <a:cubicBezTo>
                  <a:pt x="3278315" y="1039654"/>
                  <a:pt x="3292697" y="1052513"/>
                  <a:pt x="3292697" y="1068324"/>
                </a:cubicBezTo>
                <a:lnTo>
                  <a:pt x="3292697" y="1220057"/>
                </a:lnTo>
                <a:close/>
                <a:moveTo>
                  <a:pt x="3568922" y="1220057"/>
                </a:moveTo>
                <a:cubicBezTo>
                  <a:pt x="3568922" y="1235774"/>
                  <a:pt x="3554635" y="1248728"/>
                  <a:pt x="3537109" y="1248728"/>
                </a:cubicBezTo>
                <a:lnTo>
                  <a:pt x="3385566" y="1248728"/>
                </a:lnTo>
                <a:cubicBezTo>
                  <a:pt x="3368135" y="1248728"/>
                  <a:pt x="3353753" y="1235869"/>
                  <a:pt x="3353753" y="1220057"/>
                </a:cubicBezTo>
                <a:lnTo>
                  <a:pt x="3353753" y="1068324"/>
                </a:lnTo>
                <a:cubicBezTo>
                  <a:pt x="3353753" y="1052608"/>
                  <a:pt x="3368040" y="1039654"/>
                  <a:pt x="3385566" y="1039654"/>
                </a:cubicBezTo>
                <a:lnTo>
                  <a:pt x="3537109" y="1039654"/>
                </a:lnTo>
                <a:cubicBezTo>
                  <a:pt x="3554540" y="1039654"/>
                  <a:pt x="3568922" y="1052513"/>
                  <a:pt x="3568922" y="1068324"/>
                </a:cubicBezTo>
                <a:lnTo>
                  <a:pt x="3568922" y="1220057"/>
                </a:lnTo>
                <a:close/>
                <a:moveTo>
                  <a:pt x="3845147" y="1220057"/>
                </a:moveTo>
                <a:cubicBezTo>
                  <a:pt x="3845147" y="1235774"/>
                  <a:pt x="3830860" y="1248728"/>
                  <a:pt x="3813334" y="1248728"/>
                </a:cubicBezTo>
                <a:lnTo>
                  <a:pt x="3661791" y="1248728"/>
                </a:lnTo>
                <a:cubicBezTo>
                  <a:pt x="3644360" y="1248728"/>
                  <a:pt x="3629978" y="1235869"/>
                  <a:pt x="3629978" y="1220057"/>
                </a:cubicBezTo>
                <a:lnTo>
                  <a:pt x="3629978" y="1068324"/>
                </a:lnTo>
                <a:cubicBezTo>
                  <a:pt x="3629978" y="1052608"/>
                  <a:pt x="3644265" y="1039654"/>
                  <a:pt x="3661791" y="1039654"/>
                </a:cubicBezTo>
                <a:lnTo>
                  <a:pt x="3813334" y="1039654"/>
                </a:lnTo>
                <a:cubicBezTo>
                  <a:pt x="3830765" y="1039654"/>
                  <a:pt x="3845147" y="1052513"/>
                  <a:pt x="3845147" y="1068324"/>
                </a:cubicBezTo>
                <a:lnTo>
                  <a:pt x="3845147" y="1220057"/>
                </a:lnTo>
                <a:close/>
                <a:moveTo>
                  <a:pt x="4121372" y="1220057"/>
                </a:moveTo>
                <a:cubicBezTo>
                  <a:pt x="4121372" y="1235774"/>
                  <a:pt x="4107085" y="1248728"/>
                  <a:pt x="4089559" y="1248728"/>
                </a:cubicBezTo>
                <a:lnTo>
                  <a:pt x="3938016" y="1248728"/>
                </a:lnTo>
                <a:cubicBezTo>
                  <a:pt x="3920585" y="1248728"/>
                  <a:pt x="3906203" y="1235869"/>
                  <a:pt x="3906203" y="1220057"/>
                </a:cubicBezTo>
                <a:lnTo>
                  <a:pt x="3906203" y="1068324"/>
                </a:lnTo>
                <a:cubicBezTo>
                  <a:pt x="3906203" y="1052608"/>
                  <a:pt x="3920490" y="1039654"/>
                  <a:pt x="3938016" y="1039654"/>
                </a:cubicBezTo>
                <a:lnTo>
                  <a:pt x="4089559" y="1039654"/>
                </a:lnTo>
                <a:cubicBezTo>
                  <a:pt x="4106990" y="1039654"/>
                  <a:pt x="4121372" y="1052513"/>
                  <a:pt x="4121372" y="1068324"/>
                </a:cubicBezTo>
                <a:lnTo>
                  <a:pt x="4121372" y="1220057"/>
                </a:lnTo>
                <a:close/>
                <a:moveTo>
                  <a:pt x="4397598" y="1220057"/>
                </a:moveTo>
                <a:cubicBezTo>
                  <a:pt x="4397598" y="1235774"/>
                  <a:pt x="4383310" y="1248728"/>
                  <a:pt x="4365784" y="1248728"/>
                </a:cubicBezTo>
                <a:lnTo>
                  <a:pt x="4214241" y="1248728"/>
                </a:lnTo>
                <a:cubicBezTo>
                  <a:pt x="4196810" y="1248728"/>
                  <a:pt x="4182428" y="1235869"/>
                  <a:pt x="4182428" y="1220057"/>
                </a:cubicBezTo>
                <a:lnTo>
                  <a:pt x="4182428" y="1068324"/>
                </a:lnTo>
                <a:cubicBezTo>
                  <a:pt x="4182428" y="1052608"/>
                  <a:pt x="4196715" y="1039654"/>
                  <a:pt x="4214241" y="1039654"/>
                </a:cubicBezTo>
                <a:lnTo>
                  <a:pt x="4365784" y="1039654"/>
                </a:lnTo>
                <a:cubicBezTo>
                  <a:pt x="4383215" y="1039654"/>
                  <a:pt x="4397598" y="1052513"/>
                  <a:pt x="4397598" y="1068324"/>
                </a:cubicBezTo>
                <a:lnTo>
                  <a:pt x="4397598" y="1220057"/>
                </a:lnTo>
                <a:close/>
                <a:moveTo>
                  <a:pt x="4673823" y="1220057"/>
                </a:moveTo>
                <a:cubicBezTo>
                  <a:pt x="4673823" y="1235774"/>
                  <a:pt x="4659535" y="1248728"/>
                  <a:pt x="4642009" y="1248728"/>
                </a:cubicBezTo>
                <a:lnTo>
                  <a:pt x="4490466" y="1248728"/>
                </a:lnTo>
                <a:cubicBezTo>
                  <a:pt x="4473035" y="1248728"/>
                  <a:pt x="4458653" y="1235869"/>
                  <a:pt x="4458653" y="1220057"/>
                </a:cubicBezTo>
                <a:lnTo>
                  <a:pt x="4458653" y="1068324"/>
                </a:lnTo>
                <a:cubicBezTo>
                  <a:pt x="4458653" y="1052608"/>
                  <a:pt x="4472940" y="1039654"/>
                  <a:pt x="4490466" y="1039654"/>
                </a:cubicBezTo>
                <a:lnTo>
                  <a:pt x="4642009" y="1039654"/>
                </a:lnTo>
                <a:cubicBezTo>
                  <a:pt x="4659440" y="1039654"/>
                  <a:pt x="4673823" y="1052513"/>
                  <a:pt x="4673823" y="1068324"/>
                </a:cubicBezTo>
                <a:lnTo>
                  <a:pt x="4673823" y="1220057"/>
                </a:lnTo>
                <a:close/>
                <a:moveTo>
                  <a:pt x="4950048" y="1220057"/>
                </a:moveTo>
                <a:cubicBezTo>
                  <a:pt x="4950048" y="1235774"/>
                  <a:pt x="4935760" y="1248728"/>
                  <a:pt x="4918234" y="1248728"/>
                </a:cubicBezTo>
                <a:lnTo>
                  <a:pt x="4766691" y="1248728"/>
                </a:lnTo>
                <a:cubicBezTo>
                  <a:pt x="4749260" y="1248728"/>
                  <a:pt x="4734878" y="1235869"/>
                  <a:pt x="4734878" y="1220057"/>
                </a:cubicBezTo>
                <a:lnTo>
                  <a:pt x="4734878" y="1068324"/>
                </a:lnTo>
                <a:cubicBezTo>
                  <a:pt x="4734878" y="1052608"/>
                  <a:pt x="4749165" y="1039654"/>
                  <a:pt x="4766691" y="1039654"/>
                </a:cubicBezTo>
                <a:lnTo>
                  <a:pt x="4918234" y="1039654"/>
                </a:lnTo>
                <a:cubicBezTo>
                  <a:pt x="4935665" y="1039654"/>
                  <a:pt x="4950048" y="1052513"/>
                  <a:pt x="4950048" y="1068324"/>
                </a:cubicBezTo>
                <a:lnTo>
                  <a:pt x="4950048" y="1220057"/>
                </a:lnTo>
                <a:close/>
                <a:moveTo>
                  <a:pt x="5226273" y="1220057"/>
                </a:moveTo>
                <a:cubicBezTo>
                  <a:pt x="5226273" y="1235774"/>
                  <a:pt x="5211985" y="1248728"/>
                  <a:pt x="5194459" y="1248728"/>
                </a:cubicBezTo>
                <a:lnTo>
                  <a:pt x="5042916" y="1248728"/>
                </a:lnTo>
                <a:cubicBezTo>
                  <a:pt x="5025485" y="1248728"/>
                  <a:pt x="5011103" y="1235869"/>
                  <a:pt x="5011103" y="1220057"/>
                </a:cubicBezTo>
                <a:lnTo>
                  <a:pt x="5011103" y="1068324"/>
                </a:lnTo>
                <a:cubicBezTo>
                  <a:pt x="5011103" y="1052608"/>
                  <a:pt x="5025390" y="1039654"/>
                  <a:pt x="5042916" y="1039654"/>
                </a:cubicBezTo>
                <a:lnTo>
                  <a:pt x="5194459" y="1039654"/>
                </a:lnTo>
                <a:cubicBezTo>
                  <a:pt x="5211890" y="1039654"/>
                  <a:pt x="5226273" y="1052513"/>
                  <a:pt x="5226273" y="1068324"/>
                </a:cubicBezTo>
                <a:lnTo>
                  <a:pt x="5226273" y="1220057"/>
                </a:lnTo>
                <a:close/>
                <a:moveTo>
                  <a:pt x="5538216" y="1220057"/>
                </a:moveTo>
                <a:cubicBezTo>
                  <a:pt x="5538216" y="1235774"/>
                  <a:pt x="5523929" y="1248728"/>
                  <a:pt x="5506403" y="1248728"/>
                </a:cubicBezTo>
                <a:lnTo>
                  <a:pt x="5354860" y="1248728"/>
                </a:lnTo>
                <a:cubicBezTo>
                  <a:pt x="5337429" y="1248728"/>
                  <a:pt x="5323046" y="1235869"/>
                  <a:pt x="5323046" y="1220057"/>
                </a:cubicBezTo>
                <a:lnTo>
                  <a:pt x="5323046" y="1068324"/>
                </a:lnTo>
                <a:cubicBezTo>
                  <a:pt x="5323046" y="1052608"/>
                  <a:pt x="5337334" y="1039654"/>
                  <a:pt x="5354860" y="1039654"/>
                </a:cubicBezTo>
                <a:lnTo>
                  <a:pt x="5506403" y="1039654"/>
                </a:lnTo>
                <a:cubicBezTo>
                  <a:pt x="5523833" y="1039654"/>
                  <a:pt x="5538216" y="1052513"/>
                  <a:pt x="5538216" y="1068324"/>
                </a:cubicBezTo>
                <a:lnTo>
                  <a:pt x="5538216" y="1220057"/>
                </a:lnTo>
                <a:close/>
                <a:moveTo>
                  <a:pt x="5814441" y="1220057"/>
                </a:moveTo>
                <a:cubicBezTo>
                  <a:pt x="5814441" y="1235774"/>
                  <a:pt x="5800154" y="1248728"/>
                  <a:pt x="5782628" y="1248728"/>
                </a:cubicBezTo>
                <a:lnTo>
                  <a:pt x="5631085" y="1248728"/>
                </a:lnTo>
                <a:cubicBezTo>
                  <a:pt x="5613654" y="1248728"/>
                  <a:pt x="5599271" y="1235869"/>
                  <a:pt x="5599271" y="1220057"/>
                </a:cubicBezTo>
                <a:lnTo>
                  <a:pt x="5599271" y="1068324"/>
                </a:lnTo>
                <a:cubicBezTo>
                  <a:pt x="5599271" y="1052608"/>
                  <a:pt x="5613559" y="1039654"/>
                  <a:pt x="5631085" y="1039654"/>
                </a:cubicBezTo>
                <a:lnTo>
                  <a:pt x="5782628" y="1039654"/>
                </a:lnTo>
                <a:cubicBezTo>
                  <a:pt x="5800058" y="1039654"/>
                  <a:pt x="5814441" y="1052513"/>
                  <a:pt x="5814441" y="1068324"/>
                </a:cubicBezTo>
                <a:lnTo>
                  <a:pt x="5814441" y="1220057"/>
                </a:lnTo>
                <a:close/>
                <a:moveTo>
                  <a:pt x="6090666" y="1220057"/>
                </a:moveTo>
                <a:cubicBezTo>
                  <a:pt x="6090666" y="1235774"/>
                  <a:pt x="6076379" y="1248728"/>
                  <a:pt x="6058853" y="1248728"/>
                </a:cubicBezTo>
                <a:lnTo>
                  <a:pt x="5907310" y="1248728"/>
                </a:lnTo>
                <a:cubicBezTo>
                  <a:pt x="5889879" y="1248728"/>
                  <a:pt x="5875496" y="1235869"/>
                  <a:pt x="5875496" y="1220057"/>
                </a:cubicBezTo>
                <a:lnTo>
                  <a:pt x="5875496" y="1068324"/>
                </a:lnTo>
                <a:cubicBezTo>
                  <a:pt x="5875496" y="1052608"/>
                  <a:pt x="5889784" y="1039654"/>
                  <a:pt x="5907310" y="1039654"/>
                </a:cubicBezTo>
                <a:lnTo>
                  <a:pt x="6058853" y="1039654"/>
                </a:lnTo>
                <a:cubicBezTo>
                  <a:pt x="6076283" y="1039654"/>
                  <a:pt x="6090666" y="1052513"/>
                  <a:pt x="6090666" y="1068324"/>
                </a:cubicBezTo>
                <a:lnTo>
                  <a:pt x="6090666" y="1220057"/>
                </a:lnTo>
                <a:close/>
                <a:moveTo>
                  <a:pt x="6366891" y="1220057"/>
                </a:moveTo>
                <a:cubicBezTo>
                  <a:pt x="6366891" y="1235774"/>
                  <a:pt x="6352604" y="1248728"/>
                  <a:pt x="6335078" y="1248728"/>
                </a:cubicBezTo>
                <a:lnTo>
                  <a:pt x="6183535" y="1248728"/>
                </a:lnTo>
                <a:cubicBezTo>
                  <a:pt x="6166104" y="1248728"/>
                  <a:pt x="6151721" y="1235869"/>
                  <a:pt x="6151721" y="1220057"/>
                </a:cubicBezTo>
                <a:lnTo>
                  <a:pt x="6151721" y="1068324"/>
                </a:lnTo>
                <a:cubicBezTo>
                  <a:pt x="6151721" y="1052608"/>
                  <a:pt x="6166009" y="1039654"/>
                  <a:pt x="6183535" y="1039654"/>
                </a:cubicBezTo>
                <a:lnTo>
                  <a:pt x="6335078" y="1039654"/>
                </a:lnTo>
                <a:cubicBezTo>
                  <a:pt x="6352508" y="1039654"/>
                  <a:pt x="6366891" y="1052513"/>
                  <a:pt x="6366891" y="1068324"/>
                </a:cubicBezTo>
                <a:lnTo>
                  <a:pt x="6366891" y="1220057"/>
                </a:lnTo>
                <a:close/>
                <a:moveTo>
                  <a:pt x="6643116" y="1220057"/>
                </a:moveTo>
                <a:cubicBezTo>
                  <a:pt x="6643116" y="1235774"/>
                  <a:pt x="6628829" y="1248728"/>
                  <a:pt x="6611303" y="1248728"/>
                </a:cubicBezTo>
                <a:lnTo>
                  <a:pt x="6459760" y="1248728"/>
                </a:lnTo>
                <a:cubicBezTo>
                  <a:pt x="6442329" y="1248728"/>
                  <a:pt x="6427946" y="1235869"/>
                  <a:pt x="6427946" y="1220057"/>
                </a:cubicBezTo>
                <a:lnTo>
                  <a:pt x="6427946" y="1068324"/>
                </a:lnTo>
                <a:cubicBezTo>
                  <a:pt x="6427946" y="1052608"/>
                  <a:pt x="6442234" y="1039654"/>
                  <a:pt x="6459760" y="1039654"/>
                </a:cubicBezTo>
                <a:lnTo>
                  <a:pt x="6611303" y="1039654"/>
                </a:lnTo>
                <a:cubicBezTo>
                  <a:pt x="6628733" y="1039654"/>
                  <a:pt x="6643116" y="1052513"/>
                  <a:pt x="6643116" y="1068324"/>
                </a:cubicBezTo>
                <a:lnTo>
                  <a:pt x="6643116" y="1220057"/>
                </a:lnTo>
                <a:close/>
                <a:moveTo>
                  <a:pt x="6919341" y="1220057"/>
                </a:moveTo>
                <a:cubicBezTo>
                  <a:pt x="6919341" y="1235774"/>
                  <a:pt x="6905054" y="1248728"/>
                  <a:pt x="6887528" y="1248728"/>
                </a:cubicBezTo>
                <a:lnTo>
                  <a:pt x="6735985" y="1248728"/>
                </a:lnTo>
                <a:cubicBezTo>
                  <a:pt x="6718554" y="1248728"/>
                  <a:pt x="6704171" y="1235869"/>
                  <a:pt x="6704171" y="1220057"/>
                </a:cubicBezTo>
                <a:lnTo>
                  <a:pt x="6704171" y="1068324"/>
                </a:lnTo>
                <a:cubicBezTo>
                  <a:pt x="6704171" y="1052608"/>
                  <a:pt x="6718459" y="1039654"/>
                  <a:pt x="6735985" y="1039654"/>
                </a:cubicBezTo>
                <a:lnTo>
                  <a:pt x="6887528" y="1039654"/>
                </a:lnTo>
                <a:cubicBezTo>
                  <a:pt x="6904958" y="1039654"/>
                  <a:pt x="6919341" y="1052513"/>
                  <a:pt x="6919341" y="1068324"/>
                </a:cubicBezTo>
                <a:lnTo>
                  <a:pt x="6919341" y="1220057"/>
                </a:lnTo>
                <a:close/>
                <a:moveTo>
                  <a:pt x="7195566" y="1220057"/>
                </a:moveTo>
                <a:cubicBezTo>
                  <a:pt x="7195566" y="1235774"/>
                  <a:pt x="7181279" y="1248728"/>
                  <a:pt x="7163753" y="1248728"/>
                </a:cubicBezTo>
                <a:lnTo>
                  <a:pt x="7012210" y="1248728"/>
                </a:lnTo>
                <a:cubicBezTo>
                  <a:pt x="6994779" y="1248728"/>
                  <a:pt x="6980396" y="1235869"/>
                  <a:pt x="6980396" y="1220057"/>
                </a:cubicBezTo>
                <a:lnTo>
                  <a:pt x="6980396" y="1068324"/>
                </a:lnTo>
                <a:cubicBezTo>
                  <a:pt x="6980396" y="1052608"/>
                  <a:pt x="6994684" y="1039654"/>
                  <a:pt x="7012210" y="1039654"/>
                </a:cubicBezTo>
                <a:lnTo>
                  <a:pt x="7163753" y="1039654"/>
                </a:lnTo>
                <a:cubicBezTo>
                  <a:pt x="7181183" y="1039654"/>
                  <a:pt x="7195566" y="1052513"/>
                  <a:pt x="7195566" y="1068324"/>
                </a:cubicBezTo>
                <a:lnTo>
                  <a:pt x="7195566" y="1220057"/>
                </a:lnTo>
                <a:close/>
                <a:moveTo>
                  <a:pt x="7471791" y="1220057"/>
                </a:moveTo>
                <a:cubicBezTo>
                  <a:pt x="7471791" y="1235774"/>
                  <a:pt x="7457504" y="1248728"/>
                  <a:pt x="7439978" y="1248728"/>
                </a:cubicBezTo>
                <a:lnTo>
                  <a:pt x="7288435" y="1248728"/>
                </a:lnTo>
                <a:cubicBezTo>
                  <a:pt x="7271004" y="1248728"/>
                  <a:pt x="7256621" y="1235869"/>
                  <a:pt x="7256621" y="1220057"/>
                </a:cubicBezTo>
                <a:lnTo>
                  <a:pt x="7256621" y="1068324"/>
                </a:lnTo>
                <a:cubicBezTo>
                  <a:pt x="7256621" y="1052608"/>
                  <a:pt x="7270909" y="1039654"/>
                  <a:pt x="7288435" y="1039654"/>
                </a:cubicBezTo>
                <a:lnTo>
                  <a:pt x="7439978" y="1039654"/>
                </a:lnTo>
                <a:cubicBezTo>
                  <a:pt x="7457408" y="1039654"/>
                  <a:pt x="7471791" y="1052513"/>
                  <a:pt x="7471791" y="1068324"/>
                </a:cubicBezTo>
                <a:lnTo>
                  <a:pt x="7471791" y="1220057"/>
                </a:lnTo>
                <a:close/>
                <a:moveTo>
                  <a:pt x="7748016" y="1220057"/>
                </a:moveTo>
                <a:cubicBezTo>
                  <a:pt x="7748016" y="1235774"/>
                  <a:pt x="7733729" y="1248728"/>
                  <a:pt x="7716203" y="1248728"/>
                </a:cubicBezTo>
                <a:lnTo>
                  <a:pt x="7564660" y="1248728"/>
                </a:lnTo>
                <a:cubicBezTo>
                  <a:pt x="7547229" y="1248728"/>
                  <a:pt x="7532846" y="1235869"/>
                  <a:pt x="7532846" y="1220057"/>
                </a:cubicBezTo>
                <a:lnTo>
                  <a:pt x="7532846" y="1068324"/>
                </a:lnTo>
                <a:cubicBezTo>
                  <a:pt x="7532846" y="1052608"/>
                  <a:pt x="7547134" y="1039654"/>
                  <a:pt x="7564660" y="1039654"/>
                </a:cubicBezTo>
                <a:lnTo>
                  <a:pt x="7716203" y="1039654"/>
                </a:lnTo>
                <a:cubicBezTo>
                  <a:pt x="7733633" y="1039654"/>
                  <a:pt x="7748016" y="1052513"/>
                  <a:pt x="7748016" y="1068324"/>
                </a:cubicBezTo>
                <a:lnTo>
                  <a:pt x="7748016" y="1220057"/>
                </a:lnTo>
                <a:close/>
                <a:moveTo>
                  <a:pt x="8024241" y="1220057"/>
                </a:moveTo>
                <a:cubicBezTo>
                  <a:pt x="8024241" y="1235774"/>
                  <a:pt x="8009954" y="1248728"/>
                  <a:pt x="7992428" y="1248728"/>
                </a:cubicBezTo>
                <a:lnTo>
                  <a:pt x="7840885" y="1248728"/>
                </a:lnTo>
                <a:cubicBezTo>
                  <a:pt x="7823454" y="1248728"/>
                  <a:pt x="7809071" y="1235869"/>
                  <a:pt x="7809071" y="1220057"/>
                </a:cubicBezTo>
                <a:lnTo>
                  <a:pt x="7809071" y="1068324"/>
                </a:lnTo>
                <a:cubicBezTo>
                  <a:pt x="7809071" y="1052608"/>
                  <a:pt x="7823359" y="1039654"/>
                  <a:pt x="7840885" y="1039654"/>
                </a:cubicBezTo>
                <a:lnTo>
                  <a:pt x="7992428" y="1039654"/>
                </a:lnTo>
                <a:cubicBezTo>
                  <a:pt x="8009858" y="1039654"/>
                  <a:pt x="8024241" y="1052513"/>
                  <a:pt x="8024241" y="1068324"/>
                </a:cubicBezTo>
                <a:lnTo>
                  <a:pt x="8024241" y="1220057"/>
                </a:lnTo>
                <a:close/>
                <a:moveTo>
                  <a:pt x="8300466" y="1220057"/>
                </a:moveTo>
                <a:cubicBezTo>
                  <a:pt x="8300466" y="1235774"/>
                  <a:pt x="8286179" y="1248728"/>
                  <a:pt x="8268653" y="1248728"/>
                </a:cubicBezTo>
                <a:lnTo>
                  <a:pt x="8117110" y="1248728"/>
                </a:lnTo>
                <a:cubicBezTo>
                  <a:pt x="8099679" y="1248728"/>
                  <a:pt x="8085296" y="1235869"/>
                  <a:pt x="8085296" y="1220057"/>
                </a:cubicBezTo>
                <a:lnTo>
                  <a:pt x="8085296" y="1068324"/>
                </a:lnTo>
                <a:cubicBezTo>
                  <a:pt x="8085296" y="1052608"/>
                  <a:pt x="8099584" y="1039654"/>
                  <a:pt x="8117110" y="1039654"/>
                </a:cubicBezTo>
                <a:lnTo>
                  <a:pt x="8268653" y="1039654"/>
                </a:lnTo>
                <a:cubicBezTo>
                  <a:pt x="8286083" y="1039654"/>
                  <a:pt x="8300466" y="1052513"/>
                  <a:pt x="8300466" y="1068324"/>
                </a:cubicBezTo>
                <a:lnTo>
                  <a:pt x="8300466" y="1220057"/>
                </a:lnTo>
                <a:close/>
                <a:moveTo>
                  <a:pt x="8576691" y="1220057"/>
                </a:moveTo>
                <a:cubicBezTo>
                  <a:pt x="8576691" y="1235774"/>
                  <a:pt x="8562404" y="1248728"/>
                  <a:pt x="8544877" y="1248728"/>
                </a:cubicBezTo>
                <a:lnTo>
                  <a:pt x="8393335" y="1248728"/>
                </a:lnTo>
                <a:cubicBezTo>
                  <a:pt x="8375904" y="1248728"/>
                  <a:pt x="8361521" y="1235869"/>
                  <a:pt x="8361521" y="1220057"/>
                </a:cubicBezTo>
                <a:lnTo>
                  <a:pt x="8361521" y="1068324"/>
                </a:lnTo>
                <a:cubicBezTo>
                  <a:pt x="8361521" y="1052608"/>
                  <a:pt x="8375809" y="1039654"/>
                  <a:pt x="8393335" y="1039654"/>
                </a:cubicBezTo>
                <a:lnTo>
                  <a:pt x="8544877" y="1039654"/>
                </a:lnTo>
                <a:cubicBezTo>
                  <a:pt x="8562308" y="1039654"/>
                  <a:pt x="8576691" y="1052513"/>
                  <a:pt x="8576691" y="1068324"/>
                </a:cubicBezTo>
                <a:lnTo>
                  <a:pt x="8576691" y="1220057"/>
                </a:lnTo>
                <a:close/>
                <a:moveTo>
                  <a:pt x="8852916" y="1220057"/>
                </a:moveTo>
                <a:cubicBezTo>
                  <a:pt x="8852916" y="1235774"/>
                  <a:pt x="8838629" y="1248728"/>
                  <a:pt x="8821102" y="1248728"/>
                </a:cubicBezTo>
                <a:lnTo>
                  <a:pt x="8669560" y="1248728"/>
                </a:lnTo>
                <a:cubicBezTo>
                  <a:pt x="8652129" y="1248728"/>
                  <a:pt x="8637746" y="1235869"/>
                  <a:pt x="8637746" y="1220057"/>
                </a:cubicBezTo>
                <a:lnTo>
                  <a:pt x="8637746" y="1068324"/>
                </a:lnTo>
                <a:cubicBezTo>
                  <a:pt x="8637746" y="1052608"/>
                  <a:pt x="8652034" y="1039654"/>
                  <a:pt x="8669560" y="1039654"/>
                </a:cubicBezTo>
                <a:lnTo>
                  <a:pt x="8821102" y="1039654"/>
                </a:lnTo>
                <a:cubicBezTo>
                  <a:pt x="8838533" y="1039654"/>
                  <a:pt x="8852916" y="1052513"/>
                  <a:pt x="8852916" y="1068324"/>
                </a:cubicBezTo>
                <a:lnTo>
                  <a:pt x="8852916" y="1220057"/>
                </a:lnTo>
                <a:close/>
                <a:moveTo>
                  <a:pt x="9129141" y="1220057"/>
                </a:moveTo>
                <a:cubicBezTo>
                  <a:pt x="9129141" y="1235774"/>
                  <a:pt x="9114854" y="1248728"/>
                  <a:pt x="9097327" y="1248728"/>
                </a:cubicBezTo>
                <a:lnTo>
                  <a:pt x="8945785" y="1248728"/>
                </a:lnTo>
                <a:cubicBezTo>
                  <a:pt x="8928354" y="1248728"/>
                  <a:pt x="8913971" y="1235869"/>
                  <a:pt x="8913971" y="1220057"/>
                </a:cubicBezTo>
                <a:lnTo>
                  <a:pt x="8913971" y="1068324"/>
                </a:lnTo>
                <a:cubicBezTo>
                  <a:pt x="8913971" y="1052608"/>
                  <a:pt x="8928259" y="1039654"/>
                  <a:pt x="8945785" y="1039654"/>
                </a:cubicBezTo>
                <a:lnTo>
                  <a:pt x="9097327" y="1039654"/>
                </a:lnTo>
                <a:cubicBezTo>
                  <a:pt x="9114758" y="1039654"/>
                  <a:pt x="9129141" y="1052513"/>
                  <a:pt x="9129141" y="1068324"/>
                </a:cubicBezTo>
                <a:lnTo>
                  <a:pt x="9129141" y="1220057"/>
                </a:lnTo>
                <a:close/>
                <a:moveTo>
                  <a:pt x="9405366" y="1220057"/>
                </a:moveTo>
                <a:cubicBezTo>
                  <a:pt x="9405366" y="1235774"/>
                  <a:pt x="9391079" y="1248728"/>
                  <a:pt x="9373552" y="1248728"/>
                </a:cubicBezTo>
                <a:lnTo>
                  <a:pt x="9222010" y="1248728"/>
                </a:lnTo>
                <a:cubicBezTo>
                  <a:pt x="9204579" y="1248728"/>
                  <a:pt x="9190196" y="1235869"/>
                  <a:pt x="9190196" y="1220057"/>
                </a:cubicBezTo>
                <a:lnTo>
                  <a:pt x="9190196" y="1068324"/>
                </a:lnTo>
                <a:cubicBezTo>
                  <a:pt x="9190196" y="1052608"/>
                  <a:pt x="9204484" y="1039654"/>
                  <a:pt x="9222010" y="1039654"/>
                </a:cubicBezTo>
                <a:lnTo>
                  <a:pt x="9373552" y="1039654"/>
                </a:lnTo>
                <a:cubicBezTo>
                  <a:pt x="9390983" y="1039654"/>
                  <a:pt x="9405366" y="1052513"/>
                  <a:pt x="9405366" y="1068324"/>
                </a:cubicBezTo>
                <a:lnTo>
                  <a:pt x="9405366" y="1220057"/>
                </a:lnTo>
                <a:close/>
                <a:moveTo>
                  <a:pt x="9681591" y="1220057"/>
                </a:moveTo>
                <a:cubicBezTo>
                  <a:pt x="9681591" y="1235774"/>
                  <a:pt x="9667304" y="1248728"/>
                  <a:pt x="9649777" y="1248728"/>
                </a:cubicBezTo>
                <a:lnTo>
                  <a:pt x="9498235" y="1248728"/>
                </a:lnTo>
                <a:cubicBezTo>
                  <a:pt x="9480804" y="1248728"/>
                  <a:pt x="9466421" y="1235869"/>
                  <a:pt x="9466421" y="1220057"/>
                </a:cubicBezTo>
                <a:lnTo>
                  <a:pt x="9466421" y="1068324"/>
                </a:lnTo>
                <a:cubicBezTo>
                  <a:pt x="9466421" y="1052608"/>
                  <a:pt x="9480709" y="1039654"/>
                  <a:pt x="9498235" y="1039654"/>
                </a:cubicBezTo>
                <a:lnTo>
                  <a:pt x="9649777" y="1039654"/>
                </a:lnTo>
                <a:cubicBezTo>
                  <a:pt x="9667208" y="1039654"/>
                  <a:pt x="9681591" y="1052513"/>
                  <a:pt x="9681591" y="1068324"/>
                </a:cubicBezTo>
                <a:lnTo>
                  <a:pt x="9681591" y="1220057"/>
                </a:lnTo>
                <a:close/>
                <a:moveTo>
                  <a:pt x="9957815" y="1220057"/>
                </a:moveTo>
                <a:cubicBezTo>
                  <a:pt x="9957815" y="1235774"/>
                  <a:pt x="9943528" y="1248728"/>
                  <a:pt x="9926002" y="1248728"/>
                </a:cubicBezTo>
                <a:lnTo>
                  <a:pt x="9774459" y="1248728"/>
                </a:lnTo>
                <a:cubicBezTo>
                  <a:pt x="9757029" y="1248728"/>
                  <a:pt x="9742646" y="1235869"/>
                  <a:pt x="9742646" y="1220057"/>
                </a:cubicBezTo>
                <a:lnTo>
                  <a:pt x="9742646" y="1068324"/>
                </a:lnTo>
                <a:cubicBezTo>
                  <a:pt x="9742646" y="1052608"/>
                  <a:pt x="9756934" y="1039654"/>
                  <a:pt x="9774459" y="1039654"/>
                </a:cubicBezTo>
                <a:lnTo>
                  <a:pt x="9926002" y="1039654"/>
                </a:lnTo>
                <a:cubicBezTo>
                  <a:pt x="9943434" y="1039654"/>
                  <a:pt x="9957815" y="1052513"/>
                  <a:pt x="9957815" y="1068324"/>
                </a:cubicBezTo>
                <a:lnTo>
                  <a:pt x="9957815" y="1220057"/>
                </a:lnTo>
                <a:close/>
                <a:moveTo>
                  <a:pt x="10234040" y="1220057"/>
                </a:moveTo>
                <a:cubicBezTo>
                  <a:pt x="10234040" y="1235774"/>
                  <a:pt x="10219753" y="1248728"/>
                  <a:pt x="10202227" y="1248728"/>
                </a:cubicBezTo>
                <a:lnTo>
                  <a:pt x="10050684" y="1248728"/>
                </a:lnTo>
                <a:cubicBezTo>
                  <a:pt x="10033254" y="1248728"/>
                  <a:pt x="10018871" y="1235869"/>
                  <a:pt x="10018871" y="1220057"/>
                </a:cubicBezTo>
                <a:lnTo>
                  <a:pt x="10018871" y="1068324"/>
                </a:lnTo>
                <a:cubicBezTo>
                  <a:pt x="10018871" y="1052608"/>
                  <a:pt x="10033159" y="1039654"/>
                  <a:pt x="10050684" y="1039654"/>
                </a:cubicBezTo>
                <a:lnTo>
                  <a:pt x="10202227" y="1039654"/>
                </a:lnTo>
                <a:cubicBezTo>
                  <a:pt x="10219659" y="1039654"/>
                  <a:pt x="10234040" y="1052513"/>
                  <a:pt x="10234040" y="1068324"/>
                </a:cubicBezTo>
                <a:lnTo>
                  <a:pt x="10234040" y="1220057"/>
                </a:lnTo>
                <a:close/>
                <a:moveTo>
                  <a:pt x="10510265" y="1220057"/>
                </a:moveTo>
                <a:cubicBezTo>
                  <a:pt x="10510265" y="1235774"/>
                  <a:pt x="10495978" y="1248728"/>
                  <a:pt x="10478452" y="1248728"/>
                </a:cubicBezTo>
                <a:lnTo>
                  <a:pt x="10326909" y="1248728"/>
                </a:lnTo>
                <a:cubicBezTo>
                  <a:pt x="10309479" y="1248728"/>
                  <a:pt x="10295096" y="1235869"/>
                  <a:pt x="10295096" y="1220057"/>
                </a:cubicBezTo>
                <a:lnTo>
                  <a:pt x="10295096" y="1068324"/>
                </a:lnTo>
                <a:cubicBezTo>
                  <a:pt x="10295096" y="1052608"/>
                  <a:pt x="10309384" y="1039654"/>
                  <a:pt x="10326909" y="1039654"/>
                </a:cubicBezTo>
                <a:lnTo>
                  <a:pt x="10478452" y="1039654"/>
                </a:lnTo>
                <a:cubicBezTo>
                  <a:pt x="10495884" y="1039654"/>
                  <a:pt x="10510265" y="1052513"/>
                  <a:pt x="10510265" y="1068324"/>
                </a:cubicBezTo>
                <a:lnTo>
                  <a:pt x="10510265" y="1220057"/>
                </a:lnTo>
                <a:close/>
                <a:moveTo>
                  <a:pt x="10313766" y="63056"/>
                </a:moveTo>
                <a:cubicBezTo>
                  <a:pt x="10313766" y="47339"/>
                  <a:pt x="10328053" y="34385"/>
                  <a:pt x="10345579" y="34385"/>
                </a:cubicBezTo>
                <a:lnTo>
                  <a:pt x="10497122" y="34385"/>
                </a:lnTo>
                <a:cubicBezTo>
                  <a:pt x="10514552" y="34385"/>
                  <a:pt x="10528935" y="47244"/>
                  <a:pt x="10528935" y="63056"/>
                </a:cubicBezTo>
                <a:lnTo>
                  <a:pt x="10528935" y="214789"/>
                </a:lnTo>
                <a:cubicBezTo>
                  <a:pt x="10528935" y="230505"/>
                  <a:pt x="10514648" y="243459"/>
                  <a:pt x="10497122" y="243459"/>
                </a:cubicBezTo>
                <a:lnTo>
                  <a:pt x="10345579" y="243459"/>
                </a:lnTo>
                <a:cubicBezTo>
                  <a:pt x="10328147" y="243459"/>
                  <a:pt x="10313766" y="230600"/>
                  <a:pt x="10313766" y="214789"/>
                </a:cubicBezTo>
                <a:lnTo>
                  <a:pt x="10313766" y="62960"/>
                </a:lnTo>
                <a:close/>
                <a:moveTo>
                  <a:pt x="10037541" y="63056"/>
                </a:moveTo>
                <a:cubicBezTo>
                  <a:pt x="10037541" y="47339"/>
                  <a:pt x="10051828" y="34385"/>
                  <a:pt x="10069354" y="34385"/>
                </a:cubicBezTo>
                <a:lnTo>
                  <a:pt x="10220897" y="34385"/>
                </a:lnTo>
                <a:cubicBezTo>
                  <a:pt x="10238327" y="34385"/>
                  <a:pt x="10252710" y="47244"/>
                  <a:pt x="10252710" y="63056"/>
                </a:cubicBezTo>
                <a:lnTo>
                  <a:pt x="10252710" y="214789"/>
                </a:lnTo>
                <a:cubicBezTo>
                  <a:pt x="10252710" y="230505"/>
                  <a:pt x="10238423" y="243459"/>
                  <a:pt x="10220897" y="243459"/>
                </a:cubicBezTo>
                <a:lnTo>
                  <a:pt x="10069354" y="243459"/>
                </a:lnTo>
                <a:cubicBezTo>
                  <a:pt x="10051922" y="243459"/>
                  <a:pt x="10037541" y="230600"/>
                  <a:pt x="10037541" y="214789"/>
                </a:cubicBezTo>
                <a:lnTo>
                  <a:pt x="10037541" y="62960"/>
                </a:lnTo>
                <a:close/>
                <a:moveTo>
                  <a:pt x="9761316" y="63056"/>
                </a:moveTo>
                <a:cubicBezTo>
                  <a:pt x="9761316" y="47339"/>
                  <a:pt x="9775603" y="34385"/>
                  <a:pt x="9793129" y="34385"/>
                </a:cubicBezTo>
                <a:lnTo>
                  <a:pt x="9944672" y="34385"/>
                </a:lnTo>
                <a:cubicBezTo>
                  <a:pt x="9962102" y="34385"/>
                  <a:pt x="9976485" y="47244"/>
                  <a:pt x="9976485" y="63056"/>
                </a:cubicBezTo>
                <a:lnTo>
                  <a:pt x="9976485" y="214789"/>
                </a:lnTo>
                <a:cubicBezTo>
                  <a:pt x="9976485" y="230505"/>
                  <a:pt x="9962198" y="243459"/>
                  <a:pt x="9944672" y="243459"/>
                </a:cubicBezTo>
                <a:lnTo>
                  <a:pt x="9793129" y="243459"/>
                </a:lnTo>
                <a:cubicBezTo>
                  <a:pt x="9775697" y="243459"/>
                  <a:pt x="9761316" y="230600"/>
                  <a:pt x="9761316" y="214789"/>
                </a:cubicBezTo>
                <a:lnTo>
                  <a:pt x="9761316" y="62960"/>
                </a:lnTo>
                <a:close/>
                <a:moveTo>
                  <a:pt x="9485090" y="63056"/>
                </a:moveTo>
                <a:cubicBezTo>
                  <a:pt x="9485090" y="47339"/>
                  <a:pt x="9499378" y="34385"/>
                  <a:pt x="9516904" y="34385"/>
                </a:cubicBezTo>
                <a:lnTo>
                  <a:pt x="9668446" y="34385"/>
                </a:lnTo>
                <a:cubicBezTo>
                  <a:pt x="9685877" y="34385"/>
                  <a:pt x="9700260" y="47244"/>
                  <a:pt x="9700260" y="63056"/>
                </a:cubicBezTo>
                <a:lnTo>
                  <a:pt x="9700260" y="214789"/>
                </a:lnTo>
                <a:cubicBezTo>
                  <a:pt x="9700260" y="230505"/>
                  <a:pt x="9685973" y="243459"/>
                  <a:pt x="9668446" y="243459"/>
                </a:cubicBezTo>
                <a:lnTo>
                  <a:pt x="9516904" y="243459"/>
                </a:lnTo>
                <a:cubicBezTo>
                  <a:pt x="9499473" y="243459"/>
                  <a:pt x="9485090" y="230600"/>
                  <a:pt x="9485090" y="214789"/>
                </a:cubicBezTo>
                <a:lnTo>
                  <a:pt x="9485090" y="62960"/>
                </a:lnTo>
                <a:close/>
                <a:moveTo>
                  <a:pt x="9208865" y="63056"/>
                </a:moveTo>
                <a:cubicBezTo>
                  <a:pt x="9208865" y="47339"/>
                  <a:pt x="9223153" y="34385"/>
                  <a:pt x="9240679" y="34385"/>
                </a:cubicBezTo>
                <a:lnTo>
                  <a:pt x="9392221" y="34385"/>
                </a:lnTo>
                <a:cubicBezTo>
                  <a:pt x="9409652" y="34385"/>
                  <a:pt x="9424035" y="47244"/>
                  <a:pt x="9424035" y="63056"/>
                </a:cubicBezTo>
                <a:lnTo>
                  <a:pt x="9424035" y="214789"/>
                </a:lnTo>
                <a:cubicBezTo>
                  <a:pt x="9424035" y="230505"/>
                  <a:pt x="9409748" y="243459"/>
                  <a:pt x="9392221" y="243459"/>
                </a:cubicBezTo>
                <a:lnTo>
                  <a:pt x="9240679" y="243459"/>
                </a:lnTo>
                <a:cubicBezTo>
                  <a:pt x="9223248" y="243459"/>
                  <a:pt x="9208865" y="230600"/>
                  <a:pt x="9208865" y="214789"/>
                </a:cubicBezTo>
                <a:lnTo>
                  <a:pt x="9208865" y="62960"/>
                </a:lnTo>
                <a:close/>
                <a:moveTo>
                  <a:pt x="8932640" y="63056"/>
                </a:moveTo>
                <a:cubicBezTo>
                  <a:pt x="8932640" y="47339"/>
                  <a:pt x="8946928" y="34385"/>
                  <a:pt x="8964454" y="34385"/>
                </a:cubicBezTo>
                <a:lnTo>
                  <a:pt x="9115996" y="34385"/>
                </a:lnTo>
                <a:cubicBezTo>
                  <a:pt x="9133427" y="34385"/>
                  <a:pt x="9147810" y="47244"/>
                  <a:pt x="9147810" y="63056"/>
                </a:cubicBezTo>
                <a:lnTo>
                  <a:pt x="9147810" y="214789"/>
                </a:lnTo>
                <a:cubicBezTo>
                  <a:pt x="9147810" y="230505"/>
                  <a:pt x="9133523" y="243459"/>
                  <a:pt x="9115996" y="243459"/>
                </a:cubicBezTo>
                <a:lnTo>
                  <a:pt x="8964454" y="243459"/>
                </a:lnTo>
                <a:cubicBezTo>
                  <a:pt x="8947023" y="243459"/>
                  <a:pt x="8932640" y="230600"/>
                  <a:pt x="8932640" y="214789"/>
                </a:cubicBezTo>
                <a:lnTo>
                  <a:pt x="8932640" y="62960"/>
                </a:lnTo>
                <a:close/>
                <a:moveTo>
                  <a:pt x="8656415" y="63056"/>
                </a:moveTo>
                <a:cubicBezTo>
                  <a:pt x="8656415" y="47339"/>
                  <a:pt x="8670703" y="34385"/>
                  <a:pt x="8688229" y="34385"/>
                </a:cubicBezTo>
                <a:lnTo>
                  <a:pt x="8839771" y="34385"/>
                </a:lnTo>
                <a:cubicBezTo>
                  <a:pt x="8857202" y="34385"/>
                  <a:pt x="8871585" y="47244"/>
                  <a:pt x="8871585" y="63056"/>
                </a:cubicBezTo>
                <a:lnTo>
                  <a:pt x="8871585" y="214789"/>
                </a:lnTo>
                <a:cubicBezTo>
                  <a:pt x="8871585" y="230505"/>
                  <a:pt x="8857298" y="243459"/>
                  <a:pt x="8839771" y="243459"/>
                </a:cubicBezTo>
                <a:lnTo>
                  <a:pt x="8688229" y="243459"/>
                </a:lnTo>
                <a:cubicBezTo>
                  <a:pt x="8670798" y="243459"/>
                  <a:pt x="8656415" y="230600"/>
                  <a:pt x="8656415" y="214789"/>
                </a:cubicBezTo>
                <a:lnTo>
                  <a:pt x="8656415" y="62960"/>
                </a:lnTo>
                <a:close/>
                <a:moveTo>
                  <a:pt x="8380190" y="63056"/>
                </a:moveTo>
                <a:cubicBezTo>
                  <a:pt x="8380190" y="47339"/>
                  <a:pt x="8394478" y="34385"/>
                  <a:pt x="8412004" y="34385"/>
                </a:cubicBezTo>
                <a:lnTo>
                  <a:pt x="8563546" y="34385"/>
                </a:lnTo>
                <a:cubicBezTo>
                  <a:pt x="8580977" y="34385"/>
                  <a:pt x="8595360" y="47244"/>
                  <a:pt x="8595360" y="63056"/>
                </a:cubicBezTo>
                <a:lnTo>
                  <a:pt x="8595360" y="214789"/>
                </a:lnTo>
                <a:cubicBezTo>
                  <a:pt x="8595360" y="230505"/>
                  <a:pt x="8581073" y="243459"/>
                  <a:pt x="8563546" y="243459"/>
                </a:cubicBezTo>
                <a:lnTo>
                  <a:pt x="8412004" y="243459"/>
                </a:lnTo>
                <a:cubicBezTo>
                  <a:pt x="8394573" y="243459"/>
                  <a:pt x="8380190" y="230600"/>
                  <a:pt x="8380190" y="214789"/>
                </a:cubicBezTo>
                <a:lnTo>
                  <a:pt x="8380190" y="62960"/>
                </a:lnTo>
                <a:close/>
                <a:moveTo>
                  <a:pt x="8103965" y="63056"/>
                </a:moveTo>
                <a:cubicBezTo>
                  <a:pt x="8103965" y="47339"/>
                  <a:pt x="8118253" y="34385"/>
                  <a:pt x="8135779" y="34385"/>
                </a:cubicBezTo>
                <a:lnTo>
                  <a:pt x="8287322" y="34385"/>
                </a:lnTo>
                <a:cubicBezTo>
                  <a:pt x="8304753" y="34385"/>
                  <a:pt x="8319135" y="47244"/>
                  <a:pt x="8319135" y="63056"/>
                </a:cubicBezTo>
                <a:lnTo>
                  <a:pt x="8319135" y="214789"/>
                </a:lnTo>
                <a:cubicBezTo>
                  <a:pt x="8319135" y="230505"/>
                  <a:pt x="8304848" y="243459"/>
                  <a:pt x="8287322" y="243459"/>
                </a:cubicBezTo>
                <a:lnTo>
                  <a:pt x="8135779" y="243459"/>
                </a:lnTo>
                <a:cubicBezTo>
                  <a:pt x="8118348" y="243459"/>
                  <a:pt x="8103965" y="230600"/>
                  <a:pt x="8103965" y="214789"/>
                </a:cubicBezTo>
                <a:lnTo>
                  <a:pt x="8103965" y="62960"/>
                </a:lnTo>
                <a:close/>
                <a:moveTo>
                  <a:pt x="7827740" y="63056"/>
                </a:moveTo>
                <a:cubicBezTo>
                  <a:pt x="7827740" y="47339"/>
                  <a:pt x="7842028" y="34385"/>
                  <a:pt x="7859554" y="34385"/>
                </a:cubicBezTo>
                <a:lnTo>
                  <a:pt x="8011097" y="34385"/>
                </a:lnTo>
                <a:cubicBezTo>
                  <a:pt x="8028528" y="34385"/>
                  <a:pt x="8042910" y="47244"/>
                  <a:pt x="8042910" y="63056"/>
                </a:cubicBezTo>
                <a:lnTo>
                  <a:pt x="8042910" y="214789"/>
                </a:lnTo>
                <a:cubicBezTo>
                  <a:pt x="8042910" y="230505"/>
                  <a:pt x="8028623" y="243459"/>
                  <a:pt x="8011097" y="243459"/>
                </a:cubicBezTo>
                <a:lnTo>
                  <a:pt x="7859554" y="243459"/>
                </a:lnTo>
                <a:cubicBezTo>
                  <a:pt x="7842123" y="243459"/>
                  <a:pt x="7827740" y="230600"/>
                  <a:pt x="7827740" y="214789"/>
                </a:cubicBezTo>
                <a:lnTo>
                  <a:pt x="7827740" y="62960"/>
                </a:lnTo>
                <a:close/>
                <a:moveTo>
                  <a:pt x="7551515" y="63056"/>
                </a:moveTo>
                <a:cubicBezTo>
                  <a:pt x="7551515" y="47339"/>
                  <a:pt x="7565803" y="34385"/>
                  <a:pt x="7583329" y="34385"/>
                </a:cubicBezTo>
                <a:lnTo>
                  <a:pt x="7734872" y="34385"/>
                </a:lnTo>
                <a:cubicBezTo>
                  <a:pt x="7752303" y="34385"/>
                  <a:pt x="7766685" y="47244"/>
                  <a:pt x="7766685" y="63056"/>
                </a:cubicBezTo>
                <a:lnTo>
                  <a:pt x="7766685" y="214789"/>
                </a:lnTo>
                <a:cubicBezTo>
                  <a:pt x="7766685" y="230505"/>
                  <a:pt x="7752398" y="243459"/>
                  <a:pt x="7734872" y="243459"/>
                </a:cubicBezTo>
                <a:lnTo>
                  <a:pt x="7583329" y="243459"/>
                </a:lnTo>
                <a:cubicBezTo>
                  <a:pt x="7565898" y="243459"/>
                  <a:pt x="7551515" y="230600"/>
                  <a:pt x="7551515" y="214789"/>
                </a:cubicBezTo>
                <a:lnTo>
                  <a:pt x="7551515" y="62960"/>
                </a:lnTo>
                <a:close/>
                <a:moveTo>
                  <a:pt x="7275290" y="63056"/>
                </a:moveTo>
                <a:cubicBezTo>
                  <a:pt x="7275290" y="47339"/>
                  <a:pt x="7289578" y="34385"/>
                  <a:pt x="7307104" y="34385"/>
                </a:cubicBezTo>
                <a:lnTo>
                  <a:pt x="7458647" y="34385"/>
                </a:lnTo>
                <a:cubicBezTo>
                  <a:pt x="7476078" y="34385"/>
                  <a:pt x="7490460" y="47244"/>
                  <a:pt x="7490460" y="63056"/>
                </a:cubicBezTo>
                <a:lnTo>
                  <a:pt x="7490460" y="214789"/>
                </a:lnTo>
                <a:cubicBezTo>
                  <a:pt x="7490460" y="230505"/>
                  <a:pt x="7476173" y="243459"/>
                  <a:pt x="7458647" y="243459"/>
                </a:cubicBezTo>
                <a:lnTo>
                  <a:pt x="7307104" y="243459"/>
                </a:lnTo>
                <a:cubicBezTo>
                  <a:pt x="7289673" y="243459"/>
                  <a:pt x="7275290" y="230600"/>
                  <a:pt x="7275290" y="214789"/>
                </a:cubicBezTo>
                <a:lnTo>
                  <a:pt x="7275290" y="62960"/>
                </a:lnTo>
                <a:close/>
                <a:moveTo>
                  <a:pt x="6999065" y="63056"/>
                </a:moveTo>
                <a:cubicBezTo>
                  <a:pt x="6999065" y="47339"/>
                  <a:pt x="7013353" y="34385"/>
                  <a:pt x="7030879" y="34385"/>
                </a:cubicBezTo>
                <a:lnTo>
                  <a:pt x="7182422" y="34385"/>
                </a:lnTo>
                <a:cubicBezTo>
                  <a:pt x="7199853" y="34385"/>
                  <a:pt x="7214235" y="47244"/>
                  <a:pt x="7214235" y="63056"/>
                </a:cubicBezTo>
                <a:lnTo>
                  <a:pt x="7214235" y="214789"/>
                </a:lnTo>
                <a:cubicBezTo>
                  <a:pt x="7214235" y="230505"/>
                  <a:pt x="7199948" y="243459"/>
                  <a:pt x="7182422" y="243459"/>
                </a:cubicBezTo>
                <a:lnTo>
                  <a:pt x="7030879" y="243459"/>
                </a:lnTo>
                <a:cubicBezTo>
                  <a:pt x="7013448" y="243459"/>
                  <a:pt x="6999065" y="230600"/>
                  <a:pt x="6999065" y="214789"/>
                </a:cubicBezTo>
                <a:lnTo>
                  <a:pt x="6999065" y="62960"/>
                </a:lnTo>
                <a:close/>
                <a:moveTo>
                  <a:pt x="6722840" y="63056"/>
                </a:moveTo>
                <a:cubicBezTo>
                  <a:pt x="6722840" y="47339"/>
                  <a:pt x="6737128" y="34385"/>
                  <a:pt x="6754654" y="34385"/>
                </a:cubicBezTo>
                <a:lnTo>
                  <a:pt x="6906197" y="34385"/>
                </a:lnTo>
                <a:cubicBezTo>
                  <a:pt x="6923628" y="34385"/>
                  <a:pt x="6938010" y="47244"/>
                  <a:pt x="6938010" y="63056"/>
                </a:cubicBezTo>
                <a:lnTo>
                  <a:pt x="6938010" y="214789"/>
                </a:lnTo>
                <a:cubicBezTo>
                  <a:pt x="6938010" y="230505"/>
                  <a:pt x="6923723" y="243459"/>
                  <a:pt x="6906197" y="243459"/>
                </a:cubicBezTo>
                <a:lnTo>
                  <a:pt x="6754654" y="243459"/>
                </a:lnTo>
                <a:cubicBezTo>
                  <a:pt x="6737223" y="243459"/>
                  <a:pt x="6722840" y="230600"/>
                  <a:pt x="6722840" y="214789"/>
                </a:cubicBezTo>
                <a:lnTo>
                  <a:pt x="6722840" y="62960"/>
                </a:lnTo>
                <a:close/>
                <a:moveTo>
                  <a:pt x="6446615" y="63056"/>
                </a:moveTo>
                <a:cubicBezTo>
                  <a:pt x="6446615" y="47339"/>
                  <a:pt x="6460903" y="34385"/>
                  <a:pt x="6478429" y="34385"/>
                </a:cubicBezTo>
                <a:lnTo>
                  <a:pt x="6629972" y="34385"/>
                </a:lnTo>
                <a:cubicBezTo>
                  <a:pt x="6647403" y="34385"/>
                  <a:pt x="6661785" y="47244"/>
                  <a:pt x="6661785" y="63056"/>
                </a:cubicBezTo>
                <a:lnTo>
                  <a:pt x="6661785" y="214789"/>
                </a:lnTo>
                <a:cubicBezTo>
                  <a:pt x="6661785" y="230505"/>
                  <a:pt x="6647498" y="243459"/>
                  <a:pt x="6629972" y="243459"/>
                </a:cubicBezTo>
                <a:lnTo>
                  <a:pt x="6478429" y="243459"/>
                </a:lnTo>
                <a:cubicBezTo>
                  <a:pt x="6460998" y="243459"/>
                  <a:pt x="6446615" y="230600"/>
                  <a:pt x="6446615" y="214789"/>
                </a:cubicBezTo>
                <a:lnTo>
                  <a:pt x="6446615" y="62960"/>
                </a:lnTo>
                <a:close/>
                <a:moveTo>
                  <a:pt x="6170390" y="63056"/>
                </a:moveTo>
                <a:cubicBezTo>
                  <a:pt x="6170390" y="47339"/>
                  <a:pt x="6184678" y="34385"/>
                  <a:pt x="6202204" y="34385"/>
                </a:cubicBezTo>
                <a:lnTo>
                  <a:pt x="6353747" y="34385"/>
                </a:lnTo>
                <a:cubicBezTo>
                  <a:pt x="6371178" y="34385"/>
                  <a:pt x="6385560" y="47244"/>
                  <a:pt x="6385560" y="63056"/>
                </a:cubicBezTo>
                <a:lnTo>
                  <a:pt x="6385560" y="214789"/>
                </a:lnTo>
                <a:cubicBezTo>
                  <a:pt x="6385560" y="230505"/>
                  <a:pt x="6371273" y="243459"/>
                  <a:pt x="6353747" y="243459"/>
                </a:cubicBezTo>
                <a:lnTo>
                  <a:pt x="6202204" y="243459"/>
                </a:lnTo>
                <a:cubicBezTo>
                  <a:pt x="6184773" y="243459"/>
                  <a:pt x="6170390" y="230600"/>
                  <a:pt x="6170390" y="214789"/>
                </a:cubicBezTo>
                <a:lnTo>
                  <a:pt x="6170390" y="62960"/>
                </a:lnTo>
                <a:close/>
                <a:moveTo>
                  <a:pt x="5894165" y="63056"/>
                </a:moveTo>
                <a:cubicBezTo>
                  <a:pt x="5894165" y="47339"/>
                  <a:pt x="5908453" y="34385"/>
                  <a:pt x="5925979" y="34385"/>
                </a:cubicBezTo>
                <a:lnTo>
                  <a:pt x="6077522" y="34385"/>
                </a:lnTo>
                <a:cubicBezTo>
                  <a:pt x="6094953" y="34385"/>
                  <a:pt x="6109335" y="47244"/>
                  <a:pt x="6109335" y="63056"/>
                </a:cubicBezTo>
                <a:lnTo>
                  <a:pt x="6109335" y="214789"/>
                </a:lnTo>
                <a:cubicBezTo>
                  <a:pt x="6109335" y="230505"/>
                  <a:pt x="6095048" y="243459"/>
                  <a:pt x="6077522" y="243459"/>
                </a:cubicBezTo>
                <a:lnTo>
                  <a:pt x="5925979" y="243459"/>
                </a:lnTo>
                <a:cubicBezTo>
                  <a:pt x="5908548" y="243459"/>
                  <a:pt x="5894165" y="230600"/>
                  <a:pt x="5894165" y="214789"/>
                </a:cubicBezTo>
                <a:lnTo>
                  <a:pt x="5894165" y="62960"/>
                </a:lnTo>
                <a:close/>
                <a:moveTo>
                  <a:pt x="5617940" y="63056"/>
                </a:moveTo>
                <a:cubicBezTo>
                  <a:pt x="5617940" y="47339"/>
                  <a:pt x="5632228" y="34385"/>
                  <a:pt x="5649754" y="34385"/>
                </a:cubicBezTo>
                <a:lnTo>
                  <a:pt x="5801297" y="34385"/>
                </a:lnTo>
                <a:cubicBezTo>
                  <a:pt x="5818728" y="34385"/>
                  <a:pt x="5833110" y="47244"/>
                  <a:pt x="5833110" y="63056"/>
                </a:cubicBezTo>
                <a:lnTo>
                  <a:pt x="5833110" y="214789"/>
                </a:lnTo>
                <a:cubicBezTo>
                  <a:pt x="5833110" y="230505"/>
                  <a:pt x="5818823" y="243459"/>
                  <a:pt x="5801297" y="243459"/>
                </a:cubicBezTo>
                <a:lnTo>
                  <a:pt x="5649754" y="243459"/>
                </a:lnTo>
                <a:cubicBezTo>
                  <a:pt x="5632323" y="243459"/>
                  <a:pt x="5617940" y="230600"/>
                  <a:pt x="5617940" y="214789"/>
                </a:cubicBezTo>
                <a:lnTo>
                  <a:pt x="5617940" y="62960"/>
                </a:lnTo>
                <a:close/>
                <a:moveTo>
                  <a:pt x="5341715" y="63056"/>
                </a:moveTo>
                <a:cubicBezTo>
                  <a:pt x="5341715" y="47339"/>
                  <a:pt x="5356003" y="34385"/>
                  <a:pt x="5373529" y="34385"/>
                </a:cubicBezTo>
                <a:lnTo>
                  <a:pt x="5525072" y="34385"/>
                </a:lnTo>
                <a:cubicBezTo>
                  <a:pt x="5542503" y="34385"/>
                  <a:pt x="5556885" y="47244"/>
                  <a:pt x="5556885" y="63056"/>
                </a:cubicBezTo>
                <a:lnTo>
                  <a:pt x="5556885" y="214789"/>
                </a:lnTo>
                <a:cubicBezTo>
                  <a:pt x="5556885" y="230505"/>
                  <a:pt x="5542598" y="243459"/>
                  <a:pt x="5525072" y="243459"/>
                </a:cubicBezTo>
                <a:lnTo>
                  <a:pt x="5373529" y="243459"/>
                </a:lnTo>
                <a:cubicBezTo>
                  <a:pt x="5356098" y="243459"/>
                  <a:pt x="5341715" y="230600"/>
                  <a:pt x="5341715" y="214789"/>
                </a:cubicBezTo>
                <a:lnTo>
                  <a:pt x="5341715" y="62960"/>
                </a:lnTo>
                <a:close/>
                <a:moveTo>
                  <a:pt x="5029772" y="63056"/>
                </a:moveTo>
                <a:cubicBezTo>
                  <a:pt x="5029772" y="47339"/>
                  <a:pt x="5044059" y="34385"/>
                  <a:pt x="5061585" y="34385"/>
                </a:cubicBezTo>
                <a:lnTo>
                  <a:pt x="5213128" y="34385"/>
                </a:lnTo>
                <a:cubicBezTo>
                  <a:pt x="5230559" y="34385"/>
                  <a:pt x="5244942" y="47244"/>
                  <a:pt x="5244942" y="63056"/>
                </a:cubicBezTo>
                <a:lnTo>
                  <a:pt x="5244942" y="214789"/>
                </a:lnTo>
                <a:cubicBezTo>
                  <a:pt x="5244942" y="230505"/>
                  <a:pt x="5230654" y="243459"/>
                  <a:pt x="5213128" y="243459"/>
                </a:cubicBezTo>
                <a:lnTo>
                  <a:pt x="5061585" y="243459"/>
                </a:lnTo>
                <a:cubicBezTo>
                  <a:pt x="5044155" y="243459"/>
                  <a:pt x="5029772" y="230600"/>
                  <a:pt x="5029772" y="214789"/>
                </a:cubicBezTo>
                <a:lnTo>
                  <a:pt x="5029772" y="62960"/>
                </a:lnTo>
                <a:close/>
                <a:moveTo>
                  <a:pt x="4753547" y="63056"/>
                </a:moveTo>
                <a:cubicBezTo>
                  <a:pt x="4753547" y="47339"/>
                  <a:pt x="4767834" y="34385"/>
                  <a:pt x="4785360" y="34385"/>
                </a:cubicBezTo>
                <a:lnTo>
                  <a:pt x="4936903" y="34385"/>
                </a:lnTo>
                <a:cubicBezTo>
                  <a:pt x="4954334" y="34385"/>
                  <a:pt x="4968717" y="47244"/>
                  <a:pt x="4968717" y="63056"/>
                </a:cubicBezTo>
                <a:lnTo>
                  <a:pt x="4968717" y="214789"/>
                </a:lnTo>
                <a:cubicBezTo>
                  <a:pt x="4968717" y="230505"/>
                  <a:pt x="4954429" y="243459"/>
                  <a:pt x="4936903" y="243459"/>
                </a:cubicBezTo>
                <a:lnTo>
                  <a:pt x="4785360" y="243459"/>
                </a:lnTo>
                <a:cubicBezTo>
                  <a:pt x="4767930" y="243459"/>
                  <a:pt x="4753547" y="230600"/>
                  <a:pt x="4753547" y="214789"/>
                </a:cubicBezTo>
                <a:lnTo>
                  <a:pt x="4753547" y="62960"/>
                </a:lnTo>
                <a:close/>
                <a:moveTo>
                  <a:pt x="4477322" y="63056"/>
                </a:moveTo>
                <a:cubicBezTo>
                  <a:pt x="4477322" y="47339"/>
                  <a:pt x="4491609" y="34385"/>
                  <a:pt x="4509135" y="34385"/>
                </a:cubicBezTo>
                <a:lnTo>
                  <a:pt x="4660678" y="34385"/>
                </a:lnTo>
                <a:cubicBezTo>
                  <a:pt x="4678109" y="34385"/>
                  <a:pt x="4692491" y="47244"/>
                  <a:pt x="4692491" y="63056"/>
                </a:cubicBezTo>
                <a:lnTo>
                  <a:pt x="4692491" y="214789"/>
                </a:lnTo>
                <a:cubicBezTo>
                  <a:pt x="4692491" y="230505"/>
                  <a:pt x="4678204" y="243459"/>
                  <a:pt x="4660678" y="243459"/>
                </a:cubicBezTo>
                <a:lnTo>
                  <a:pt x="4509135" y="243459"/>
                </a:lnTo>
                <a:cubicBezTo>
                  <a:pt x="4491705" y="243459"/>
                  <a:pt x="4477322" y="230600"/>
                  <a:pt x="4477322" y="214789"/>
                </a:cubicBezTo>
                <a:lnTo>
                  <a:pt x="4477322" y="62960"/>
                </a:lnTo>
                <a:close/>
                <a:moveTo>
                  <a:pt x="4201097" y="63056"/>
                </a:moveTo>
                <a:cubicBezTo>
                  <a:pt x="4201097" y="47339"/>
                  <a:pt x="4215384" y="34385"/>
                  <a:pt x="4232910" y="34385"/>
                </a:cubicBezTo>
                <a:lnTo>
                  <a:pt x="4384453" y="34385"/>
                </a:lnTo>
                <a:cubicBezTo>
                  <a:pt x="4401884" y="34385"/>
                  <a:pt x="4416266" y="47244"/>
                  <a:pt x="4416266" y="63056"/>
                </a:cubicBezTo>
                <a:lnTo>
                  <a:pt x="4416266" y="214789"/>
                </a:lnTo>
                <a:cubicBezTo>
                  <a:pt x="4416266" y="230505"/>
                  <a:pt x="4401979" y="243459"/>
                  <a:pt x="4384453" y="243459"/>
                </a:cubicBezTo>
                <a:lnTo>
                  <a:pt x="4232910" y="243459"/>
                </a:lnTo>
                <a:cubicBezTo>
                  <a:pt x="4215480" y="243459"/>
                  <a:pt x="4201097" y="230600"/>
                  <a:pt x="4201097" y="214789"/>
                </a:cubicBezTo>
                <a:lnTo>
                  <a:pt x="4201097" y="62960"/>
                </a:lnTo>
                <a:close/>
                <a:moveTo>
                  <a:pt x="3924872" y="63056"/>
                </a:moveTo>
                <a:cubicBezTo>
                  <a:pt x="3924872" y="47339"/>
                  <a:pt x="3939159" y="34385"/>
                  <a:pt x="3956685" y="34385"/>
                </a:cubicBezTo>
                <a:lnTo>
                  <a:pt x="4108228" y="34385"/>
                </a:lnTo>
                <a:cubicBezTo>
                  <a:pt x="4125659" y="34385"/>
                  <a:pt x="4140041" y="47244"/>
                  <a:pt x="4140041" y="63056"/>
                </a:cubicBezTo>
                <a:lnTo>
                  <a:pt x="4140041" y="214789"/>
                </a:lnTo>
                <a:cubicBezTo>
                  <a:pt x="4140041" y="230505"/>
                  <a:pt x="4125754" y="243459"/>
                  <a:pt x="4108228" y="243459"/>
                </a:cubicBezTo>
                <a:lnTo>
                  <a:pt x="3956685" y="243459"/>
                </a:lnTo>
                <a:cubicBezTo>
                  <a:pt x="3939254" y="243459"/>
                  <a:pt x="3924872" y="230600"/>
                  <a:pt x="3924872" y="214789"/>
                </a:cubicBezTo>
                <a:lnTo>
                  <a:pt x="3924872" y="62960"/>
                </a:lnTo>
                <a:close/>
                <a:moveTo>
                  <a:pt x="3648647" y="63056"/>
                </a:moveTo>
                <a:cubicBezTo>
                  <a:pt x="3648647" y="47339"/>
                  <a:pt x="3662934" y="34385"/>
                  <a:pt x="3680460" y="34385"/>
                </a:cubicBezTo>
                <a:lnTo>
                  <a:pt x="3832003" y="34385"/>
                </a:lnTo>
                <a:cubicBezTo>
                  <a:pt x="3849434" y="34385"/>
                  <a:pt x="3863816" y="47244"/>
                  <a:pt x="3863816" y="63056"/>
                </a:cubicBezTo>
                <a:lnTo>
                  <a:pt x="3863816" y="214789"/>
                </a:lnTo>
                <a:cubicBezTo>
                  <a:pt x="3863816" y="230505"/>
                  <a:pt x="3849529" y="243459"/>
                  <a:pt x="3832003" y="243459"/>
                </a:cubicBezTo>
                <a:lnTo>
                  <a:pt x="3680460" y="243459"/>
                </a:lnTo>
                <a:cubicBezTo>
                  <a:pt x="3663029" y="243459"/>
                  <a:pt x="3648647" y="230600"/>
                  <a:pt x="3648647" y="214789"/>
                </a:cubicBezTo>
                <a:lnTo>
                  <a:pt x="3648647" y="62960"/>
                </a:lnTo>
                <a:close/>
                <a:moveTo>
                  <a:pt x="3372422" y="63056"/>
                </a:moveTo>
                <a:cubicBezTo>
                  <a:pt x="3372422" y="47339"/>
                  <a:pt x="3386709" y="34385"/>
                  <a:pt x="3404235" y="34385"/>
                </a:cubicBezTo>
                <a:lnTo>
                  <a:pt x="3555778" y="34385"/>
                </a:lnTo>
                <a:cubicBezTo>
                  <a:pt x="3573209" y="34385"/>
                  <a:pt x="3587591" y="47244"/>
                  <a:pt x="3587591" y="63056"/>
                </a:cubicBezTo>
                <a:lnTo>
                  <a:pt x="3587591" y="214789"/>
                </a:lnTo>
                <a:cubicBezTo>
                  <a:pt x="3587591" y="230505"/>
                  <a:pt x="3573304" y="243459"/>
                  <a:pt x="3555778" y="243459"/>
                </a:cubicBezTo>
                <a:lnTo>
                  <a:pt x="3404235" y="243459"/>
                </a:lnTo>
                <a:cubicBezTo>
                  <a:pt x="3386804" y="243459"/>
                  <a:pt x="3372422" y="230600"/>
                  <a:pt x="3372422" y="214789"/>
                </a:cubicBezTo>
                <a:lnTo>
                  <a:pt x="3372422" y="62960"/>
                </a:lnTo>
                <a:close/>
                <a:moveTo>
                  <a:pt x="3096197" y="63056"/>
                </a:moveTo>
                <a:cubicBezTo>
                  <a:pt x="3096197" y="47339"/>
                  <a:pt x="3110484" y="34385"/>
                  <a:pt x="3128010" y="34385"/>
                </a:cubicBezTo>
                <a:lnTo>
                  <a:pt x="3279553" y="34385"/>
                </a:lnTo>
                <a:cubicBezTo>
                  <a:pt x="3296984" y="34385"/>
                  <a:pt x="3311366" y="47244"/>
                  <a:pt x="3311366" y="63056"/>
                </a:cubicBezTo>
                <a:lnTo>
                  <a:pt x="3311366" y="214789"/>
                </a:lnTo>
                <a:cubicBezTo>
                  <a:pt x="3311366" y="230505"/>
                  <a:pt x="3297079" y="243459"/>
                  <a:pt x="3279553" y="243459"/>
                </a:cubicBezTo>
                <a:lnTo>
                  <a:pt x="3128010" y="243459"/>
                </a:lnTo>
                <a:cubicBezTo>
                  <a:pt x="3110579" y="243459"/>
                  <a:pt x="3096197" y="230600"/>
                  <a:pt x="3096197" y="214789"/>
                </a:cubicBezTo>
                <a:lnTo>
                  <a:pt x="3096197" y="62960"/>
                </a:lnTo>
                <a:close/>
                <a:moveTo>
                  <a:pt x="2819972" y="63056"/>
                </a:moveTo>
                <a:cubicBezTo>
                  <a:pt x="2819972" y="47339"/>
                  <a:pt x="2834259" y="34385"/>
                  <a:pt x="2851785" y="34385"/>
                </a:cubicBezTo>
                <a:lnTo>
                  <a:pt x="3003328" y="34385"/>
                </a:lnTo>
                <a:cubicBezTo>
                  <a:pt x="3020759" y="34385"/>
                  <a:pt x="3035141" y="47244"/>
                  <a:pt x="3035141" y="63056"/>
                </a:cubicBezTo>
                <a:lnTo>
                  <a:pt x="3035141" y="214789"/>
                </a:lnTo>
                <a:cubicBezTo>
                  <a:pt x="3035141" y="230505"/>
                  <a:pt x="3020854" y="243459"/>
                  <a:pt x="3003328" y="243459"/>
                </a:cubicBezTo>
                <a:lnTo>
                  <a:pt x="2851785" y="243459"/>
                </a:lnTo>
                <a:cubicBezTo>
                  <a:pt x="2834354" y="243459"/>
                  <a:pt x="2819972" y="230600"/>
                  <a:pt x="2819972" y="214789"/>
                </a:cubicBezTo>
                <a:lnTo>
                  <a:pt x="2819972" y="62960"/>
                </a:lnTo>
                <a:close/>
                <a:moveTo>
                  <a:pt x="2543747" y="63056"/>
                </a:moveTo>
                <a:cubicBezTo>
                  <a:pt x="2543747" y="47339"/>
                  <a:pt x="2558034" y="34385"/>
                  <a:pt x="2575560" y="34385"/>
                </a:cubicBezTo>
                <a:lnTo>
                  <a:pt x="2727103" y="34385"/>
                </a:lnTo>
                <a:cubicBezTo>
                  <a:pt x="2744534" y="34385"/>
                  <a:pt x="2758916" y="47244"/>
                  <a:pt x="2758916" y="63056"/>
                </a:cubicBezTo>
                <a:lnTo>
                  <a:pt x="2758916" y="214789"/>
                </a:lnTo>
                <a:cubicBezTo>
                  <a:pt x="2758916" y="230505"/>
                  <a:pt x="2744629" y="243459"/>
                  <a:pt x="2727103" y="243459"/>
                </a:cubicBezTo>
                <a:lnTo>
                  <a:pt x="2575560" y="243459"/>
                </a:lnTo>
                <a:cubicBezTo>
                  <a:pt x="2558129" y="243459"/>
                  <a:pt x="2543747" y="230600"/>
                  <a:pt x="2543747" y="214789"/>
                </a:cubicBezTo>
                <a:lnTo>
                  <a:pt x="2543747" y="62960"/>
                </a:lnTo>
                <a:close/>
                <a:moveTo>
                  <a:pt x="2267522" y="63056"/>
                </a:moveTo>
                <a:cubicBezTo>
                  <a:pt x="2267522" y="47339"/>
                  <a:pt x="2281809" y="34385"/>
                  <a:pt x="2299335" y="34385"/>
                </a:cubicBezTo>
                <a:lnTo>
                  <a:pt x="2450878" y="34385"/>
                </a:lnTo>
                <a:cubicBezTo>
                  <a:pt x="2468309" y="34385"/>
                  <a:pt x="2482691" y="47244"/>
                  <a:pt x="2482691" y="63056"/>
                </a:cubicBezTo>
                <a:lnTo>
                  <a:pt x="2482691" y="214789"/>
                </a:lnTo>
                <a:cubicBezTo>
                  <a:pt x="2482691" y="230505"/>
                  <a:pt x="2468404" y="243459"/>
                  <a:pt x="2450878" y="243459"/>
                </a:cubicBezTo>
                <a:lnTo>
                  <a:pt x="2299335" y="243459"/>
                </a:lnTo>
                <a:cubicBezTo>
                  <a:pt x="2281904" y="243459"/>
                  <a:pt x="2267522" y="230600"/>
                  <a:pt x="2267522" y="214789"/>
                </a:cubicBezTo>
                <a:lnTo>
                  <a:pt x="2267522" y="62960"/>
                </a:lnTo>
                <a:close/>
                <a:moveTo>
                  <a:pt x="1991297" y="63056"/>
                </a:moveTo>
                <a:cubicBezTo>
                  <a:pt x="1991297" y="47339"/>
                  <a:pt x="2005584" y="34385"/>
                  <a:pt x="2023110" y="34385"/>
                </a:cubicBezTo>
                <a:lnTo>
                  <a:pt x="2174653" y="34385"/>
                </a:lnTo>
                <a:cubicBezTo>
                  <a:pt x="2192084" y="34385"/>
                  <a:pt x="2206466" y="47244"/>
                  <a:pt x="2206466" y="63056"/>
                </a:cubicBezTo>
                <a:lnTo>
                  <a:pt x="2206466" y="214789"/>
                </a:lnTo>
                <a:cubicBezTo>
                  <a:pt x="2206466" y="230505"/>
                  <a:pt x="2192179" y="243459"/>
                  <a:pt x="2174653" y="243459"/>
                </a:cubicBezTo>
                <a:lnTo>
                  <a:pt x="2023110" y="243459"/>
                </a:lnTo>
                <a:cubicBezTo>
                  <a:pt x="2005679" y="243459"/>
                  <a:pt x="1991297" y="230600"/>
                  <a:pt x="1991297" y="214789"/>
                </a:cubicBezTo>
                <a:lnTo>
                  <a:pt x="1991297" y="62960"/>
                </a:lnTo>
                <a:close/>
                <a:moveTo>
                  <a:pt x="1715072" y="63056"/>
                </a:moveTo>
                <a:cubicBezTo>
                  <a:pt x="1715072" y="47339"/>
                  <a:pt x="1729359" y="34385"/>
                  <a:pt x="1746885" y="34385"/>
                </a:cubicBezTo>
                <a:lnTo>
                  <a:pt x="1898428" y="34385"/>
                </a:lnTo>
                <a:cubicBezTo>
                  <a:pt x="1915859" y="34385"/>
                  <a:pt x="1930241" y="47244"/>
                  <a:pt x="1930241" y="63056"/>
                </a:cubicBezTo>
                <a:lnTo>
                  <a:pt x="1930241" y="214789"/>
                </a:lnTo>
                <a:cubicBezTo>
                  <a:pt x="1930241" y="230505"/>
                  <a:pt x="1915954" y="243459"/>
                  <a:pt x="1898428" y="243459"/>
                </a:cubicBezTo>
                <a:lnTo>
                  <a:pt x="1746885" y="243459"/>
                </a:lnTo>
                <a:cubicBezTo>
                  <a:pt x="1729454" y="243459"/>
                  <a:pt x="1715072" y="230600"/>
                  <a:pt x="1715072" y="214789"/>
                </a:cubicBezTo>
                <a:lnTo>
                  <a:pt x="1715072" y="62960"/>
                </a:lnTo>
                <a:close/>
                <a:moveTo>
                  <a:pt x="1438847" y="63056"/>
                </a:moveTo>
                <a:cubicBezTo>
                  <a:pt x="1438847" y="47339"/>
                  <a:pt x="1453134" y="34385"/>
                  <a:pt x="1470660" y="34385"/>
                </a:cubicBezTo>
                <a:lnTo>
                  <a:pt x="1622203" y="34385"/>
                </a:lnTo>
                <a:cubicBezTo>
                  <a:pt x="1639634" y="34385"/>
                  <a:pt x="1654016" y="47244"/>
                  <a:pt x="1654016" y="63056"/>
                </a:cubicBezTo>
                <a:lnTo>
                  <a:pt x="1654016" y="214789"/>
                </a:lnTo>
                <a:cubicBezTo>
                  <a:pt x="1654016" y="230505"/>
                  <a:pt x="1639729" y="243459"/>
                  <a:pt x="1622203" y="243459"/>
                </a:cubicBezTo>
                <a:lnTo>
                  <a:pt x="1470660" y="243459"/>
                </a:lnTo>
                <a:cubicBezTo>
                  <a:pt x="1453229" y="243459"/>
                  <a:pt x="1438847" y="230600"/>
                  <a:pt x="1438847" y="214789"/>
                </a:cubicBezTo>
                <a:lnTo>
                  <a:pt x="1438847" y="62960"/>
                </a:lnTo>
                <a:close/>
                <a:moveTo>
                  <a:pt x="1162622" y="63056"/>
                </a:moveTo>
                <a:cubicBezTo>
                  <a:pt x="1162622" y="47339"/>
                  <a:pt x="1176909" y="34385"/>
                  <a:pt x="1194435" y="34385"/>
                </a:cubicBezTo>
                <a:lnTo>
                  <a:pt x="1345978" y="34385"/>
                </a:lnTo>
                <a:cubicBezTo>
                  <a:pt x="1363409" y="34385"/>
                  <a:pt x="1377791" y="47244"/>
                  <a:pt x="1377791" y="63056"/>
                </a:cubicBezTo>
                <a:lnTo>
                  <a:pt x="1377791" y="214789"/>
                </a:lnTo>
                <a:cubicBezTo>
                  <a:pt x="1377791" y="230505"/>
                  <a:pt x="1363504" y="243459"/>
                  <a:pt x="1345978" y="243459"/>
                </a:cubicBezTo>
                <a:lnTo>
                  <a:pt x="1194435" y="243459"/>
                </a:lnTo>
                <a:cubicBezTo>
                  <a:pt x="1177004" y="243459"/>
                  <a:pt x="1162622" y="230600"/>
                  <a:pt x="1162622" y="214789"/>
                </a:cubicBezTo>
                <a:lnTo>
                  <a:pt x="1162622" y="62960"/>
                </a:lnTo>
                <a:close/>
                <a:moveTo>
                  <a:pt x="886397" y="63056"/>
                </a:moveTo>
                <a:cubicBezTo>
                  <a:pt x="886397" y="47339"/>
                  <a:pt x="900684" y="34385"/>
                  <a:pt x="918210" y="34385"/>
                </a:cubicBezTo>
                <a:lnTo>
                  <a:pt x="1069753" y="34385"/>
                </a:lnTo>
                <a:cubicBezTo>
                  <a:pt x="1087184" y="34385"/>
                  <a:pt x="1101566" y="47244"/>
                  <a:pt x="1101566" y="63056"/>
                </a:cubicBezTo>
                <a:lnTo>
                  <a:pt x="1101566" y="214789"/>
                </a:lnTo>
                <a:cubicBezTo>
                  <a:pt x="1101566" y="230505"/>
                  <a:pt x="1087279" y="243459"/>
                  <a:pt x="1069753" y="243459"/>
                </a:cubicBezTo>
                <a:lnTo>
                  <a:pt x="918210" y="243459"/>
                </a:lnTo>
                <a:cubicBezTo>
                  <a:pt x="900779" y="243459"/>
                  <a:pt x="886397" y="230600"/>
                  <a:pt x="886397" y="214789"/>
                </a:cubicBezTo>
                <a:lnTo>
                  <a:pt x="886397" y="62960"/>
                </a:lnTo>
                <a:close/>
                <a:moveTo>
                  <a:pt x="610172" y="63056"/>
                </a:moveTo>
                <a:cubicBezTo>
                  <a:pt x="610172" y="47339"/>
                  <a:pt x="624459" y="34385"/>
                  <a:pt x="641985" y="34385"/>
                </a:cubicBezTo>
                <a:lnTo>
                  <a:pt x="793528" y="34385"/>
                </a:lnTo>
                <a:cubicBezTo>
                  <a:pt x="810959" y="34385"/>
                  <a:pt x="825341" y="47244"/>
                  <a:pt x="825341" y="63056"/>
                </a:cubicBezTo>
                <a:lnTo>
                  <a:pt x="825341" y="214789"/>
                </a:lnTo>
                <a:cubicBezTo>
                  <a:pt x="825341" y="230505"/>
                  <a:pt x="811054" y="243459"/>
                  <a:pt x="793528" y="243459"/>
                </a:cubicBezTo>
                <a:lnTo>
                  <a:pt x="641985" y="243459"/>
                </a:lnTo>
                <a:cubicBezTo>
                  <a:pt x="624554" y="243459"/>
                  <a:pt x="610172" y="230600"/>
                  <a:pt x="610172" y="214789"/>
                </a:cubicBezTo>
                <a:lnTo>
                  <a:pt x="610172" y="62960"/>
                </a:lnTo>
                <a:close/>
                <a:moveTo>
                  <a:pt x="333947" y="63056"/>
                </a:moveTo>
                <a:cubicBezTo>
                  <a:pt x="333947" y="47339"/>
                  <a:pt x="348234" y="34385"/>
                  <a:pt x="365760" y="34385"/>
                </a:cubicBezTo>
                <a:lnTo>
                  <a:pt x="517303" y="34385"/>
                </a:lnTo>
                <a:cubicBezTo>
                  <a:pt x="534734" y="34385"/>
                  <a:pt x="549116" y="47244"/>
                  <a:pt x="549116" y="63056"/>
                </a:cubicBezTo>
                <a:lnTo>
                  <a:pt x="549116" y="214789"/>
                </a:lnTo>
                <a:cubicBezTo>
                  <a:pt x="549116" y="230505"/>
                  <a:pt x="534829" y="243459"/>
                  <a:pt x="517303" y="243459"/>
                </a:cubicBezTo>
                <a:lnTo>
                  <a:pt x="365760" y="243459"/>
                </a:lnTo>
                <a:cubicBezTo>
                  <a:pt x="348329" y="243459"/>
                  <a:pt x="333947" y="230600"/>
                  <a:pt x="333947" y="214789"/>
                </a:cubicBezTo>
                <a:lnTo>
                  <a:pt x="333947" y="62960"/>
                </a:lnTo>
                <a:close/>
                <a:moveTo>
                  <a:pt x="57722" y="63056"/>
                </a:moveTo>
                <a:cubicBezTo>
                  <a:pt x="57722" y="47339"/>
                  <a:pt x="72009" y="34385"/>
                  <a:pt x="89535" y="34385"/>
                </a:cubicBezTo>
                <a:lnTo>
                  <a:pt x="241078" y="34385"/>
                </a:lnTo>
                <a:cubicBezTo>
                  <a:pt x="258509" y="34385"/>
                  <a:pt x="272891" y="47244"/>
                  <a:pt x="272891" y="63056"/>
                </a:cubicBezTo>
                <a:lnTo>
                  <a:pt x="272891" y="214789"/>
                </a:lnTo>
                <a:cubicBezTo>
                  <a:pt x="272891" y="230505"/>
                  <a:pt x="258604" y="243459"/>
                  <a:pt x="241078" y="243459"/>
                </a:cubicBezTo>
                <a:lnTo>
                  <a:pt x="89535" y="243459"/>
                </a:lnTo>
                <a:cubicBezTo>
                  <a:pt x="72104" y="243459"/>
                  <a:pt x="57722" y="230600"/>
                  <a:pt x="57722" y="214789"/>
                </a:cubicBezTo>
                <a:lnTo>
                  <a:pt x="57722" y="62960"/>
                </a:lnTo>
                <a:close/>
              </a:path>
            </a:pathLst>
          </a:custGeom>
          <a:solidFill>
            <a:srgbClr val="FFFFFF">
              <a:alpha val="352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 rot="524770" flipH="1">
            <a:off x="-1732503" y="4607783"/>
            <a:ext cx="7296719" cy="885961"/>
          </a:xfrm>
          <a:custGeom>
            <a:avLst/>
            <a:gdLst/>
            <a:ahLst/>
            <a:cxnLst/>
            <a:rect l="l" t="t" r="r" b="b"/>
            <a:pathLst>
              <a:path w="10566844" h="1283017" extrusionOk="0">
                <a:moveTo>
                  <a:pt x="5283423" y="0"/>
                </a:moveTo>
                <a:lnTo>
                  <a:pt x="0" y="0"/>
                </a:lnTo>
                <a:lnTo>
                  <a:pt x="0" y="1283018"/>
                </a:lnTo>
                <a:lnTo>
                  <a:pt x="10566845" y="1283018"/>
                </a:lnTo>
                <a:lnTo>
                  <a:pt x="10566845" y="0"/>
                </a:lnTo>
                <a:lnTo>
                  <a:pt x="5283423" y="0"/>
                </a:lnTo>
                <a:close/>
                <a:moveTo>
                  <a:pt x="254222" y="1220057"/>
                </a:moveTo>
                <a:cubicBezTo>
                  <a:pt x="254222" y="1235774"/>
                  <a:pt x="239935" y="1248728"/>
                  <a:pt x="222409" y="1248728"/>
                </a:cubicBezTo>
                <a:lnTo>
                  <a:pt x="70866" y="1248728"/>
                </a:lnTo>
                <a:cubicBezTo>
                  <a:pt x="53435" y="1248728"/>
                  <a:pt x="39053" y="1235869"/>
                  <a:pt x="39053" y="1220057"/>
                </a:cubicBezTo>
                <a:lnTo>
                  <a:pt x="39053" y="1068324"/>
                </a:lnTo>
                <a:cubicBezTo>
                  <a:pt x="39053" y="1052608"/>
                  <a:pt x="53340" y="1039654"/>
                  <a:pt x="70866" y="1039654"/>
                </a:cubicBezTo>
                <a:lnTo>
                  <a:pt x="222409" y="1039654"/>
                </a:lnTo>
                <a:cubicBezTo>
                  <a:pt x="239840" y="1039654"/>
                  <a:pt x="254222" y="1052513"/>
                  <a:pt x="254222" y="1068324"/>
                </a:cubicBezTo>
                <a:lnTo>
                  <a:pt x="254222" y="1220057"/>
                </a:lnTo>
                <a:close/>
                <a:moveTo>
                  <a:pt x="530447" y="1220057"/>
                </a:moveTo>
                <a:cubicBezTo>
                  <a:pt x="530447" y="1235774"/>
                  <a:pt x="516160" y="1248728"/>
                  <a:pt x="498634" y="1248728"/>
                </a:cubicBezTo>
                <a:lnTo>
                  <a:pt x="347091" y="1248728"/>
                </a:lnTo>
                <a:cubicBezTo>
                  <a:pt x="329660" y="1248728"/>
                  <a:pt x="315278" y="1235869"/>
                  <a:pt x="315278" y="1220057"/>
                </a:cubicBezTo>
                <a:lnTo>
                  <a:pt x="315278" y="1068324"/>
                </a:lnTo>
                <a:cubicBezTo>
                  <a:pt x="315278" y="1052608"/>
                  <a:pt x="329565" y="1039654"/>
                  <a:pt x="347091" y="1039654"/>
                </a:cubicBezTo>
                <a:lnTo>
                  <a:pt x="498634" y="1039654"/>
                </a:lnTo>
                <a:cubicBezTo>
                  <a:pt x="516065" y="1039654"/>
                  <a:pt x="530447" y="1052513"/>
                  <a:pt x="530447" y="1068324"/>
                </a:cubicBezTo>
                <a:lnTo>
                  <a:pt x="530447" y="1220057"/>
                </a:lnTo>
                <a:close/>
                <a:moveTo>
                  <a:pt x="806672" y="1220057"/>
                </a:moveTo>
                <a:cubicBezTo>
                  <a:pt x="806672" y="1235774"/>
                  <a:pt x="792385" y="1248728"/>
                  <a:pt x="774859" y="1248728"/>
                </a:cubicBezTo>
                <a:lnTo>
                  <a:pt x="623316" y="1248728"/>
                </a:lnTo>
                <a:cubicBezTo>
                  <a:pt x="605885" y="1248728"/>
                  <a:pt x="591503" y="1235869"/>
                  <a:pt x="591503" y="1220057"/>
                </a:cubicBezTo>
                <a:lnTo>
                  <a:pt x="591503" y="1068324"/>
                </a:lnTo>
                <a:cubicBezTo>
                  <a:pt x="591503" y="1052608"/>
                  <a:pt x="605790" y="1039654"/>
                  <a:pt x="623316" y="1039654"/>
                </a:cubicBezTo>
                <a:lnTo>
                  <a:pt x="774859" y="1039654"/>
                </a:lnTo>
                <a:cubicBezTo>
                  <a:pt x="792290" y="1039654"/>
                  <a:pt x="806672" y="1052513"/>
                  <a:pt x="806672" y="1068324"/>
                </a:cubicBezTo>
                <a:lnTo>
                  <a:pt x="806672" y="1220057"/>
                </a:lnTo>
                <a:close/>
                <a:moveTo>
                  <a:pt x="1082897" y="1220057"/>
                </a:moveTo>
                <a:cubicBezTo>
                  <a:pt x="1082897" y="1235774"/>
                  <a:pt x="1068610" y="1248728"/>
                  <a:pt x="1051084" y="1248728"/>
                </a:cubicBezTo>
                <a:lnTo>
                  <a:pt x="899541" y="1248728"/>
                </a:lnTo>
                <a:cubicBezTo>
                  <a:pt x="882110" y="1248728"/>
                  <a:pt x="867728" y="1235869"/>
                  <a:pt x="867728" y="1220057"/>
                </a:cubicBezTo>
                <a:lnTo>
                  <a:pt x="867728" y="1068324"/>
                </a:lnTo>
                <a:cubicBezTo>
                  <a:pt x="867728" y="1052608"/>
                  <a:pt x="882015" y="1039654"/>
                  <a:pt x="899541" y="1039654"/>
                </a:cubicBezTo>
                <a:lnTo>
                  <a:pt x="1051084" y="1039654"/>
                </a:lnTo>
                <a:cubicBezTo>
                  <a:pt x="1068515" y="1039654"/>
                  <a:pt x="1082897" y="1052513"/>
                  <a:pt x="1082897" y="1068324"/>
                </a:cubicBezTo>
                <a:lnTo>
                  <a:pt x="1082897" y="1220057"/>
                </a:lnTo>
                <a:close/>
                <a:moveTo>
                  <a:pt x="1359122" y="1220057"/>
                </a:moveTo>
                <a:cubicBezTo>
                  <a:pt x="1359122" y="1235774"/>
                  <a:pt x="1344835" y="1248728"/>
                  <a:pt x="1327309" y="1248728"/>
                </a:cubicBezTo>
                <a:lnTo>
                  <a:pt x="1175766" y="1248728"/>
                </a:lnTo>
                <a:cubicBezTo>
                  <a:pt x="1158335" y="1248728"/>
                  <a:pt x="1143953" y="1235869"/>
                  <a:pt x="1143953" y="1220057"/>
                </a:cubicBezTo>
                <a:lnTo>
                  <a:pt x="1143953" y="1068324"/>
                </a:lnTo>
                <a:cubicBezTo>
                  <a:pt x="1143953" y="1052608"/>
                  <a:pt x="1158240" y="1039654"/>
                  <a:pt x="1175766" y="1039654"/>
                </a:cubicBezTo>
                <a:lnTo>
                  <a:pt x="1327309" y="1039654"/>
                </a:lnTo>
                <a:cubicBezTo>
                  <a:pt x="1344739" y="1039654"/>
                  <a:pt x="1359122" y="1052513"/>
                  <a:pt x="1359122" y="1068324"/>
                </a:cubicBezTo>
                <a:lnTo>
                  <a:pt x="1359122" y="1220057"/>
                </a:lnTo>
                <a:close/>
                <a:moveTo>
                  <a:pt x="1635347" y="1220057"/>
                </a:moveTo>
                <a:cubicBezTo>
                  <a:pt x="1635347" y="1235774"/>
                  <a:pt x="1621060" y="1248728"/>
                  <a:pt x="1603534" y="1248728"/>
                </a:cubicBezTo>
                <a:lnTo>
                  <a:pt x="1451991" y="1248728"/>
                </a:lnTo>
                <a:cubicBezTo>
                  <a:pt x="1434560" y="1248728"/>
                  <a:pt x="1420178" y="1235869"/>
                  <a:pt x="1420178" y="1220057"/>
                </a:cubicBezTo>
                <a:lnTo>
                  <a:pt x="1420178" y="1068324"/>
                </a:lnTo>
                <a:cubicBezTo>
                  <a:pt x="1420178" y="1052608"/>
                  <a:pt x="1434465" y="1039654"/>
                  <a:pt x="1451991" y="1039654"/>
                </a:cubicBezTo>
                <a:lnTo>
                  <a:pt x="1603534" y="1039654"/>
                </a:lnTo>
                <a:cubicBezTo>
                  <a:pt x="1620964" y="1039654"/>
                  <a:pt x="1635347" y="1052513"/>
                  <a:pt x="1635347" y="1068324"/>
                </a:cubicBezTo>
                <a:lnTo>
                  <a:pt x="1635347" y="1220057"/>
                </a:lnTo>
                <a:close/>
                <a:moveTo>
                  <a:pt x="1911572" y="1220057"/>
                </a:moveTo>
                <a:cubicBezTo>
                  <a:pt x="1911572" y="1235774"/>
                  <a:pt x="1897285" y="1248728"/>
                  <a:pt x="1879759" y="1248728"/>
                </a:cubicBezTo>
                <a:lnTo>
                  <a:pt x="1728216" y="1248728"/>
                </a:lnTo>
                <a:cubicBezTo>
                  <a:pt x="1710785" y="1248728"/>
                  <a:pt x="1696403" y="1235869"/>
                  <a:pt x="1696403" y="1220057"/>
                </a:cubicBezTo>
                <a:lnTo>
                  <a:pt x="1696403" y="1068324"/>
                </a:lnTo>
                <a:cubicBezTo>
                  <a:pt x="1696403" y="1052608"/>
                  <a:pt x="1710690" y="1039654"/>
                  <a:pt x="1728216" y="1039654"/>
                </a:cubicBezTo>
                <a:lnTo>
                  <a:pt x="1879759" y="1039654"/>
                </a:lnTo>
                <a:cubicBezTo>
                  <a:pt x="1897189" y="1039654"/>
                  <a:pt x="1911572" y="1052513"/>
                  <a:pt x="1911572" y="1068324"/>
                </a:cubicBezTo>
                <a:lnTo>
                  <a:pt x="1911572" y="1220057"/>
                </a:lnTo>
                <a:close/>
                <a:moveTo>
                  <a:pt x="2187797" y="1220057"/>
                </a:moveTo>
                <a:cubicBezTo>
                  <a:pt x="2187797" y="1235774"/>
                  <a:pt x="2173510" y="1248728"/>
                  <a:pt x="2155984" y="1248728"/>
                </a:cubicBezTo>
                <a:lnTo>
                  <a:pt x="2004441" y="1248728"/>
                </a:lnTo>
                <a:cubicBezTo>
                  <a:pt x="1987010" y="1248728"/>
                  <a:pt x="1972628" y="1235869"/>
                  <a:pt x="1972628" y="1220057"/>
                </a:cubicBezTo>
                <a:lnTo>
                  <a:pt x="1972628" y="1068324"/>
                </a:lnTo>
                <a:cubicBezTo>
                  <a:pt x="1972628" y="1052608"/>
                  <a:pt x="1986915" y="1039654"/>
                  <a:pt x="2004441" y="1039654"/>
                </a:cubicBezTo>
                <a:lnTo>
                  <a:pt x="2155984" y="1039654"/>
                </a:lnTo>
                <a:cubicBezTo>
                  <a:pt x="2173415" y="1039654"/>
                  <a:pt x="2187797" y="1052513"/>
                  <a:pt x="2187797" y="1068324"/>
                </a:cubicBezTo>
                <a:lnTo>
                  <a:pt x="2187797" y="1220057"/>
                </a:lnTo>
                <a:close/>
                <a:moveTo>
                  <a:pt x="2464022" y="1220057"/>
                </a:moveTo>
                <a:cubicBezTo>
                  <a:pt x="2464022" y="1235774"/>
                  <a:pt x="2449735" y="1248728"/>
                  <a:pt x="2432209" y="1248728"/>
                </a:cubicBezTo>
                <a:lnTo>
                  <a:pt x="2280666" y="1248728"/>
                </a:lnTo>
                <a:cubicBezTo>
                  <a:pt x="2263235" y="1248728"/>
                  <a:pt x="2248853" y="1235869"/>
                  <a:pt x="2248853" y="1220057"/>
                </a:cubicBezTo>
                <a:lnTo>
                  <a:pt x="2248853" y="1068324"/>
                </a:lnTo>
                <a:cubicBezTo>
                  <a:pt x="2248853" y="1052608"/>
                  <a:pt x="2263140" y="1039654"/>
                  <a:pt x="2280666" y="1039654"/>
                </a:cubicBezTo>
                <a:lnTo>
                  <a:pt x="2432209" y="1039654"/>
                </a:lnTo>
                <a:cubicBezTo>
                  <a:pt x="2449640" y="1039654"/>
                  <a:pt x="2464022" y="1052513"/>
                  <a:pt x="2464022" y="1068324"/>
                </a:cubicBezTo>
                <a:lnTo>
                  <a:pt x="2464022" y="1220057"/>
                </a:lnTo>
                <a:close/>
                <a:moveTo>
                  <a:pt x="2740247" y="1220057"/>
                </a:moveTo>
                <a:cubicBezTo>
                  <a:pt x="2740247" y="1235774"/>
                  <a:pt x="2725960" y="1248728"/>
                  <a:pt x="2708434" y="1248728"/>
                </a:cubicBezTo>
                <a:lnTo>
                  <a:pt x="2556891" y="1248728"/>
                </a:lnTo>
                <a:cubicBezTo>
                  <a:pt x="2539460" y="1248728"/>
                  <a:pt x="2525078" y="1235869"/>
                  <a:pt x="2525078" y="1220057"/>
                </a:cubicBezTo>
                <a:lnTo>
                  <a:pt x="2525078" y="1068324"/>
                </a:lnTo>
                <a:cubicBezTo>
                  <a:pt x="2525078" y="1052608"/>
                  <a:pt x="2539365" y="1039654"/>
                  <a:pt x="2556891" y="1039654"/>
                </a:cubicBezTo>
                <a:lnTo>
                  <a:pt x="2708434" y="1039654"/>
                </a:lnTo>
                <a:cubicBezTo>
                  <a:pt x="2725865" y="1039654"/>
                  <a:pt x="2740247" y="1052513"/>
                  <a:pt x="2740247" y="1068324"/>
                </a:cubicBezTo>
                <a:lnTo>
                  <a:pt x="2740247" y="1220057"/>
                </a:lnTo>
                <a:close/>
                <a:moveTo>
                  <a:pt x="3016472" y="1220057"/>
                </a:moveTo>
                <a:cubicBezTo>
                  <a:pt x="3016472" y="1235774"/>
                  <a:pt x="3002185" y="1248728"/>
                  <a:pt x="2984659" y="1248728"/>
                </a:cubicBezTo>
                <a:lnTo>
                  <a:pt x="2833116" y="1248728"/>
                </a:lnTo>
                <a:cubicBezTo>
                  <a:pt x="2815685" y="1248728"/>
                  <a:pt x="2801303" y="1235869"/>
                  <a:pt x="2801303" y="1220057"/>
                </a:cubicBezTo>
                <a:lnTo>
                  <a:pt x="2801303" y="1068324"/>
                </a:lnTo>
                <a:cubicBezTo>
                  <a:pt x="2801303" y="1052608"/>
                  <a:pt x="2815590" y="1039654"/>
                  <a:pt x="2833116" y="1039654"/>
                </a:cubicBezTo>
                <a:lnTo>
                  <a:pt x="2984659" y="1039654"/>
                </a:lnTo>
                <a:cubicBezTo>
                  <a:pt x="3002090" y="1039654"/>
                  <a:pt x="3016472" y="1052513"/>
                  <a:pt x="3016472" y="1068324"/>
                </a:cubicBezTo>
                <a:lnTo>
                  <a:pt x="3016472" y="1220057"/>
                </a:lnTo>
                <a:close/>
                <a:moveTo>
                  <a:pt x="3292697" y="1220057"/>
                </a:moveTo>
                <a:cubicBezTo>
                  <a:pt x="3292697" y="1235774"/>
                  <a:pt x="3278410" y="1248728"/>
                  <a:pt x="3260884" y="1248728"/>
                </a:cubicBezTo>
                <a:lnTo>
                  <a:pt x="3109341" y="1248728"/>
                </a:lnTo>
                <a:cubicBezTo>
                  <a:pt x="3091910" y="1248728"/>
                  <a:pt x="3077528" y="1235869"/>
                  <a:pt x="3077528" y="1220057"/>
                </a:cubicBezTo>
                <a:lnTo>
                  <a:pt x="3077528" y="1068324"/>
                </a:lnTo>
                <a:cubicBezTo>
                  <a:pt x="3077528" y="1052608"/>
                  <a:pt x="3091815" y="1039654"/>
                  <a:pt x="3109341" y="1039654"/>
                </a:cubicBezTo>
                <a:lnTo>
                  <a:pt x="3260884" y="1039654"/>
                </a:lnTo>
                <a:cubicBezTo>
                  <a:pt x="3278315" y="1039654"/>
                  <a:pt x="3292697" y="1052513"/>
                  <a:pt x="3292697" y="1068324"/>
                </a:cubicBezTo>
                <a:lnTo>
                  <a:pt x="3292697" y="1220057"/>
                </a:lnTo>
                <a:close/>
                <a:moveTo>
                  <a:pt x="3568922" y="1220057"/>
                </a:moveTo>
                <a:cubicBezTo>
                  <a:pt x="3568922" y="1235774"/>
                  <a:pt x="3554635" y="1248728"/>
                  <a:pt x="3537109" y="1248728"/>
                </a:cubicBezTo>
                <a:lnTo>
                  <a:pt x="3385566" y="1248728"/>
                </a:lnTo>
                <a:cubicBezTo>
                  <a:pt x="3368135" y="1248728"/>
                  <a:pt x="3353753" y="1235869"/>
                  <a:pt x="3353753" y="1220057"/>
                </a:cubicBezTo>
                <a:lnTo>
                  <a:pt x="3353753" y="1068324"/>
                </a:lnTo>
                <a:cubicBezTo>
                  <a:pt x="3353753" y="1052608"/>
                  <a:pt x="3368040" y="1039654"/>
                  <a:pt x="3385566" y="1039654"/>
                </a:cubicBezTo>
                <a:lnTo>
                  <a:pt x="3537109" y="1039654"/>
                </a:lnTo>
                <a:cubicBezTo>
                  <a:pt x="3554540" y="1039654"/>
                  <a:pt x="3568922" y="1052513"/>
                  <a:pt x="3568922" y="1068324"/>
                </a:cubicBezTo>
                <a:lnTo>
                  <a:pt x="3568922" y="1220057"/>
                </a:lnTo>
                <a:close/>
                <a:moveTo>
                  <a:pt x="3845147" y="1220057"/>
                </a:moveTo>
                <a:cubicBezTo>
                  <a:pt x="3845147" y="1235774"/>
                  <a:pt x="3830860" y="1248728"/>
                  <a:pt x="3813334" y="1248728"/>
                </a:cubicBezTo>
                <a:lnTo>
                  <a:pt x="3661791" y="1248728"/>
                </a:lnTo>
                <a:cubicBezTo>
                  <a:pt x="3644360" y="1248728"/>
                  <a:pt x="3629978" y="1235869"/>
                  <a:pt x="3629978" y="1220057"/>
                </a:cubicBezTo>
                <a:lnTo>
                  <a:pt x="3629978" y="1068324"/>
                </a:lnTo>
                <a:cubicBezTo>
                  <a:pt x="3629978" y="1052608"/>
                  <a:pt x="3644265" y="1039654"/>
                  <a:pt x="3661791" y="1039654"/>
                </a:cubicBezTo>
                <a:lnTo>
                  <a:pt x="3813334" y="1039654"/>
                </a:lnTo>
                <a:cubicBezTo>
                  <a:pt x="3830765" y="1039654"/>
                  <a:pt x="3845147" y="1052513"/>
                  <a:pt x="3845147" y="1068324"/>
                </a:cubicBezTo>
                <a:lnTo>
                  <a:pt x="3845147" y="1220057"/>
                </a:lnTo>
                <a:close/>
                <a:moveTo>
                  <a:pt x="4121372" y="1220057"/>
                </a:moveTo>
                <a:cubicBezTo>
                  <a:pt x="4121372" y="1235774"/>
                  <a:pt x="4107085" y="1248728"/>
                  <a:pt x="4089559" y="1248728"/>
                </a:cubicBezTo>
                <a:lnTo>
                  <a:pt x="3938016" y="1248728"/>
                </a:lnTo>
                <a:cubicBezTo>
                  <a:pt x="3920585" y="1248728"/>
                  <a:pt x="3906203" y="1235869"/>
                  <a:pt x="3906203" y="1220057"/>
                </a:cubicBezTo>
                <a:lnTo>
                  <a:pt x="3906203" y="1068324"/>
                </a:lnTo>
                <a:cubicBezTo>
                  <a:pt x="3906203" y="1052608"/>
                  <a:pt x="3920490" y="1039654"/>
                  <a:pt x="3938016" y="1039654"/>
                </a:cubicBezTo>
                <a:lnTo>
                  <a:pt x="4089559" y="1039654"/>
                </a:lnTo>
                <a:cubicBezTo>
                  <a:pt x="4106990" y="1039654"/>
                  <a:pt x="4121372" y="1052513"/>
                  <a:pt x="4121372" y="1068324"/>
                </a:cubicBezTo>
                <a:lnTo>
                  <a:pt x="4121372" y="1220057"/>
                </a:lnTo>
                <a:close/>
                <a:moveTo>
                  <a:pt x="4397598" y="1220057"/>
                </a:moveTo>
                <a:cubicBezTo>
                  <a:pt x="4397598" y="1235774"/>
                  <a:pt x="4383310" y="1248728"/>
                  <a:pt x="4365784" y="1248728"/>
                </a:cubicBezTo>
                <a:lnTo>
                  <a:pt x="4214241" y="1248728"/>
                </a:lnTo>
                <a:cubicBezTo>
                  <a:pt x="4196810" y="1248728"/>
                  <a:pt x="4182428" y="1235869"/>
                  <a:pt x="4182428" y="1220057"/>
                </a:cubicBezTo>
                <a:lnTo>
                  <a:pt x="4182428" y="1068324"/>
                </a:lnTo>
                <a:cubicBezTo>
                  <a:pt x="4182428" y="1052608"/>
                  <a:pt x="4196715" y="1039654"/>
                  <a:pt x="4214241" y="1039654"/>
                </a:cubicBezTo>
                <a:lnTo>
                  <a:pt x="4365784" y="1039654"/>
                </a:lnTo>
                <a:cubicBezTo>
                  <a:pt x="4383215" y="1039654"/>
                  <a:pt x="4397598" y="1052513"/>
                  <a:pt x="4397598" y="1068324"/>
                </a:cubicBezTo>
                <a:lnTo>
                  <a:pt x="4397598" y="1220057"/>
                </a:lnTo>
                <a:close/>
                <a:moveTo>
                  <a:pt x="4673823" y="1220057"/>
                </a:moveTo>
                <a:cubicBezTo>
                  <a:pt x="4673823" y="1235774"/>
                  <a:pt x="4659535" y="1248728"/>
                  <a:pt x="4642009" y="1248728"/>
                </a:cubicBezTo>
                <a:lnTo>
                  <a:pt x="4490466" y="1248728"/>
                </a:lnTo>
                <a:cubicBezTo>
                  <a:pt x="4473035" y="1248728"/>
                  <a:pt x="4458653" y="1235869"/>
                  <a:pt x="4458653" y="1220057"/>
                </a:cubicBezTo>
                <a:lnTo>
                  <a:pt x="4458653" y="1068324"/>
                </a:lnTo>
                <a:cubicBezTo>
                  <a:pt x="4458653" y="1052608"/>
                  <a:pt x="4472940" y="1039654"/>
                  <a:pt x="4490466" y="1039654"/>
                </a:cubicBezTo>
                <a:lnTo>
                  <a:pt x="4642009" y="1039654"/>
                </a:lnTo>
                <a:cubicBezTo>
                  <a:pt x="4659440" y="1039654"/>
                  <a:pt x="4673823" y="1052513"/>
                  <a:pt x="4673823" y="1068324"/>
                </a:cubicBezTo>
                <a:lnTo>
                  <a:pt x="4673823" y="1220057"/>
                </a:lnTo>
                <a:close/>
                <a:moveTo>
                  <a:pt x="4950048" y="1220057"/>
                </a:moveTo>
                <a:cubicBezTo>
                  <a:pt x="4950048" y="1235774"/>
                  <a:pt x="4935760" y="1248728"/>
                  <a:pt x="4918234" y="1248728"/>
                </a:cubicBezTo>
                <a:lnTo>
                  <a:pt x="4766691" y="1248728"/>
                </a:lnTo>
                <a:cubicBezTo>
                  <a:pt x="4749260" y="1248728"/>
                  <a:pt x="4734878" y="1235869"/>
                  <a:pt x="4734878" y="1220057"/>
                </a:cubicBezTo>
                <a:lnTo>
                  <a:pt x="4734878" y="1068324"/>
                </a:lnTo>
                <a:cubicBezTo>
                  <a:pt x="4734878" y="1052608"/>
                  <a:pt x="4749165" y="1039654"/>
                  <a:pt x="4766691" y="1039654"/>
                </a:cubicBezTo>
                <a:lnTo>
                  <a:pt x="4918234" y="1039654"/>
                </a:lnTo>
                <a:cubicBezTo>
                  <a:pt x="4935665" y="1039654"/>
                  <a:pt x="4950048" y="1052513"/>
                  <a:pt x="4950048" y="1068324"/>
                </a:cubicBezTo>
                <a:lnTo>
                  <a:pt x="4950048" y="1220057"/>
                </a:lnTo>
                <a:close/>
                <a:moveTo>
                  <a:pt x="5226273" y="1220057"/>
                </a:moveTo>
                <a:cubicBezTo>
                  <a:pt x="5226273" y="1235774"/>
                  <a:pt x="5211985" y="1248728"/>
                  <a:pt x="5194459" y="1248728"/>
                </a:cubicBezTo>
                <a:lnTo>
                  <a:pt x="5042916" y="1248728"/>
                </a:lnTo>
                <a:cubicBezTo>
                  <a:pt x="5025485" y="1248728"/>
                  <a:pt x="5011103" y="1235869"/>
                  <a:pt x="5011103" y="1220057"/>
                </a:cubicBezTo>
                <a:lnTo>
                  <a:pt x="5011103" y="1068324"/>
                </a:lnTo>
                <a:cubicBezTo>
                  <a:pt x="5011103" y="1052608"/>
                  <a:pt x="5025390" y="1039654"/>
                  <a:pt x="5042916" y="1039654"/>
                </a:cubicBezTo>
                <a:lnTo>
                  <a:pt x="5194459" y="1039654"/>
                </a:lnTo>
                <a:cubicBezTo>
                  <a:pt x="5211890" y="1039654"/>
                  <a:pt x="5226273" y="1052513"/>
                  <a:pt x="5226273" y="1068324"/>
                </a:cubicBezTo>
                <a:lnTo>
                  <a:pt x="5226273" y="1220057"/>
                </a:lnTo>
                <a:close/>
                <a:moveTo>
                  <a:pt x="5538216" y="1220057"/>
                </a:moveTo>
                <a:cubicBezTo>
                  <a:pt x="5538216" y="1235774"/>
                  <a:pt x="5523929" y="1248728"/>
                  <a:pt x="5506403" y="1248728"/>
                </a:cubicBezTo>
                <a:lnTo>
                  <a:pt x="5354860" y="1248728"/>
                </a:lnTo>
                <a:cubicBezTo>
                  <a:pt x="5337429" y="1248728"/>
                  <a:pt x="5323046" y="1235869"/>
                  <a:pt x="5323046" y="1220057"/>
                </a:cubicBezTo>
                <a:lnTo>
                  <a:pt x="5323046" y="1068324"/>
                </a:lnTo>
                <a:cubicBezTo>
                  <a:pt x="5323046" y="1052608"/>
                  <a:pt x="5337334" y="1039654"/>
                  <a:pt x="5354860" y="1039654"/>
                </a:cubicBezTo>
                <a:lnTo>
                  <a:pt x="5506403" y="1039654"/>
                </a:lnTo>
                <a:cubicBezTo>
                  <a:pt x="5523833" y="1039654"/>
                  <a:pt x="5538216" y="1052513"/>
                  <a:pt x="5538216" y="1068324"/>
                </a:cubicBezTo>
                <a:lnTo>
                  <a:pt x="5538216" y="1220057"/>
                </a:lnTo>
                <a:close/>
                <a:moveTo>
                  <a:pt x="5814441" y="1220057"/>
                </a:moveTo>
                <a:cubicBezTo>
                  <a:pt x="5814441" y="1235774"/>
                  <a:pt x="5800154" y="1248728"/>
                  <a:pt x="5782628" y="1248728"/>
                </a:cubicBezTo>
                <a:lnTo>
                  <a:pt x="5631085" y="1248728"/>
                </a:lnTo>
                <a:cubicBezTo>
                  <a:pt x="5613654" y="1248728"/>
                  <a:pt x="5599271" y="1235869"/>
                  <a:pt x="5599271" y="1220057"/>
                </a:cubicBezTo>
                <a:lnTo>
                  <a:pt x="5599271" y="1068324"/>
                </a:lnTo>
                <a:cubicBezTo>
                  <a:pt x="5599271" y="1052608"/>
                  <a:pt x="5613559" y="1039654"/>
                  <a:pt x="5631085" y="1039654"/>
                </a:cubicBezTo>
                <a:lnTo>
                  <a:pt x="5782628" y="1039654"/>
                </a:lnTo>
                <a:cubicBezTo>
                  <a:pt x="5800058" y="1039654"/>
                  <a:pt x="5814441" y="1052513"/>
                  <a:pt x="5814441" y="1068324"/>
                </a:cubicBezTo>
                <a:lnTo>
                  <a:pt x="5814441" y="1220057"/>
                </a:lnTo>
                <a:close/>
                <a:moveTo>
                  <a:pt x="6090666" y="1220057"/>
                </a:moveTo>
                <a:cubicBezTo>
                  <a:pt x="6090666" y="1235774"/>
                  <a:pt x="6076379" y="1248728"/>
                  <a:pt x="6058853" y="1248728"/>
                </a:cubicBezTo>
                <a:lnTo>
                  <a:pt x="5907310" y="1248728"/>
                </a:lnTo>
                <a:cubicBezTo>
                  <a:pt x="5889879" y="1248728"/>
                  <a:pt x="5875496" y="1235869"/>
                  <a:pt x="5875496" y="1220057"/>
                </a:cubicBezTo>
                <a:lnTo>
                  <a:pt x="5875496" y="1068324"/>
                </a:lnTo>
                <a:cubicBezTo>
                  <a:pt x="5875496" y="1052608"/>
                  <a:pt x="5889784" y="1039654"/>
                  <a:pt x="5907310" y="1039654"/>
                </a:cubicBezTo>
                <a:lnTo>
                  <a:pt x="6058853" y="1039654"/>
                </a:lnTo>
                <a:cubicBezTo>
                  <a:pt x="6076283" y="1039654"/>
                  <a:pt x="6090666" y="1052513"/>
                  <a:pt x="6090666" y="1068324"/>
                </a:cubicBezTo>
                <a:lnTo>
                  <a:pt x="6090666" y="1220057"/>
                </a:lnTo>
                <a:close/>
                <a:moveTo>
                  <a:pt x="6366891" y="1220057"/>
                </a:moveTo>
                <a:cubicBezTo>
                  <a:pt x="6366891" y="1235774"/>
                  <a:pt x="6352604" y="1248728"/>
                  <a:pt x="6335078" y="1248728"/>
                </a:cubicBezTo>
                <a:lnTo>
                  <a:pt x="6183535" y="1248728"/>
                </a:lnTo>
                <a:cubicBezTo>
                  <a:pt x="6166104" y="1248728"/>
                  <a:pt x="6151721" y="1235869"/>
                  <a:pt x="6151721" y="1220057"/>
                </a:cubicBezTo>
                <a:lnTo>
                  <a:pt x="6151721" y="1068324"/>
                </a:lnTo>
                <a:cubicBezTo>
                  <a:pt x="6151721" y="1052608"/>
                  <a:pt x="6166009" y="1039654"/>
                  <a:pt x="6183535" y="1039654"/>
                </a:cubicBezTo>
                <a:lnTo>
                  <a:pt x="6335078" y="1039654"/>
                </a:lnTo>
                <a:cubicBezTo>
                  <a:pt x="6352508" y="1039654"/>
                  <a:pt x="6366891" y="1052513"/>
                  <a:pt x="6366891" y="1068324"/>
                </a:cubicBezTo>
                <a:lnTo>
                  <a:pt x="6366891" y="1220057"/>
                </a:lnTo>
                <a:close/>
                <a:moveTo>
                  <a:pt x="6643116" y="1220057"/>
                </a:moveTo>
                <a:cubicBezTo>
                  <a:pt x="6643116" y="1235774"/>
                  <a:pt x="6628829" y="1248728"/>
                  <a:pt x="6611303" y="1248728"/>
                </a:cubicBezTo>
                <a:lnTo>
                  <a:pt x="6459760" y="1248728"/>
                </a:lnTo>
                <a:cubicBezTo>
                  <a:pt x="6442329" y="1248728"/>
                  <a:pt x="6427946" y="1235869"/>
                  <a:pt x="6427946" y="1220057"/>
                </a:cubicBezTo>
                <a:lnTo>
                  <a:pt x="6427946" y="1068324"/>
                </a:lnTo>
                <a:cubicBezTo>
                  <a:pt x="6427946" y="1052608"/>
                  <a:pt x="6442234" y="1039654"/>
                  <a:pt x="6459760" y="1039654"/>
                </a:cubicBezTo>
                <a:lnTo>
                  <a:pt x="6611303" y="1039654"/>
                </a:lnTo>
                <a:cubicBezTo>
                  <a:pt x="6628733" y="1039654"/>
                  <a:pt x="6643116" y="1052513"/>
                  <a:pt x="6643116" y="1068324"/>
                </a:cubicBezTo>
                <a:lnTo>
                  <a:pt x="6643116" y="1220057"/>
                </a:lnTo>
                <a:close/>
                <a:moveTo>
                  <a:pt x="6919341" y="1220057"/>
                </a:moveTo>
                <a:cubicBezTo>
                  <a:pt x="6919341" y="1235774"/>
                  <a:pt x="6905054" y="1248728"/>
                  <a:pt x="6887528" y="1248728"/>
                </a:cubicBezTo>
                <a:lnTo>
                  <a:pt x="6735985" y="1248728"/>
                </a:lnTo>
                <a:cubicBezTo>
                  <a:pt x="6718554" y="1248728"/>
                  <a:pt x="6704171" y="1235869"/>
                  <a:pt x="6704171" y="1220057"/>
                </a:cubicBezTo>
                <a:lnTo>
                  <a:pt x="6704171" y="1068324"/>
                </a:lnTo>
                <a:cubicBezTo>
                  <a:pt x="6704171" y="1052608"/>
                  <a:pt x="6718459" y="1039654"/>
                  <a:pt x="6735985" y="1039654"/>
                </a:cubicBezTo>
                <a:lnTo>
                  <a:pt x="6887528" y="1039654"/>
                </a:lnTo>
                <a:cubicBezTo>
                  <a:pt x="6904958" y="1039654"/>
                  <a:pt x="6919341" y="1052513"/>
                  <a:pt x="6919341" y="1068324"/>
                </a:cubicBezTo>
                <a:lnTo>
                  <a:pt x="6919341" y="1220057"/>
                </a:lnTo>
                <a:close/>
                <a:moveTo>
                  <a:pt x="7195566" y="1220057"/>
                </a:moveTo>
                <a:cubicBezTo>
                  <a:pt x="7195566" y="1235774"/>
                  <a:pt x="7181279" y="1248728"/>
                  <a:pt x="7163753" y="1248728"/>
                </a:cubicBezTo>
                <a:lnTo>
                  <a:pt x="7012210" y="1248728"/>
                </a:lnTo>
                <a:cubicBezTo>
                  <a:pt x="6994779" y="1248728"/>
                  <a:pt x="6980396" y="1235869"/>
                  <a:pt x="6980396" y="1220057"/>
                </a:cubicBezTo>
                <a:lnTo>
                  <a:pt x="6980396" y="1068324"/>
                </a:lnTo>
                <a:cubicBezTo>
                  <a:pt x="6980396" y="1052608"/>
                  <a:pt x="6994684" y="1039654"/>
                  <a:pt x="7012210" y="1039654"/>
                </a:cubicBezTo>
                <a:lnTo>
                  <a:pt x="7163753" y="1039654"/>
                </a:lnTo>
                <a:cubicBezTo>
                  <a:pt x="7181183" y="1039654"/>
                  <a:pt x="7195566" y="1052513"/>
                  <a:pt x="7195566" y="1068324"/>
                </a:cubicBezTo>
                <a:lnTo>
                  <a:pt x="7195566" y="1220057"/>
                </a:lnTo>
                <a:close/>
                <a:moveTo>
                  <a:pt x="7471791" y="1220057"/>
                </a:moveTo>
                <a:cubicBezTo>
                  <a:pt x="7471791" y="1235774"/>
                  <a:pt x="7457504" y="1248728"/>
                  <a:pt x="7439978" y="1248728"/>
                </a:cubicBezTo>
                <a:lnTo>
                  <a:pt x="7288435" y="1248728"/>
                </a:lnTo>
                <a:cubicBezTo>
                  <a:pt x="7271004" y="1248728"/>
                  <a:pt x="7256621" y="1235869"/>
                  <a:pt x="7256621" y="1220057"/>
                </a:cubicBezTo>
                <a:lnTo>
                  <a:pt x="7256621" y="1068324"/>
                </a:lnTo>
                <a:cubicBezTo>
                  <a:pt x="7256621" y="1052608"/>
                  <a:pt x="7270909" y="1039654"/>
                  <a:pt x="7288435" y="1039654"/>
                </a:cubicBezTo>
                <a:lnTo>
                  <a:pt x="7439978" y="1039654"/>
                </a:lnTo>
                <a:cubicBezTo>
                  <a:pt x="7457408" y="1039654"/>
                  <a:pt x="7471791" y="1052513"/>
                  <a:pt x="7471791" y="1068324"/>
                </a:cubicBezTo>
                <a:lnTo>
                  <a:pt x="7471791" y="1220057"/>
                </a:lnTo>
                <a:close/>
                <a:moveTo>
                  <a:pt x="7748016" y="1220057"/>
                </a:moveTo>
                <a:cubicBezTo>
                  <a:pt x="7748016" y="1235774"/>
                  <a:pt x="7733729" y="1248728"/>
                  <a:pt x="7716203" y="1248728"/>
                </a:cubicBezTo>
                <a:lnTo>
                  <a:pt x="7564660" y="1248728"/>
                </a:lnTo>
                <a:cubicBezTo>
                  <a:pt x="7547229" y="1248728"/>
                  <a:pt x="7532846" y="1235869"/>
                  <a:pt x="7532846" y="1220057"/>
                </a:cubicBezTo>
                <a:lnTo>
                  <a:pt x="7532846" y="1068324"/>
                </a:lnTo>
                <a:cubicBezTo>
                  <a:pt x="7532846" y="1052608"/>
                  <a:pt x="7547134" y="1039654"/>
                  <a:pt x="7564660" y="1039654"/>
                </a:cubicBezTo>
                <a:lnTo>
                  <a:pt x="7716203" y="1039654"/>
                </a:lnTo>
                <a:cubicBezTo>
                  <a:pt x="7733633" y="1039654"/>
                  <a:pt x="7748016" y="1052513"/>
                  <a:pt x="7748016" y="1068324"/>
                </a:cubicBezTo>
                <a:lnTo>
                  <a:pt x="7748016" y="1220057"/>
                </a:lnTo>
                <a:close/>
                <a:moveTo>
                  <a:pt x="8024241" y="1220057"/>
                </a:moveTo>
                <a:cubicBezTo>
                  <a:pt x="8024241" y="1235774"/>
                  <a:pt x="8009954" y="1248728"/>
                  <a:pt x="7992428" y="1248728"/>
                </a:cubicBezTo>
                <a:lnTo>
                  <a:pt x="7840885" y="1248728"/>
                </a:lnTo>
                <a:cubicBezTo>
                  <a:pt x="7823454" y="1248728"/>
                  <a:pt x="7809071" y="1235869"/>
                  <a:pt x="7809071" y="1220057"/>
                </a:cubicBezTo>
                <a:lnTo>
                  <a:pt x="7809071" y="1068324"/>
                </a:lnTo>
                <a:cubicBezTo>
                  <a:pt x="7809071" y="1052608"/>
                  <a:pt x="7823359" y="1039654"/>
                  <a:pt x="7840885" y="1039654"/>
                </a:cubicBezTo>
                <a:lnTo>
                  <a:pt x="7992428" y="1039654"/>
                </a:lnTo>
                <a:cubicBezTo>
                  <a:pt x="8009858" y="1039654"/>
                  <a:pt x="8024241" y="1052513"/>
                  <a:pt x="8024241" y="1068324"/>
                </a:cubicBezTo>
                <a:lnTo>
                  <a:pt x="8024241" y="1220057"/>
                </a:lnTo>
                <a:close/>
                <a:moveTo>
                  <a:pt x="8300466" y="1220057"/>
                </a:moveTo>
                <a:cubicBezTo>
                  <a:pt x="8300466" y="1235774"/>
                  <a:pt x="8286179" y="1248728"/>
                  <a:pt x="8268653" y="1248728"/>
                </a:cubicBezTo>
                <a:lnTo>
                  <a:pt x="8117110" y="1248728"/>
                </a:lnTo>
                <a:cubicBezTo>
                  <a:pt x="8099679" y="1248728"/>
                  <a:pt x="8085296" y="1235869"/>
                  <a:pt x="8085296" y="1220057"/>
                </a:cubicBezTo>
                <a:lnTo>
                  <a:pt x="8085296" y="1068324"/>
                </a:lnTo>
                <a:cubicBezTo>
                  <a:pt x="8085296" y="1052608"/>
                  <a:pt x="8099584" y="1039654"/>
                  <a:pt x="8117110" y="1039654"/>
                </a:cubicBezTo>
                <a:lnTo>
                  <a:pt x="8268653" y="1039654"/>
                </a:lnTo>
                <a:cubicBezTo>
                  <a:pt x="8286083" y="1039654"/>
                  <a:pt x="8300466" y="1052513"/>
                  <a:pt x="8300466" y="1068324"/>
                </a:cubicBezTo>
                <a:lnTo>
                  <a:pt x="8300466" y="1220057"/>
                </a:lnTo>
                <a:close/>
                <a:moveTo>
                  <a:pt x="8576691" y="1220057"/>
                </a:moveTo>
                <a:cubicBezTo>
                  <a:pt x="8576691" y="1235774"/>
                  <a:pt x="8562404" y="1248728"/>
                  <a:pt x="8544877" y="1248728"/>
                </a:cubicBezTo>
                <a:lnTo>
                  <a:pt x="8393335" y="1248728"/>
                </a:lnTo>
                <a:cubicBezTo>
                  <a:pt x="8375904" y="1248728"/>
                  <a:pt x="8361521" y="1235869"/>
                  <a:pt x="8361521" y="1220057"/>
                </a:cubicBezTo>
                <a:lnTo>
                  <a:pt x="8361521" y="1068324"/>
                </a:lnTo>
                <a:cubicBezTo>
                  <a:pt x="8361521" y="1052608"/>
                  <a:pt x="8375809" y="1039654"/>
                  <a:pt x="8393335" y="1039654"/>
                </a:cubicBezTo>
                <a:lnTo>
                  <a:pt x="8544877" y="1039654"/>
                </a:lnTo>
                <a:cubicBezTo>
                  <a:pt x="8562308" y="1039654"/>
                  <a:pt x="8576691" y="1052513"/>
                  <a:pt x="8576691" y="1068324"/>
                </a:cubicBezTo>
                <a:lnTo>
                  <a:pt x="8576691" y="1220057"/>
                </a:lnTo>
                <a:close/>
                <a:moveTo>
                  <a:pt x="8852916" y="1220057"/>
                </a:moveTo>
                <a:cubicBezTo>
                  <a:pt x="8852916" y="1235774"/>
                  <a:pt x="8838629" y="1248728"/>
                  <a:pt x="8821102" y="1248728"/>
                </a:cubicBezTo>
                <a:lnTo>
                  <a:pt x="8669560" y="1248728"/>
                </a:lnTo>
                <a:cubicBezTo>
                  <a:pt x="8652129" y="1248728"/>
                  <a:pt x="8637746" y="1235869"/>
                  <a:pt x="8637746" y="1220057"/>
                </a:cubicBezTo>
                <a:lnTo>
                  <a:pt x="8637746" y="1068324"/>
                </a:lnTo>
                <a:cubicBezTo>
                  <a:pt x="8637746" y="1052608"/>
                  <a:pt x="8652034" y="1039654"/>
                  <a:pt x="8669560" y="1039654"/>
                </a:cubicBezTo>
                <a:lnTo>
                  <a:pt x="8821102" y="1039654"/>
                </a:lnTo>
                <a:cubicBezTo>
                  <a:pt x="8838533" y="1039654"/>
                  <a:pt x="8852916" y="1052513"/>
                  <a:pt x="8852916" y="1068324"/>
                </a:cubicBezTo>
                <a:lnTo>
                  <a:pt x="8852916" y="1220057"/>
                </a:lnTo>
                <a:close/>
                <a:moveTo>
                  <a:pt x="9129141" y="1220057"/>
                </a:moveTo>
                <a:cubicBezTo>
                  <a:pt x="9129141" y="1235774"/>
                  <a:pt x="9114854" y="1248728"/>
                  <a:pt x="9097327" y="1248728"/>
                </a:cubicBezTo>
                <a:lnTo>
                  <a:pt x="8945785" y="1248728"/>
                </a:lnTo>
                <a:cubicBezTo>
                  <a:pt x="8928354" y="1248728"/>
                  <a:pt x="8913971" y="1235869"/>
                  <a:pt x="8913971" y="1220057"/>
                </a:cubicBezTo>
                <a:lnTo>
                  <a:pt x="8913971" y="1068324"/>
                </a:lnTo>
                <a:cubicBezTo>
                  <a:pt x="8913971" y="1052608"/>
                  <a:pt x="8928259" y="1039654"/>
                  <a:pt x="8945785" y="1039654"/>
                </a:cubicBezTo>
                <a:lnTo>
                  <a:pt x="9097327" y="1039654"/>
                </a:lnTo>
                <a:cubicBezTo>
                  <a:pt x="9114758" y="1039654"/>
                  <a:pt x="9129141" y="1052513"/>
                  <a:pt x="9129141" y="1068324"/>
                </a:cubicBezTo>
                <a:lnTo>
                  <a:pt x="9129141" y="1220057"/>
                </a:lnTo>
                <a:close/>
                <a:moveTo>
                  <a:pt x="9405366" y="1220057"/>
                </a:moveTo>
                <a:cubicBezTo>
                  <a:pt x="9405366" y="1235774"/>
                  <a:pt x="9391079" y="1248728"/>
                  <a:pt x="9373552" y="1248728"/>
                </a:cubicBezTo>
                <a:lnTo>
                  <a:pt x="9222010" y="1248728"/>
                </a:lnTo>
                <a:cubicBezTo>
                  <a:pt x="9204579" y="1248728"/>
                  <a:pt x="9190196" y="1235869"/>
                  <a:pt x="9190196" y="1220057"/>
                </a:cubicBezTo>
                <a:lnTo>
                  <a:pt x="9190196" y="1068324"/>
                </a:lnTo>
                <a:cubicBezTo>
                  <a:pt x="9190196" y="1052608"/>
                  <a:pt x="9204484" y="1039654"/>
                  <a:pt x="9222010" y="1039654"/>
                </a:cubicBezTo>
                <a:lnTo>
                  <a:pt x="9373552" y="1039654"/>
                </a:lnTo>
                <a:cubicBezTo>
                  <a:pt x="9390983" y="1039654"/>
                  <a:pt x="9405366" y="1052513"/>
                  <a:pt x="9405366" y="1068324"/>
                </a:cubicBezTo>
                <a:lnTo>
                  <a:pt x="9405366" y="1220057"/>
                </a:lnTo>
                <a:close/>
                <a:moveTo>
                  <a:pt x="9681591" y="1220057"/>
                </a:moveTo>
                <a:cubicBezTo>
                  <a:pt x="9681591" y="1235774"/>
                  <a:pt x="9667304" y="1248728"/>
                  <a:pt x="9649777" y="1248728"/>
                </a:cubicBezTo>
                <a:lnTo>
                  <a:pt x="9498235" y="1248728"/>
                </a:lnTo>
                <a:cubicBezTo>
                  <a:pt x="9480804" y="1248728"/>
                  <a:pt x="9466421" y="1235869"/>
                  <a:pt x="9466421" y="1220057"/>
                </a:cubicBezTo>
                <a:lnTo>
                  <a:pt x="9466421" y="1068324"/>
                </a:lnTo>
                <a:cubicBezTo>
                  <a:pt x="9466421" y="1052608"/>
                  <a:pt x="9480709" y="1039654"/>
                  <a:pt x="9498235" y="1039654"/>
                </a:cubicBezTo>
                <a:lnTo>
                  <a:pt x="9649777" y="1039654"/>
                </a:lnTo>
                <a:cubicBezTo>
                  <a:pt x="9667208" y="1039654"/>
                  <a:pt x="9681591" y="1052513"/>
                  <a:pt x="9681591" y="1068324"/>
                </a:cubicBezTo>
                <a:lnTo>
                  <a:pt x="9681591" y="1220057"/>
                </a:lnTo>
                <a:close/>
                <a:moveTo>
                  <a:pt x="9957815" y="1220057"/>
                </a:moveTo>
                <a:cubicBezTo>
                  <a:pt x="9957815" y="1235774"/>
                  <a:pt x="9943528" y="1248728"/>
                  <a:pt x="9926002" y="1248728"/>
                </a:cubicBezTo>
                <a:lnTo>
                  <a:pt x="9774459" y="1248728"/>
                </a:lnTo>
                <a:cubicBezTo>
                  <a:pt x="9757029" y="1248728"/>
                  <a:pt x="9742646" y="1235869"/>
                  <a:pt x="9742646" y="1220057"/>
                </a:cubicBezTo>
                <a:lnTo>
                  <a:pt x="9742646" y="1068324"/>
                </a:lnTo>
                <a:cubicBezTo>
                  <a:pt x="9742646" y="1052608"/>
                  <a:pt x="9756934" y="1039654"/>
                  <a:pt x="9774459" y="1039654"/>
                </a:cubicBezTo>
                <a:lnTo>
                  <a:pt x="9926002" y="1039654"/>
                </a:lnTo>
                <a:cubicBezTo>
                  <a:pt x="9943434" y="1039654"/>
                  <a:pt x="9957815" y="1052513"/>
                  <a:pt x="9957815" y="1068324"/>
                </a:cubicBezTo>
                <a:lnTo>
                  <a:pt x="9957815" y="1220057"/>
                </a:lnTo>
                <a:close/>
                <a:moveTo>
                  <a:pt x="10234040" y="1220057"/>
                </a:moveTo>
                <a:cubicBezTo>
                  <a:pt x="10234040" y="1235774"/>
                  <a:pt x="10219753" y="1248728"/>
                  <a:pt x="10202227" y="1248728"/>
                </a:cubicBezTo>
                <a:lnTo>
                  <a:pt x="10050684" y="1248728"/>
                </a:lnTo>
                <a:cubicBezTo>
                  <a:pt x="10033254" y="1248728"/>
                  <a:pt x="10018871" y="1235869"/>
                  <a:pt x="10018871" y="1220057"/>
                </a:cubicBezTo>
                <a:lnTo>
                  <a:pt x="10018871" y="1068324"/>
                </a:lnTo>
                <a:cubicBezTo>
                  <a:pt x="10018871" y="1052608"/>
                  <a:pt x="10033159" y="1039654"/>
                  <a:pt x="10050684" y="1039654"/>
                </a:cubicBezTo>
                <a:lnTo>
                  <a:pt x="10202227" y="1039654"/>
                </a:lnTo>
                <a:cubicBezTo>
                  <a:pt x="10219659" y="1039654"/>
                  <a:pt x="10234040" y="1052513"/>
                  <a:pt x="10234040" y="1068324"/>
                </a:cubicBezTo>
                <a:lnTo>
                  <a:pt x="10234040" y="1220057"/>
                </a:lnTo>
                <a:close/>
                <a:moveTo>
                  <a:pt x="10510265" y="1220057"/>
                </a:moveTo>
                <a:cubicBezTo>
                  <a:pt x="10510265" y="1235774"/>
                  <a:pt x="10495978" y="1248728"/>
                  <a:pt x="10478452" y="1248728"/>
                </a:cubicBezTo>
                <a:lnTo>
                  <a:pt x="10326909" y="1248728"/>
                </a:lnTo>
                <a:cubicBezTo>
                  <a:pt x="10309479" y="1248728"/>
                  <a:pt x="10295096" y="1235869"/>
                  <a:pt x="10295096" y="1220057"/>
                </a:cubicBezTo>
                <a:lnTo>
                  <a:pt x="10295096" y="1068324"/>
                </a:lnTo>
                <a:cubicBezTo>
                  <a:pt x="10295096" y="1052608"/>
                  <a:pt x="10309384" y="1039654"/>
                  <a:pt x="10326909" y="1039654"/>
                </a:cubicBezTo>
                <a:lnTo>
                  <a:pt x="10478452" y="1039654"/>
                </a:lnTo>
                <a:cubicBezTo>
                  <a:pt x="10495884" y="1039654"/>
                  <a:pt x="10510265" y="1052513"/>
                  <a:pt x="10510265" y="1068324"/>
                </a:cubicBezTo>
                <a:lnTo>
                  <a:pt x="10510265" y="1220057"/>
                </a:lnTo>
                <a:close/>
                <a:moveTo>
                  <a:pt x="10313766" y="63056"/>
                </a:moveTo>
                <a:cubicBezTo>
                  <a:pt x="10313766" y="47339"/>
                  <a:pt x="10328053" y="34385"/>
                  <a:pt x="10345579" y="34385"/>
                </a:cubicBezTo>
                <a:lnTo>
                  <a:pt x="10497122" y="34385"/>
                </a:lnTo>
                <a:cubicBezTo>
                  <a:pt x="10514552" y="34385"/>
                  <a:pt x="10528935" y="47244"/>
                  <a:pt x="10528935" y="63056"/>
                </a:cubicBezTo>
                <a:lnTo>
                  <a:pt x="10528935" y="214789"/>
                </a:lnTo>
                <a:cubicBezTo>
                  <a:pt x="10528935" y="230505"/>
                  <a:pt x="10514648" y="243459"/>
                  <a:pt x="10497122" y="243459"/>
                </a:cubicBezTo>
                <a:lnTo>
                  <a:pt x="10345579" y="243459"/>
                </a:lnTo>
                <a:cubicBezTo>
                  <a:pt x="10328147" y="243459"/>
                  <a:pt x="10313766" y="230600"/>
                  <a:pt x="10313766" y="214789"/>
                </a:cubicBezTo>
                <a:lnTo>
                  <a:pt x="10313766" y="62960"/>
                </a:lnTo>
                <a:close/>
                <a:moveTo>
                  <a:pt x="10037541" y="63056"/>
                </a:moveTo>
                <a:cubicBezTo>
                  <a:pt x="10037541" y="47339"/>
                  <a:pt x="10051828" y="34385"/>
                  <a:pt x="10069354" y="34385"/>
                </a:cubicBezTo>
                <a:lnTo>
                  <a:pt x="10220897" y="34385"/>
                </a:lnTo>
                <a:cubicBezTo>
                  <a:pt x="10238327" y="34385"/>
                  <a:pt x="10252710" y="47244"/>
                  <a:pt x="10252710" y="63056"/>
                </a:cubicBezTo>
                <a:lnTo>
                  <a:pt x="10252710" y="214789"/>
                </a:lnTo>
                <a:cubicBezTo>
                  <a:pt x="10252710" y="230505"/>
                  <a:pt x="10238423" y="243459"/>
                  <a:pt x="10220897" y="243459"/>
                </a:cubicBezTo>
                <a:lnTo>
                  <a:pt x="10069354" y="243459"/>
                </a:lnTo>
                <a:cubicBezTo>
                  <a:pt x="10051922" y="243459"/>
                  <a:pt x="10037541" y="230600"/>
                  <a:pt x="10037541" y="214789"/>
                </a:cubicBezTo>
                <a:lnTo>
                  <a:pt x="10037541" y="62960"/>
                </a:lnTo>
                <a:close/>
                <a:moveTo>
                  <a:pt x="9761316" y="63056"/>
                </a:moveTo>
                <a:cubicBezTo>
                  <a:pt x="9761316" y="47339"/>
                  <a:pt x="9775603" y="34385"/>
                  <a:pt x="9793129" y="34385"/>
                </a:cubicBezTo>
                <a:lnTo>
                  <a:pt x="9944672" y="34385"/>
                </a:lnTo>
                <a:cubicBezTo>
                  <a:pt x="9962102" y="34385"/>
                  <a:pt x="9976485" y="47244"/>
                  <a:pt x="9976485" y="63056"/>
                </a:cubicBezTo>
                <a:lnTo>
                  <a:pt x="9976485" y="214789"/>
                </a:lnTo>
                <a:cubicBezTo>
                  <a:pt x="9976485" y="230505"/>
                  <a:pt x="9962198" y="243459"/>
                  <a:pt x="9944672" y="243459"/>
                </a:cubicBezTo>
                <a:lnTo>
                  <a:pt x="9793129" y="243459"/>
                </a:lnTo>
                <a:cubicBezTo>
                  <a:pt x="9775697" y="243459"/>
                  <a:pt x="9761316" y="230600"/>
                  <a:pt x="9761316" y="214789"/>
                </a:cubicBezTo>
                <a:lnTo>
                  <a:pt x="9761316" y="62960"/>
                </a:lnTo>
                <a:close/>
                <a:moveTo>
                  <a:pt x="9485090" y="63056"/>
                </a:moveTo>
                <a:cubicBezTo>
                  <a:pt x="9485090" y="47339"/>
                  <a:pt x="9499378" y="34385"/>
                  <a:pt x="9516904" y="34385"/>
                </a:cubicBezTo>
                <a:lnTo>
                  <a:pt x="9668446" y="34385"/>
                </a:lnTo>
                <a:cubicBezTo>
                  <a:pt x="9685877" y="34385"/>
                  <a:pt x="9700260" y="47244"/>
                  <a:pt x="9700260" y="63056"/>
                </a:cubicBezTo>
                <a:lnTo>
                  <a:pt x="9700260" y="214789"/>
                </a:lnTo>
                <a:cubicBezTo>
                  <a:pt x="9700260" y="230505"/>
                  <a:pt x="9685973" y="243459"/>
                  <a:pt x="9668446" y="243459"/>
                </a:cubicBezTo>
                <a:lnTo>
                  <a:pt x="9516904" y="243459"/>
                </a:lnTo>
                <a:cubicBezTo>
                  <a:pt x="9499473" y="243459"/>
                  <a:pt x="9485090" y="230600"/>
                  <a:pt x="9485090" y="214789"/>
                </a:cubicBezTo>
                <a:lnTo>
                  <a:pt x="9485090" y="62960"/>
                </a:lnTo>
                <a:close/>
                <a:moveTo>
                  <a:pt x="9208865" y="63056"/>
                </a:moveTo>
                <a:cubicBezTo>
                  <a:pt x="9208865" y="47339"/>
                  <a:pt x="9223153" y="34385"/>
                  <a:pt x="9240679" y="34385"/>
                </a:cubicBezTo>
                <a:lnTo>
                  <a:pt x="9392221" y="34385"/>
                </a:lnTo>
                <a:cubicBezTo>
                  <a:pt x="9409652" y="34385"/>
                  <a:pt x="9424035" y="47244"/>
                  <a:pt x="9424035" y="63056"/>
                </a:cubicBezTo>
                <a:lnTo>
                  <a:pt x="9424035" y="214789"/>
                </a:lnTo>
                <a:cubicBezTo>
                  <a:pt x="9424035" y="230505"/>
                  <a:pt x="9409748" y="243459"/>
                  <a:pt x="9392221" y="243459"/>
                </a:cubicBezTo>
                <a:lnTo>
                  <a:pt x="9240679" y="243459"/>
                </a:lnTo>
                <a:cubicBezTo>
                  <a:pt x="9223248" y="243459"/>
                  <a:pt x="9208865" y="230600"/>
                  <a:pt x="9208865" y="214789"/>
                </a:cubicBezTo>
                <a:lnTo>
                  <a:pt x="9208865" y="62960"/>
                </a:lnTo>
                <a:close/>
                <a:moveTo>
                  <a:pt x="8932640" y="63056"/>
                </a:moveTo>
                <a:cubicBezTo>
                  <a:pt x="8932640" y="47339"/>
                  <a:pt x="8946928" y="34385"/>
                  <a:pt x="8964454" y="34385"/>
                </a:cubicBezTo>
                <a:lnTo>
                  <a:pt x="9115996" y="34385"/>
                </a:lnTo>
                <a:cubicBezTo>
                  <a:pt x="9133427" y="34385"/>
                  <a:pt x="9147810" y="47244"/>
                  <a:pt x="9147810" y="63056"/>
                </a:cubicBezTo>
                <a:lnTo>
                  <a:pt x="9147810" y="214789"/>
                </a:lnTo>
                <a:cubicBezTo>
                  <a:pt x="9147810" y="230505"/>
                  <a:pt x="9133523" y="243459"/>
                  <a:pt x="9115996" y="243459"/>
                </a:cubicBezTo>
                <a:lnTo>
                  <a:pt x="8964454" y="243459"/>
                </a:lnTo>
                <a:cubicBezTo>
                  <a:pt x="8947023" y="243459"/>
                  <a:pt x="8932640" y="230600"/>
                  <a:pt x="8932640" y="214789"/>
                </a:cubicBezTo>
                <a:lnTo>
                  <a:pt x="8932640" y="62960"/>
                </a:lnTo>
                <a:close/>
                <a:moveTo>
                  <a:pt x="8656415" y="63056"/>
                </a:moveTo>
                <a:cubicBezTo>
                  <a:pt x="8656415" y="47339"/>
                  <a:pt x="8670703" y="34385"/>
                  <a:pt x="8688229" y="34385"/>
                </a:cubicBezTo>
                <a:lnTo>
                  <a:pt x="8839771" y="34385"/>
                </a:lnTo>
                <a:cubicBezTo>
                  <a:pt x="8857202" y="34385"/>
                  <a:pt x="8871585" y="47244"/>
                  <a:pt x="8871585" y="63056"/>
                </a:cubicBezTo>
                <a:lnTo>
                  <a:pt x="8871585" y="214789"/>
                </a:lnTo>
                <a:cubicBezTo>
                  <a:pt x="8871585" y="230505"/>
                  <a:pt x="8857298" y="243459"/>
                  <a:pt x="8839771" y="243459"/>
                </a:cubicBezTo>
                <a:lnTo>
                  <a:pt x="8688229" y="243459"/>
                </a:lnTo>
                <a:cubicBezTo>
                  <a:pt x="8670798" y="243459"/>
                  <a:pt x="8656415" y="230600"/>
                  <a:pt x="8656415" y="214789"/>
                </a:cubicBezTo>
                <a:lnTo>
                  <a:pt x="8656415" y="62960"/>
                </a:lnTo>
                <a:close/>
                <a:moveTo>
                  <a:pt x="8380190" y="63056"/>
                </a:moveTo>
                <a:cubicBezTo>
                  <a:pt x="8380190" y="47339"/>
                  <a:pt x="8394478" y="34385"/>
                  <a:pt x="8412004" y="34385"/>
                </a:cubicBezTo>
                <a:lnTo>
                  <a:pt x="8563546" y="34385"/>
                </a:lnTo>
                <a:cubicBezTo>
                  <a:pt x="8580977" y="34385"/>
                  <a:pt x="8595360" y="47244"/>
                  <a:pt x="8595360" y="63056"/>
                </a:cubicBezTo>
                <a:lnTo>
                  <a:pt x="8595360" y="214789"/>
                </a:lnTo>
                <a:cubicBezTo>
                  <a:pt x="8595360" y="230505"/>
                  <a:pt x="8581073" y="243459"/>
                  <a:pt x="8563546" y="243459"/>
                </a:cubicBezTo>
                <a:lnTo>
                  <a:pt x="8412004" y="243459"/>
                </a:lnTo>
                <a:cubicBezTo>
                  <a:pt x="8394573" y="243459"/>
                  <a:pt x="8380190" y="230600"/>
                  <a:pt x="8380190" y="214789"/>
                </a:cubicBezTo>
                <a:lnTo>
                  <a:pt x="8380190" y="62960"/>
                </a:lnTo>
                <a:close/>
                <a:moveTo>
                  <a:pt x="8103965" y="63056"/>
                </a:moveTo>
                <a:cubicBezTo>
                  <a:pt x="8103965" y="47339"/>
                  <a:pt x="8118253" y="34385"/>
                  <a:pt x="8135779" y="34385"/>
                </a:cubicBezTo>
                <a:lnTo>
                  <a:pt x="8287322" y="34385"/>
                </a:lnTo>
                <a:cubicBezTo>
                  <a:pt x="8304753" y="34385"/>
                  <a:pt x="8319135" y="47244"/>
                  <a:pt x="8319135" y="63056"/>
                </a:cubicBezTo>
                <a:lnTo>
                  <a:pt x="8319135" y="214789"/>
                </a:lnTo>
                <a:cubicBezTo>
                  <a:pt x="8319135" y="230505"/>
                  <a:pt x="8304848" y="243459"/>
                  <a:pt x="8287322" y="243459"/>
                </a:cubicBezTo>
                <a:lnTo>
                  <a:pt x="8135779" y="243459"/>
                </a:lnTo>
                <a:cubicBezTo>
                  <a:pt x="8118348" y="243459"/>
                  <a:pt x="8103965" y="230600"/>
                  <a:pt x="8103965" y="214789"/>
                </a:cubicBezTo>
                <a:lnTo>
                  <a:pt x="8103965" y="62960"/>
                </a:lnTo>
                <a:close/>
                <a:moveTo>
                  <a:pt x="7827740" y="63056"/>
                </a:moveTo>
                <a:cubicBezTo>
                  <a:pt x="7827740" y="47339"/>
                  <a:pt x="7842028" y="34385"/>
                  <a:pt x="7859554" y="34385"/>
                </a:cubicBezTo>
                <a:lnTo>
                  <a:pt x="8011097" y="34385"/>
                </a:lnTo>
                <a:cubicBezTo>
                  <a:pt x="8028528" y="34385"/>
                  <a:pt x="8042910" y="47244"/>
                  <a:pt x="8042910" y="63056"/>
                </a:cubicBezTo>
                <a:lnTo>
                  <a:pt x="8042910" y="214789"/>
                </a:lnTo>
                <a:cubicBezTo>
                  <a:pt x="8042910" y="230505"/>
                  <a:pt x="8028623" y="243459"/>
                  <a:pt x="8011097" y="243459"/>
                </a:cubicBezTo>
                <a:lnTo>
                  <a:pt x="7859554" y="243459"/>
                </a:lnTo>
                <a:cubicBezTo>
                  <a:pt x="7842123" y="243459"/>
                  <a:pt x="7827740" y="230600"/>
                  <a:pt x="7827740" y="214789"/>
                </a:cubicBezTo>
                <a:lnTo>
                  <a:pt x="7827740" y="62960"/>
                </a:lnTo>
                <a:close/>
                <a:moveTo>
                  <a:pt x="7551515" y="63056"/>
                </a:moveTo>
                <a:cubicBezTo>
                  <a:pt x="7551515" y="47339"/>
                  <a:pt x="7565803" y="34385"/>
                  <a:pt x="7583329" y="34385"/>
                </a:cubicBezTo>
                <a:lnTo>
                  <a:pt x="7734872" y="34385"/>
                </a:lnTo>
                <a:cubicBezTo>
                  <a:pt x="7752303" y="34385"/>
                  <a:pt x="7766685" y="47244"/>
                  <a:pt x="7766685" y="63056"/>
                </a:cubicBezTo>
                <a:lnTo>
                  <a:pt x="7766685" y="214789"/>
                </a:lnTo>
                <a:cubicBezTo>
                  <a:pt x="7766685" y="230505"/>
                  <a:pt x="7752398" y="243459"/>
                  <a:pt x="7734872" y="243459"/>
                </a:cubicBezTo>
                <a:lnTo>
                  <a:pt x="7583329" y="243459"/>
                </a:lnTo>
                <a:cubicBezTo>
                  <a:pt x="7565898" y="243459"/>
                  <a:pt x="7551515" y="230600"/>
                  <a:pt x="7551515" y="214789"/>
                </a:cubicBezTo>
                <a:lnTo>
                  <a:pt x="7551515" y="62960"/>
                </a:lnTo>
                <a:close/>
                <a:moveTo>
                  <a:pt x="7275290" y="63056"/>
                </a:moveTo>
                <a:cubicBezTo>
                  <a:pt x="7275290" y="47339"/>
                  <a:pt x="7289578" y="34385"/>
                  <a:pt x="7307104" y="34385"/>
                </a:cubicBezTo>
                <a:lnTo>
                  <a:pt x="7458647" y="34385"/>
                </a:lnTo>
                <a:cubicBezTo>
                  <a:pt x="7476078" y="34385"/>
                  <a:pt x="7490460" y="47244"/>
                  <a:pt x="7490460" y="63056"/>
                </a:cubicBezTo>
                <a:lnTo>
                  <a:pt x="7490460" y="214789"/>
                </a:lnTo>
                <a:cubicBezTo>
                  <a:pt x="7490460" y="230505"/>
                  <a:pt x="7476173" y="243459"/>
                  <a:pt x="7458647" y="243459"/>
                </a:cubicBezTo>
                <a:lnTo>
                  <a:pt x="7307104" y="243459"/>
                </a:lnTo>
                <a:cubicBezTo>
                  <a:pt x="7289673" y="243459"/>
                  <a:pt x="7275290" y="230600"/>
                  <a:pt x="7275290" y="214789"/>
                </a:cubicBezTo>
                <a:lnTo>
                  <a:pt x="7275290" y="62960"/>
                </a:lnTo>
                <a:close/>
                <a:moveTo>
                  <a:pt x="6999065" y="63056"/>
                </a:moveTo>
                <a:cubicBezTo>
                  <a:pt x="6999065" y="47339"/>
                  <a:pt x="7013353" y="34385"/>
                  <a:pt x="7030879" y="34385"/>
                </a:cubicBezTo>
                <a:lnTo>
                  <a:pt x="7182422" y="34385"/>
                </a:lnTo>
                <a:cubicBezTo>
                  <a:pt x="7199853" y="34385"/>
                  <a:pt x="7214235" y="47244"/>
                  <a:pt x="7214235" y="63056"/>
                </a:cubicBezTo>
                <a:lnTo>
                  <a:pt x="7214235" y="214789"/>
                </a:lnTo>
                <a:cubicBezTo>
                  <a:pt x="7214235" y="230505"/>
                  <a:pt x="7199948" y="243459"/>
                  <a:pt x="7182422" y="243459"/>
                </a:cubicBezTo>
                <a:lnTo>
                  <a:pt x="7030879" y="243459"/>
                </a:lnTo>
                <a:cubicBezTo>
                  <a:pt x="7013448" y="243459"/>
                  <a:pt x="6999065" y="230600"/>
                  <a:pt x="6999065" y="214789"/>
                </a:cubicBezTo>
                <a:lnTo>
                  <a:pt x="6999065" y="62960"/>
                </a:lnTo>
                <a:close/>
                <a:moveTo>
                  <a:pt x="6722840" y="63056"/>
                </a:moveTo>
                <a:cubicBezTo>
                  <a:pt x="6722840" y="47339"/>
                  <a:pt x="6737128" y="34385"/>
                  <a:pt x="6754654" y="34385"/>
                </a:cubicBezTo>
                <a:lnTo>
                  <a:pt x="6906197" y="34385"/>
                </a:lnTo>
                <a:cubicBezTo>
                  <a:pt x="6923628" y="34385"/>
                  <a:pt x="6938010" y="47244"/>
                  <a:pt x="6938010" y="63056"/>
                </a:cubicBezTo>
                <a:lnTo>
                  <a:pt x="6938010" y="214789"/>
                </a:lnTo>
                <a:cubicBezTo>
                  <a:pt x="6938010" y="230505"/>
                  <a:pt x="6923723" y="243459"/>
                  <a:pt x="6906197" y="243459"/>
                </a:cubicBezTo>
                <a:lnTo>
                  <a:pt x="6754654" y="243459"/>
                </a:lnTo>
                <a:cubicBezTo>
                  <a:pt x="6737223" y="243459"/>
                  <a:pt x="6722840" y="230600"/>
                  <a:pt x="6722840" y="214789"/>
                </a:cubicBezTo>
                <a:lnTo>
                  <a:pt x="6722840" y="62960"/>
                </a:lnTo>
                <a:close/>
                <a:moveTo>
                  <a:pt x="6446615" y="63056"/>
                </a:moveTo>
                <a:cubicBezTo>
                  <a:pt x="6446615" y="47339"/>
                  <a:pt x="6460903" y="34385"/>
                  <a:pt x="6478429" y="34385"/>
                </a:cubicBezTo>
                <a:lnTo>
                  <a:pt x="6629972" y="34385"/>
                </a:lnTo>
                <a:cubicBezTo>
                  <a:pt x="6647403" y="34385"/>
                  <a:pt x="6661785" y="47244"/>
                  <a:pt x="6661785" y="63056"/>
                </a:cubicBezTo>
                <a:lnTo>
                  <a:pt x="6661785" y="214789"/>
                </a:lnTo>
                <a:cubicBezTo>
                  <a:pt x="6661785" y="230505"/>
                  <a:pt x="6647498" y="243459"/>
                  <a:pt x="6629972" y="243459"/>
                </a:cubicBezTo>
                <a:lnTo>
                  <a:pt x="6478429" y="243459"/>
                </a:lnTo>
                <a:cubicBezTo>
                  <a:pt x="6460998" y="243459"/>
                  <a:pt x="6446615" y="230600"/>
                  <a:pt x="6446615" y="214789"/>
                </a:cubicBezTo>
                <a:lnTo>
                  <a:pt x="6446615" y="62960"/>
                </a:lnTo>
                <a:close/>
                <a:moveTo>
                  <a:pt x="6170390" y="63056"/>
                </a:moveTo>
                <a:cubicBezTo>
                  <a:pt x="6170390" y="47339"/>
                  <a:pt x="6184678" y="34385"/>
                  <a:pt x="6202204" y="34385"/>
                </a:cubicBezTo>
                <a:lnTo>
                  <a:pt x="6353747" y="34385"/>
                </a:lnTo>
                <a:cubicBezTo>
                  <a:pt x="6371178" y="34385"/>
                  <a:pt x="6385560" y="47244"/>
                  <a:pt x="6385560" y="63056"/>
                </a:cubicBezTo>
                <a:lnTo>
                  <a:pt x="6385560" y="214789"/>
                </a:lnTo>
                <a:cubicBezTo>
                  <a:pt x="6385560" y="230505"/>
                  <a:pt x="6371273" y="243459"/>
                  <a:pt x="6353747" y="243459"/>
                </a:cubicBezTo>
                <a:lnTo>
                  <a:pt x="6202204" y="243459"/>
                </a:lnTo>
                <a:cubicBezTo>
                  <a:pt x="6184773" y="243459"/>
                  <a:pt x="6170390" y="230600"/>
                  <a:pt x="6170390" y="214789"/>
                </a:cubicBezTo>
                <a:lnTo>
                  <a:pt x="6170390" y="62960"/>
                </a:lnTo>
                <a:close/>
                <a:moveTo>
                  <a:pt x="5894165" y="63056"/>
                </a:moveTo>
                <a:cubicBezTo>
                  <a:pt x="5894165" y="47339"/>
                  <a:pt x="5908453" y="34385"/>
                  <a:pt x="5925979" y="34385"/>
                </a:cubicBezTo>
                <a:lnTo>
                  <a:pt x="6077522" y="34385"/>
                </a:lnTo>
                <a:cubicBezTo>
                  <a:pt x="6094953" y="34385"/>
                  <a:pt x="6109335" y="47244"/>
                  <a:pt x="6109335" y="63056"/>
                </a:cubicBezTo>
                <a:lnTo>
                  <a:pt x="6109335" y="214789"/>
                </a:lnTo>
                <a:cubicBezTo>
                  <a:pt x="6109335" y="230505"/>
                  <a:pt x="6095048" y="243459"/>
                  <a:pt x="6077522" y="243459"/>
                </a:cubicBezTo>
                <a:lnTo>
                  <a:pt x="5925979" y="243459"/>
                </a:lnTo>
                <a:cubicBezTo>
                  <a:pt x="5908548" y="243459"/>
                  <a:pt x="5894165" y="230600"/>
                  <a:pt x="5894165" y="214789"/>
                </a:cubicBezTo>
                <a:lnTo>
                  <a:pt x="5894165" y="62960"/>
                </a:lnTo>
                <a:close/>
                <a:moveTo>
                  <a:pt x="5617940" y="63056"/>
                </a:moveTo>
                <a:cubicBezTo>
                  <a:pt x="5617940" y="47339"/>
                  <a:pt x="5632228" y="34385"/>
                  <a:pt x="5649754" y="34385"/>
                </a:cubicBezTo>
                <a:lnTo>
                  <a:pt x="5801297" y="34385"/>
                </a:lnTo>
                <a:cubicBezTo>
                  <a:pt x="5818728" y="34385"/>
                  <a:pt x="5833110" y="47244"/>
                  <a:pt x="5833110" y="63056"/>
                </a:cubicBezTo>
                <a:lnTo>
                  <a:pt x="5833110" y="214789"/>
                </a:lnTo>
                <a:cubicBezTo>
                  <a:pt x="5833110" y="230505"/>
                  <a:pt x="5818823" y="243459"/>
                  <a:pt x="5801297" y="243459"/>
                </a:cubicBezTo>
                <a:lnTo>
                  <a:pt x="5649754" y="243459"/>
                </a:lnTo>
                <a:cubicBezTo>
                  <a:pt x="5632323" y="243459"/>
                  <a:pt x="5617940" y="230600"/>
                  <a:pt x="5617940" y="214789"/>
                </a:cubicBezTo>
                <a:lnTo>
                  <a:pt x="5617940" y="62960"/>
                </a:lnTo>
                <a:close/>
                <a:moveTo>
                  <a:pt x="5341715" y="63056"/>
                </a:moveTo>
                <a:cubicBezTo>
                  <a:pt x="5341715" y="47339"/>
                  <a:pt x="5356003" y="34385"/>
                  <a:pt x="5373529" y="34385"/>
                </a:cubicBezTo>
                <a:lnTo>
                  <a:pt x="5525072" y="34385"/>
                </a:lnTo>
                <a:cubicBezTo>
                  <a:pt x="5542503" y="34385"/>
                  <a:pt x="5556885" y="47244"/>
                  <a:pt x="5556885" y="63056"/>
                </a:cubicBezTo>
                <a:lnTo>
                  <a:pt x="5556885" y="214789"/>
                </a:lnTo>
                <a:cubicBezTo>
                  <a:pt x="5556885" y="230505"/>
                  <a:pt x="5542598" y="243459"/>
                  <a:pt x="5525072" y="243459"/>
                </a:cubicBezTo>
                <a:lnTo>
                  <a:pt x="5373529" y="243459"/>
                </a:lnTo>
                <a:cubicBezTo>
                  <a:pt x="5356098" y="243459"/>
                  <a:pt x="5341715" y="230600"/>
                  <a:pt x="5341715" y="214789"/>
                </a:cubicBezTo>
                <a:lnTo>
                  <a:pt x="5341715" y="62960"/>
                </a:lnTo>
                <a:close/>
                <a:moveTo>
                  <a:pt x="5029772" y="63056"/>
                </a:moveTo>
                <a:cubicBezTo>
                  <a:pt x="5029772" y="47339"/>
                  <a:pt x="5044059" y="34385"/>
                  <a:pt x="5061585" y="34385"/>
                </a:cubicBezTo>
                <a:lnTo>
                  <a:pt x="5213128" y="34385"/>
                </a:lnTo>
                <a:cubicBezTo>
                  <a:pt x="5230559" y="34385"/>
                  <a:pt x="5244942" y="47244"/>
                  <a:pt x="5244942" y="63056"/>
                </a:cubicBezTo>
                <a:lnTo>
                  <a:pt x="5244942" y="214789"/>
                </a:lnTo>
                <a:cubicBezTo>
                  <a:pt x="5244942" y="230505"/>
                  <a:pt x="5230654" y="243459"/>
                  <a:pt x="5213128" y="243459"/>
                </a:cubicBezTo>
                <a:lnTo>
                  <a:pt x="5061585" y="243459"/>
                </a:lnTo>
                <a:cubicBezTo>
                  <a:pt x="5044155" y="243459"/>
                  <a:pt x="5029772" y="230600"/>
                  <a:pt x="5029772" y="214789"/>
                </a:cubicBezTo>
                <a:lnTo>
                  <a:pt x="5029772" y="62960"/>
                </a:lnTo>
                <a:close/>
                <a:moveTo>
                  <a:pt x="4753547" y="63056"/>
                </a:moveTo>
                <a:cubicBezTo>
                  <a:pt x="4753547" y="47339"/>
                  <a:pt x="4767834" y="34385"/>
                  <a:pt x="4785360" y="34385"/>
                </a:cubicBezTo>
                <a:lnTo>
                  <a:pt x="4936903" y="34385"/>
                </a:lnTo>
                <a:cubicBezTo>
                  <a:pt x="4954334" y="34385"/>
                  <a:pt x="4968717" y="47244"/>
                  <a:pt x="4968717" y="63056"/>
                </a:cubicBezTo>
                <a:lnTo>
                  <a:pt x="4968717" y="214789"/>
                </a:lnTo>
                <a:cubicBezTo>
                  <a:pt x="4968717" y="230505"/>
                  <a:pt x="4954429" y="243459"/>
                  <a:pt x="4936903" y="243459"/>
                </a:cubicBezTo>
                <a:lnTo>
                  <a:pt x="4785360" y="243459"/>
                </a:lnTo>
                <a:cubicBezTo>
                  <a:pt x="4767930" y="243459"/>
                  <a:pt x="4753547" y="230600"/>
                  <a:pt x="4753547" y="214789"/>
                </a:cubicBezTo>
                <a:lnTo>
                  <a:pt x="4753547" y="62960"/>
                </a:lnTo>
                <a:close/>
                <a:moveTo>
                  <a:pt x="4477322" y="63056"/>
                </a:moveTo>
                <a:cubicBezTo>
                  <a:pt x="4477322" y="47339"/>
                  <a:pt x="4491609" y="34385"/>
                  <a:pt x="4509135" y="34385"/>
                </a:cubicBezTo>
                <a:lnTo>
                  <a:pt x="4660678" y="34385"/>
                </a:lnTo>
                <a:cubicBezTo>
                  <a:pt x="4678109" y="34385"/>
                  <a:pt x="4692491" y="47244"/>
                  <a:pt x="4692491" y="63056"/>
                </a:cubicBezTo>
                <a:lnTo>
                  <a:pt x="4692491" y="214789"/>
                </a:lnTo>
                <a:cubicBezTo>
                  <a:pt x="4692491" y="230505"/>
                  <a:pt x="4678204" y="243459"/>
                  <a:pt x="4660678" y="243459"/>
                </a:cubicBezTo>
                <a:lnTo>
                  <a:pt x="4509135" y="243459"/>
                </a:lnTo>
                <a:cubicBezTo>
                  <a:pt x="4491705" y="243459"/>
                  <a:pt x="4477322" y="230600"/>
                  <a:pt x="4477322" y="214789"/>
                </a:cubicBezTo>
                <a:lnTo>
                  <a:pt x="4477322" y="62960"/>
                </a:lnTo>
                <a:close/>
                <a:moveTo>
                  <a:pt x="4201097" y="63056"/>
                </a:moveTo>
                <a:cubicBezTo>
                  <a:pt x="4201097" y="47339"/>
                  <a:pt x="4215384" y="34385"/>
                  <a:pt x="4232910" y="34385"/>
                </a:cubicBezTo>
                <a:lnTo>
                  <a:pt x="4384453" y="34385"/>
                </a:lnTo>
                <a:cubicBezTo>
                  <a:pt x="4401884" y="34385"/>
                  <a:pt x="4416266" y="47244"/>
                  <a:pt x="4416266" y="63056"/>
                </a:cubicBezTo>
                <a:lnTo>
                  <a:pt x="4416266" y="214789"/>
                </a:lnTo>
                <a:cubicBezTo>
                  <a:pt x="4416266" y="230505"/>
                  <a:pt x="4401979" y="243459"/>
                  <a:pt x="4384453" y="243459"/>
                </a:cubicBezTo>
                <a:lnTo>
                  <a:pt x="4232910" y="243459"/>
                </a:lnTo>
                <a:cubicBezTo>
                  <a:pt x="4215480" y="243459"/>
                  <a:pt x="4201097" y="230600"/>
                  <a:pt x="4201097" y="214789"/>
                </a:cubicBezTo>
                <a:lnTo>
                  <a:pt x="4201097" y="62960"/>
                </a:lnTo>
                <a:close/>
                <a:moveTo>
                  <a:pt x="3924872" y="63056"/>
                </a:moveTo>
                <a:cubicBezTo>
                  <a:pt x="3924872" y="47339"/>
                  <a:pt x="3939159" y="34385"/>
                  <a:pt x="3956685" y="34385"/>
                </a:cubicBezTo>
                <a:lnTo>
                  <a:pt x="4108228" y="34385"/>
                </a:lnTo>
                <a:cubicBezTo>
                  <a:pt x="4125659" y="34385"/>
                  <a:pt x="4140041" y="47244"/>
                  <a:pt x="4140041" y="63056"/>
                </a:cubicBezTo>
                <a:lnTo>
                  <a:pt x="4140041" y="214789"/>
                </a:lnTo>
                <a:cubicBezTo>
                  <a:pt x="4140041" y="230505"/>
                  <a:pt x="4125754" y="243459"/>
                  <a:pt x="4108228" y="243459"/>
                </a:cubicBezTo>
                <a:lnTo>
                  <a:pt x="3956685" y="243459"/>
                </a:lnTo>
                <a:cubicBezTo>
                  <a:pt x="3939254" y="243459"/>
                  <a:pt x="3924872" y="230600"/>
                  <a:pt x="3924872" y="214789"/>
                </a:cubicBezTo>
                <a:lnTo>
                  <a:pt x="3924872" y="62960"/>
                </a:lnTo>
                <a:close/>
                <a:moveTo>
                  <a:pt x="3648647" y="63056"/>
                </a:moveTo>
                <a:cubicBezTo>
                  <a:pt x="3648647" y="47339"/>
                  <a:pt x="3662934" y="34385"/>
                  <a:pt x="3680460" y="34385"/>
                </a:cubicBezTo>
                <a:lnTo>
                  <a:pt x="3832003" y="34385"/>
                </a:lnTo>
                <a:cubicBezTo>
                  <a:pt x="3849434" y="34385"/>
                  <a:pt x="3863816" y="47244"/>
                  <a:pt x="3863816" y="63056"/>
                </a:cubicBezTo>
                <a:lnTo>
                  <a:pt x="3863816" y="214789"/>
                </a:lnTo>
                <a:cubicBezTo>
                  <a:pt x="3863816" y="230505"/>
                  <a:pt x="3849529" y="243459"/>
                  <a:pt x="3832003" y="243459"/>
                </a:cubicBezTo>
                <a:lnTo>
                  <a:pt x="3680460" y="243459"/>
                </a:lnTo>
                <a:cubicBezTo>
                  <a:pt x="3663029" y="243459"/>
                  <a:pt x="3648647" y="230600"/>
                  <a:pt x="3648647" y="214789"/>
                </a:cubicBezTo>
                <a:lnTo>
                  <a:pt x="3648647" y="62960"/>
                </a:lnTo>
                <a:close/>
                <a:moveTo>
                  <a:pt x="3372422" y="63056"/>
                </a:moveTo>
                <a:cubicBezTo>
                  <a:pt x="3372422" y="47339"/>
                  <a:pt x="3386709" y="34385"/>
                  <a:pt x="3404235" y="34385"/>
                </a:cubicBezTo>
                <a:lnTo>
                  <a:pt x="3555778" y="34385"/>
                </a:lnTo>
                <a:cubicBezTo>
                  <a:pt x="3573209" y="34385"/>
                  <a:pt x="3587591" y="47244"/>
                  <a:pt x="3587591" y="63056"/>
                </a:cubicBezTo>
                <a:lnTo>
                  <a:pt x="3587591" y="214789"/>
                </a:lnTo>
                <a:cubicBezTo>
                  <a:pt x="3587591" y="230505"/>
                  <a:pt x="3573304" y="243459"/>
                  <a:pt x="3555778" y="243459"/>
                </a:cubicBezTo>
                <a:lnTo>
                  <a:pt x="3404235" y="243459"/>
                </a:lnTo>
                <a:cubicBezTo>
                  <a:pt x="3386804" y="243459"/>
                  <a:pt x="3372422" y="230600"/>
                  <a:pt x="3372422" y="214789"/>
                </a:cubicBezTo>
                <a:lnTo>
                  <a:pt x="3372422" y="62960"/>
                </a:lnTo>
                <a:close/>
                <a:moveTo>
                  <a:pt x="3096197" y="63056"/>
                </a:moveTo>
                <a:cubicBezTo>
                  <a:pt x="3096197" y="47339"/>
                  <a:pt x="3110484" y="34385"/>
                  <a:pt x="3128010" y="34385"/>
                </a:cubicBezTo>
                <a:lnTo>
                  <a:pt x="3279553" y="34385"/>
                </a:lnTo>
                <a:cubicBezTo>
                  <a:pt x="3296984" y="34385"/>
                  <a:pt x="3311366" y="47244"/>
                  <a:pt x="3311366" y="63056"/>
                </a:cubicBezTo>
                <a:lnTo>
                  <a:pt x="3311366" y="214789"/>
                </a:lnTo>
                <a:cubicBezTo>
                  <a:pt x="3311366" y="230505"/>
                  <a:pt x="3297079" y="243459"/>
                  <a:pt x="3279553" y="243459"/>
                </a:cubicBezTo>
                <a:lnTo>
                  <a:pt x="3128010" y="243459"/>
                </a:lnTo>
                <a:cubicBezTo>
                  <a:pt x="3110579" y="243459"/>
                  <a:pt x="3096197" y="230600"/>
                  <a:pt x="3096197" y="214789"/>
                </a:cubicBezTo>
                <a:lnTo>
                  <a:pt x="3096197" y="62960"/>
                </a:lnTo>
                <a:close/>
                <a:moveTo>
                  <a:pt x="2819972" y="63056"/>
                </a:moveTo>
                <a:cubicBezTo>
                  <a:pt x="2819972" y="47339"/>
                  <a:pt x="2834259" y="34385"/>
                  <a:pt x="2851785" y="34385"/>
                </a:cubicBezTo>
                <a:lnTo>
                  <a:pt x="3003328" y="34385"/>
                </a:lnTo>
                <a:cubicBezTo>
                  <a:pt x="3020759" y="34385"/>
                  <a:pt x="3035141" y="47244"/>
                  <a:pt x="3035141" y="63056"/>
                </a:cubicBezTo>
                <a:lnTo>
                  <a:pt x="3035141" y="214789"/>
                </a:lnTo>
                <a:cubicBezTo>
                  <a:pt x="3035141" y="230505"/>
                  <a:pt x="3020854" y="243459"/>
                  <a:pt x="3003328" y="243459"/>
                </a:cubicBezTo>
                <a:lnTo>
                  <a:pt x="2851785" y="243459"/>
                </a:lnTo>
                <a:cubicBezTo>
                  <a:pt x="2834354" y="243459"/>
                  <a:pt x="2819972" y="230600"/>
                  <a:pt x="2819972" y="214789"/>
                </a:cubicBezTo>
                <a:lnTo>
                  <a:pt x="2819972" y="62960"/>
                </a:lnTo>
                <a:close/>
                <a:moveTo>
                  <a:pt x="2543747" y="63056"/>
                </a:moveTo>
                <a:cubicBezTo>
                  <a:pt x="2543747" y="47339"/>
                  <a:pt x="2558034" y="34385"/>
                  <a:pt x="2575560" y="34385"/>
                </a:cubicBezTo>
                <a:lnTo>
                  <a:pt x="2727103" y="34385"/>
                </a:lnTo>
                <a:cubicBezTo>
                  <a:pt x="2744534" y="34385"/>
                  <a:pt x="2758916" y="47244"/>
                  <a:pt x="2758916" y="63056"/>
                </a:cubicBezTo>
                <a:lnTo>
                  <a:pt x="2758916" y="214789"/>
                </a:lnTo>
                <a:cubicBezTo>
                  <a:pt x="2758916" y="230505"/>
                  <a:pt x="2744629" y="243459"/>
                  <a:pt x="2727103" y="243459"/>
                </a:cubicBezTo>
                <a:lnTo>
                  <a:pt x="2575560" y="243459"/>
                </a:lnTo>
                <a:cubicBezTo>
                  <a:pt x="2558129" y="243459"/>
                  <a:pt x="2543747" y="230600"/>
                  <a:pt x="2543747" y="214789"/>
                </a:cubicBezTo>
                <a:lnTo>
                  <a:pt x="2543747" y="62960"/>
                </a:lnTo>
                <a:close/>
                <a:moveTo>
                  <a:pt x="2267522" y="63056"/>
                </a:moveTo>
                <a:cubicBezTo>
                  <a:pt x="2267522" y="47339"/>
                  <a:pt x="2281809" y="34385"/>
                  <a:pt x="2299335" y="34385"/>
                </a:cubicBezTo>
                <a:lnTo>
                  <a:pt x="2450878" y="34385"/>
                </a:lnTo>
                <a:cubicBezTo>
                  <a:pt x="2468309" y="34385"/>
                  <a:pt x="2482691" y="47244"/>
                  <a:pt x="2482691" y="63056"/>
                </a:cubicBezTo>
                <a:lnTo>
                  <a:pt x="2482691" y="214789"/>
                </a:lnTo>
                <a:cubicBezTo>
                  <a:pt x="2482691" y="230505"/>
                  <a:pt x="2468404" y="243459"/>
                  <a:pt x="2450878" y="243459"/>
                </a:cubicBezTo>
                <a:lnTo>
                  <a:pt x="2299335" y="243459"/>
                </a:lnTo>
                <a:cubicBezTo>
                  <a:pt x="2281904" y="243459"/>
                  <a:pt x="2267522" y="230600"/>
                  <a:pt x="2267522" y="214789"/>
                </a:cubicBezTo>
                <a:lnTo>
                  <a:pt x="2267522" y="62960"/>
                </a:lnTo>
                <a:close/>
                <a:moveTo>
                  <a:pt x="1991297" y="63056"/>
                </a:moveTo>
                <a:cubicBezTo>
                  <a:pt x="1991297" y="47339"/>
                  <a:pt x="2005584" y="34385"/>
                  <a:pt x="2023110" y="34385"/>
                </a:cubicBezTo>
                <a:lnTo>
                  <a:pt x="2174653" y="34385"/>
                </a:lnTo>
                <a:cubicBezTo>
                  <a:pt x="2192084" y="34385"/>
                  <a:pt x="2206466" y="47244"/>
                  <a:pt x="2206466" y="63056"/>
                </a:cubicBezTo>
                <a:lnTo>
                  <a:pt x="2206466" y="214789"/>
                </a:lnTo>
                <a:cubicBezTo>
                  <a:pt x="2206466" y="230505"/>
                  <a:pt x="2192179" y="243459"/>
                  <a:pt x="2174653" y="243459"/>
                </a:cubicBezTo>
                <a:lnTo>
                  <a:pt x="2023110" y="243459"/>
                </a:lnTo>
                <a:cubicBezTo>
                  <a:pt x="2005679" y="243459"/>
                  <a:pt x="1991297" y="230600"/>
                  <a:pt x="1991297" y="214789"/>
                </a:cubicBezTo>
                <a:lnTo>
                  <a:pt x="1991297" y="62960"/>
                </a:lnTo>
                <a:close/>
                <a:moveTo>
                  <a:pt x="1715072" y="63056"/>
                </a:moveTo>
                <a:cubicBezTo>
                  <a:pt x="1715072" y="47339"/>
                  <a:pt x="1729359" y="34385"/>
                  <a:pt x="1746885" y="34385"/>
                </a:cubicBezTo>
                <a:lnTo>
                  <a:pt x="1898428" y="34385"/>
                </a:lnTo>
                <a:cubicBezTo>
                  <a:pt x="1915859" y="34385"/>
                  <a:pt x="1930241" y="47244"/>
                  <a:pt x="1930241" y="63056"/>
                </a:cubicBezTo>
                <a:lnTo>
                  <a:pt x="1930241" y="214789"/>
                </a:lnTo>
                <a:cubicBezTo>
                  <a:pt x="1930241" y="230505"/>
                  <a:pt x="1915954" y="243459"/>
                  <a:pt x="1898428" y="243459"/>
                </a:cubicBezTo>
                <a:lnTo>
                  <a:pt x="1746885" y="243459"/>
                </a:lnTo>
                <a:cubicBezTo>
                  <a:pt x="1729454" y="243459"/>
                  <a:pt x="1715072" y="230600"/>
                  <a:pt x="1715072" y="214789"/>
                </a:cubicBezTo>
                <a:lnTo>
                  <a:pt x="1715072" y="62960"/>
                </a:lnTo>
                <a:close/>
                <a:moveTo>
                  <a:pt x="1438847" y="63056"/>
                </a:moveTo>
                <a:cubicBezTo>
                  <a:pt x="1438847" y="47339"/>
                  <a:pt x="1453134" y="34385"/>
                  <a:pt x="1470660" y="34385"/>
                </a:cubicBezTo>
                <a:lnTo>
                  <a:pt x="1622203" y="34385"/>
                </a:lnTo>
                <a:cubicBezTo>
                  <a:pt x="1639634" y="34385"/>
                  <a:pt x="1654016" y="47244"/>
                  <a:pt x="1654016" y="63056"/>
                </a:cubicBezTo>
                <a:lnTo>
                  <a:pt x="1654016" y="214789"/>
                </a:lnTo>
                <a:cubicBezTo>
                  <a:pt x="1654016" y="230505"/>
                  <a:pt x="1639729" y="243459"/>
                  <a:pt x="1622203" y="243459"/>
                </a:cubicBezTo>
                <a:lnTo>
                  <a:pt x="1470660" y="243459"/>
                </a:lnTo>
                <a:cubicBezTo>
                  <a:pt x="1453229" y="243459"/>
                  <a:pt x="1438847" y="230600"/>
                  <a:pt x="1438847" y="214789"/>
                </a:cubicBezTo>
                <a:lnTo>
                  <a:pt x="1438847" y="62960"/>
                </a:lnTo>
                <a:close/>
                <a:moveTo>
                  <a:pt x="1162622" y="63056"/>
                </a:moveTo>
                <a:cubicBezTo>
                  <a:pt x="1162622" y="47339"/>
                  <a:pt x="1176909" y="34385"/>
                  <a:pt x="1194435" y="34385"/>
                </a:cubicBezTo>
                <a:lnTo>
                  <a:pt x="1345978" y="34385"/>
                </a:lnTo>
                <a:cubicBezTo>
                  <a:pt x="1363409" y="34385"/>
                  <a:pt x="1377791" y="47244"/>
                  <a:pt x="1377791" y="63056"/>
                </a:cubicBezTo>
                <a:lnTo>
                  <a:pt x="1377791" y="214789"/>
                </a:lnTo>
                <a:cubicBezTo>
                  <a:pt x="1377791" y="230505"/>
                  <a:pt x="1363504" y="243459"/>
                  <a:pt x="1345978" y="243459"/>
                </a:cubicBezTo>
                <a:lnTo>
                  <a:pt x="1194435" y="243459"/>
                </a:lnTo>
                <a:cubicBezTo>
                  <a:pt x="1177004" y="243459"/>
                  <a:pt x="1162622" y="230600"/>
                  <a:pt x="1162622" y="214789"/>
                </a:cubicBezTo>
                <a:lnTo>
                  <a:pt x="1162622" y="62960"/>
                </a:lnTo>
                <a:close/>
                <a:moveTo>
                  <a:pt x="886397" y="63056"/>
                </a:moveTo>
                <a:cubicBezTo>
                  <a:pt x="886397" y="47339"/>
                  <a:pt x="900684" y="34385"/>
                  <a:pt x="918210" y="34385"/>
                </a:cubicBezTo>
                <a:lnTo>
                  <a:pt x="1069753" y="34385"/>
                </a:lnTo>
                <a:cubicBezTo>
                  <a:pt x="1087184" y="34385"/>
                  <a:pt x="1101566" y="47244"/>
                  <a:pt x="1101566" y="63056"/>
                </a:cubicBezTo>
                <a:lnTo>
                  <a:pt x="1101566" y="214789"/>
                </a:lnTo>
                <a:cubicBezTo>
                  <a:pt x="1101566" y="230505"/>
                  <a:pt x="1087279" y="243459"/>
                  <a:pt x="1069753" y="243459"/>
                </a:cubicBezTo>
                <a:lnTo>
                  <a:pt x="918210" y="243459"/>
                </a:lnTo>
                <a:cubicBezTo>
                  <a:pt x="900779" y="243459"/>
                  <a:pt x="886397" y="230600"/>
                  <a:pt x="886397" y="214789"/>
                </a:cubicBezTo>
                <a:lnTo>
                  <a:pt x="886397" y="62960"/>
                </a:lnTo>
                <a:close/>
                <a:moveTo>
                  <a:pt x="610172" y="63056"/>
                </a:moveTo>
                <a:cubicBezTo>
                  <a:pt x="610172" y="47339"/>
                  <a:pt x="624459" y="34385"/>
                  <a:pt x="641985" y="34385"/>
                </a:cubicBezTo>
                <a:lnTo>
                  <a:pt x="793528" y="34385"/>
                </a:lnTo>
                <a:cubicBezTo>
                  <a:pt x="810959" y="34385"/>
                  <a:pt x="825341" y="47244"/>
                  <a:pt x="825341" y="63056"/>
                </a:cubicBezTo>
                <a:lnTo>
                  <a:pt x="825341" y="214789"/>
                </a:lnTo>
                <a:cubicBezTo>
                  <a:pt x="825341" y="230505"/>
                  <a:pt x="811054" y="243459"/>
                  <a:pt x="793528" y="243459"/>
                </a:cubicBezTo>
                <a:lnTo>
                  <a:pt x="641985" y="243459"/>
                </a:lnTo>
                <a:cubicBezTo>
                  <a:pt x="624554" y="243459"/>
                  <a:pt x="610172" y="230600"/>
                  <a:pt x="610172" y="214789"/>
                </a:cubicBezTo>
                <a:lnTo>
                  <a:pt x="610172" y="62960"/>
                </a:lnTo>
                <a:close/>
                <a:moveTo>
                  <a:pt x="333947" y="63056"/>
                </a:moveTo>
                <a:cubicBezTo>
                  <a:pt x="333947" y="47339"/>
                  <a:pt x="348234" y="34385"/>
                  <a:pt x="365760" y="34385"/>
                </a:cubicBezTo>
                <a:lnTo>
                  <a:pt x="517303" y="34385"/>
                </a:lnTo>
                <a:cubicBezTo>
                  <a:pt x="534734" y="34385"/>
                  <a:pt x="549116" y="47244"/>
                  <a:pt x="549116" y="63056"/>
                </a:cubicBezTo>
                <a:lnTo>
                  <a:pt x="549116" y="214789"/>
                </a:lnTo>
                <a:cubicBezTo>
                  <a:pt x="549116" y="230505"/>
                  <a:pt x="534829" y="243459"/>
                  <a:pt x="517303" y="243459"/>
                </a:cubicBezTo>
                <a:lnTo>
                  <a:pt x="365760" y="243459"/>
                </a:lnTo>
                <a:cubicBezTo>
                  <a:pt x="348329" y="243459"/>
                  <a:pt x="333947" y="230600"/>
                  <a:pt x="333947" y="214789"/>
                </a:cubicBezTo>
                <a:lnTo>
                  <a:pt x="333947" y="62960"/>
                </a:lnTo>
                <a:close/>
                <a:moveTo>
                  <a:pt x="57722" y="63056"/>
                </a:moveTo>
                <a:cubicBezTo>
                  <a:pt x="57722" y="47339"/>
                  <a:pt x="72009" y="34385"/>
                  <a:pt x="89535" y="34385"/>
                </a:cubicBezTo>
                <a:lnTo>
                  <a:pt x="241078" y="34385"/>
                </a:lnTo>
                <a:cubicBezTo>
                  <a:pt x="258509" y="34385"/>
                  <a:pt x="272891" y="47244"/>
                  <a:pt x="272891" y="63056"/>
                </a:cubicBezTo>
                <a:lnTo>
                  <a:pt x="272891" y="214789"/>
                </a:lnTo>
                <a:cubicBezTo>
                  <a:pt x="272891" y="230505"/>
                  <a:pt x="258604" y="243459"/>
                  <a:pt x="241078" y="243459"/>
                </a:cubicBezTo>
                <a:lnTo>
                  <a:pt x="89535" y="243459"/>
                </a:lnTo>
                <a:cubicBezTo>
                  <a:pt x="72104" y="243459"/>
                  <a:pt x="57722" y="230600"/>
                  <a:pt x="57722" y="214789"/>
                </a:cubicBezTo>
                <a:lnTo>
                  <a:pt x="57722" y="62960"/>
                </a:lnTo>
                <a:close/>
              </a:path>
            </a:pathLst>
          </a:custGeom>
          <a:solidFill>
            <a:srgbClr val="FFFFFF">
              <a:alpha val="352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9"/>
          <p:cNvPicPr preferRelativeResize="0"/>
          <p:nvPr/>
        </p:nvPicPr>
        <p:blipFill rotWithShape="1">
          <a:blip r:embed="rId2">
            <a:alphaModFix amt="18000"/>
          </a:blip>
          <a:srcRect t="9" b="19"/>
          <a:stretch/>
        </p:blipFill>
        <p:spPr>
          <a:xfrm>
            <a:off x="0" y="0"/>
            <a:ext cx="9144002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1" name="Google Shape;71;p9"/>
          <p:cNvGrpSpPr/>
          <p:nvPr/>
        </p:nvGrpSpPr>
        <p:grpSpPr>
          <a:xfrm>
            <a:off x="302987" y="288516"/>
            <a:ext cx="8538026" cy="4566468"/>
            <a:chOff x="1298853" y="4144865"/>
            <a:chExt cx="3636452" cy="1944916"/>
          </a:xfrm>
        </p:grpSpPr>
        <p:sp>
          <p:nvSpPr>
            <p:cNvPr id="72" name="Google Shape;72;p9"/>
            <p:cNvSpPr/>
            <p:nvPr/>
          </p:nvSpPr>
          <p:spPr>
            <a:xfrm>
              <a:off x="4556060" y="4144865"/>
              <a:ext cx="379245" cy="379245"/>
            </a:xfrm>
            <a:custGeom>
              <a:avLst/>
              <a:gdLst/>
              <a:ahLst/>
              <a:cxnLst/>
              <a:rect l="l" t="t" r="r" b="b"/>
              <a:pathLst>
                <a:path w="379245" h="379245" extrusionOk="0">
                  <a:moveTo>
                    <a:pt x="379245" y="379245"/>
                  </a:moveTo>
                  <a:lnTo>
                    <a:pt x="379245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9"/>
            <p:cNvSpPr/>
            <p:nvPr/>
          </p:nvSpPr>
          <p:spPr>
            <a:xfrm>
              <a:off x="1298853" y="5710536"/>
              <a:ext cx="379245" cy="379245"/>
            </a:xfrm>
            <a:custGeom>
              <a:avLst/>
              <a:gdLst/>
              <a:ahLst/>
              <a:cxnLst/>
              <a:rect l="l" t="t" r="r" b="b"/>
              <a:pathLst>
                <a:path w="379245" h="379245" extrusionOk="0">
                  <a:moveTo>
                    <a:pt x="0" y="0"/>
                  </a:moveTo>
                  <a:lnTo>
                    <a:pt x="0" y="379246"/>
                  </a:lnTo>
                  <a:lnTo>
                    <a:pt x="379246" y="379246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9"/>
          <p:cNvGrpSpPr/>
          <p:nvPr/>
        </p:nvGrpSpPr>
        <p:grpSpPr>
          <a:xfrm>
            <a:off x="-2555457" y="-1278102"/>
            <a:ext cx="14447967" cy="7926376"/>
            <a:chOff x="-2555457" y="-1278102"/>
            <a:chExt cx="14447967" cy="7926376"/>
          </a:xfrm>
        </p:grpSpPr>
        <p:sp>
          <p:nvSpPr>
            <p:cNvPr id="75" name="Google Shape;75;p9"/>
            <p:cNvSpPr/>
            <p:nvPr/>
          </p:nvSpPr>
          <p:spPr>
            <a:xfrm rot="-904847">
              <a:off x="2467151" y="4424283"/>
              <a:ext cx="9457050" cy="1011031"/>
            </a:xfrm>
            <a:custGeom>
              <a:avLst/>
              <a:gdLst/>
              <a:ahLst/>
              <a:cxnLst/>
              <a:rect l="l" t="t" r="r" b="b"/>
              <a:pathLst>
                <a:path w="10935747" h="1165860" extrusionOk="0">
                  <a:moveTo>
                    <a:pt x="5467826" y="0"/>
                  </a:moveTo>
                  <a:lnTo>
                    <a:pt x="0" y="0"/>
                  </a:lnTo>
                  <a:lnTo>
                    <a:pt x="0" y="1165860"/>
                  </a:lnTo>
                  <a:lnTo>
                    <a:pt x="10935748" y="1165860"/>
                  </a:lnTo>
                  <a:lnTo>
                    <a:pt x="10935748" y="0"/>
                  </a:lnTo>
                  <a:lnTo>
                    <a:pt x="5467922" y="0"/>
                  </a:lnTo>
                  <a:close/>
                  <a:moveTo>
                    <a:pt x="10672572" y="57245"/>
                  </a:moveTo>
                  <a:cubicBezTo>
                    <a:pt x="10672572" y="42958"/>
                    <a:pt x="10687336" y="31242"/>
                    <a:pt x="10705434" y="31242"/>
                  </a:cubicBezTo>
                  <a:lnTo>
                    <a:pt x="10862310" y="31242"/>
                  </a:lnTo>
                  <a:cubicBezTo>
                    <a:pt x="10880408" y="31242"/>
                    <a:pt x="10895171" y="42958"/>
                    <a:pt x="10895171" y="57245"/>
                  </a:cubicBezTo>
                  <a:lnTo>
                    <a:pt x="10895171" y="195072"/>
                  </a:lnTo>
                  <a:cubicBezTo>
                    <a:pt x="10895171" y="209360"/>
                    <a:pt x="10880408" y="221075"/>
                    <a:pt x="10862310" y="221075"/>
                  </a:cubicBezTo>
                  <a:lnTo>
                    <a:pt x="10705434" y="221075"/>
                  </a:lnTo>
                  <a:cubicBezTo>
                    <a:pt x="10687336" y="221075"/>
                    <a:pt x="10672572" y="209360"/>
                    <a:pt x="10672572" y="195072"/>
                  </a:cubicBezTo>
                  <a:lnTo>
                    <a:pt x="10672572" y="57245"/>
                  </a:lnTo>
                  <a:close/>
                  <a:moveTo>
                    <a:pt x="10386726" y="57245"/>
                  </a:moveTo>
                  <a:cubicBezTo>
                    <a:pt x="10386726" y="42958"/>
                    <a:pt x="10401491" y="31242"/>
                    <a:pt x="10419588" y="31242"/>
                  </a:cubicBezTo>
                  <a:lnTo>
                    <a:pt x="10576465" y="31242"/>
                  </a:lnTo>
                  <a:cubicBezTo>
                    <a:pt x="10594563" y="31242"/>
                    <a:pt x="10609326" y="42958"/>
                    <a:pt x="10609326" y="57245"/>
                  </a:cubicBezTo>
                  <a:lnTo>
                    <a:pt x="10609326" y="195072"/>
                  </a:lnTo>
                  <a:cubicBezTo>
                    <a:pt x="10609326" y="209360"/>
                    <a:pt x="10594563" y="221075"/>
                    <a:pt x="10576465" y="221075"/>
                  </a:cubicBezTo>
                  <a:lnTo>
                    <a:pt x="10419588" y="221075"/>
                  </a:lnTo>
                  <a:cubicBezTo>
                    <a:pt x="10401491" y="221075"/>
                    <a:pt x="10386726" y="209360"/>
                    <a:pt x="10386726" y="195072"/>
                  </a:cubicBezTo>
                  <a:lnTo>
                    <a:pt x="10386726" y="57245"/>
                  </a:lnTo>
                  <a:close/>
                  <a:moveTo>
                    <a:pt x="10100881" y="57245"/>
                  </a:moveTo>
                  <a:cubicBezTo>
                    <a:pt x="10100881" y="42958"/>
                    <a:pt x="10115645" y="31242"/>
                    <a:pt x="10133743" y="31242"/>
                  </a:cubicBezTo>
                  <a:lnTo>
                    <a:pt x="10290620" y="31242"/>
                  </a:lnTo>
                  <a:cubicBezTo>
                    <a:pt x="10308717" y="31242"/>
                    <a:pt x="10323480" y="42958"/>
                    <a:pt x="10323480" y="57245"/>
                  </a:cubicBezTo>
                  <a:lnTo>
                    <a:pt x="10323480" y="195072"/>
                  </a:lnTo>
                  <a:cubicBezTo>
                    <a:pt x="10323480" y="209360"/>
                    <a:pt x="10308717" y="221075"/>
                    <a:pt x="10290620" y="221075"/>
                  </a:cubicBezTo>
                  <a:lnTo>
                    <a:pt x="10133743" y="221075"/>
                  </a:lnTo>
                  <a:cubicBezTo>
                    <a:pt x="10115645" y="221075"/>
                    <a:pt x="10100881" y="209360"/>
                    <a:pt x="10100881" y="195072"/>
                  </a:cubicBezTo>
                  <a:lnTo>
                    <a:pt x="10100881" y="57245"/>
                  </a:lnTo>
                  <a:close/>
                  <a:moveTo>
                    <a:pt x="9815036" y="57245"/>
                  </a:moveTo>
                  <a:cubicBezTo>
                    <a:pt x="9815036" y="42958"/>
                    <a:pt x="9829800" y="31242"/>
                    <a:pt x="9847898" y="31242"/>
                  </a:cubicBezTo>
                  <a:lnTo>
                    <a:pt x="10004774" y="31242"/>
                  </a:lnTo>
                  <a:cubicBezTo>
                    <a:pt x="10022872" y="31242"/>
                    <a:pt x="10037635" y="42958"/>
                    <a:pt x="10037635" y="57245"/>
                  </a:cubicBezTo>
                  <a:lnTo>
                    <a:pt x="10037635" y="195072"/>
                  </a:lnTo>
                  <a:cubicBezTo>
                    <a:pt x="10037635" y="209360"/>
                    <a:pt x="10022872" y="221075"/>
                    <a:pt x="10004774" y="221075"/>
                  </a:cubicBezTo>
                  <a:lnTo>
                    <a:pt x="9847898" y="221075"/>
                  </a:lnTo>
                  <a:cubicBezTo>
                    <a:pt x="9829800" y="221075"/>
                    <a:pt x="9815036" y="209360"/>
                    <a:pt x="9815036" y="195072"/>
                  </a:cubicBezTo>
                  <a:lnTo>
                    <a:pt x="9815036" y="57245"/>
                  </a:lnTo>
                  <a:close/>
                  <a:moveTo>
                    <a:pt x="9529191" y="57245"/>
                  </a:moveTo>
                  <a:cubicBezTo>
                    <a:pt x="9529191" y="42958"/>
                    <a:pt x="9543955" y="31242"/>
                    <a:pt x="9562052" y="31242"/>
                  </a:cubicBezTo>
                  <a:lnTo>
                    <a:pt x="9718929" y="31242"/>
                  </a:lnTo>
                  <a:cubicBezTo>
                    <a:pt x="9737027" y="31242"/>
                    <a:pt x="9751790" y="42958"/>
                    <a:pt x="9751790" y="57245"/>
                  </a:cubicBezTo>
                  <a:lnTo>
                    <a:pt x="9751790" y="195072"/>
                  </a:lnTo>
                  <a:cubicBezTo>
                    <a:pt x="9751790" y="209360"/>
                    <a:pt x="9737027" y="221075"/>
                    <a:pt x="9718929" y="221075"/>
                  </a:cubicBezTo>
                  <a:lnTo>
                    <a:pt x="9562052" y="221075"/>
                  </a:lnTo>
                  <a:cubicBezTo>
                    <a:pt x="9543955" y="221075"/>
                    <a:pt x="9529191" y="209360"/>
                    <a:pt x="9529191" y="195072"/>
                  </a:cubicBezTo>
                  <a:lnTo>
                    <a:pt x="9529191" y="57245"/>
                  </a:lnTo>
                  <a:close/>
                  <a:moveTo>
                    <a:pt x="9243346" y="57245"/>
                  </a:moveTo>
                  <a:cubicBezTo>
                    <a:pt x="9243346" y="42958"/>
                    <a:pt x="9258109" y="31242"/>
                    <a:pt x="9276207" y="31242"/>
                  </a:cubicBezTo>
                  <a:lnTo>
                    <a:pt x="9433084" y="31242"/>
                  </a:lnTo>
                  <a:cubicBezTo>
                    <a:pt x="9451181" y="31242"/>
                    <a:pt x="9465945" y="42958"/>
                    <a:pt x="9465945" y="57245"/>
                  </a:cubicBezTo>
                  <a:lnTo>
                    <a:pt x="9465945" y="195072"/>
                  </a:lnTo>
                  <a:cubicBezTo>
                    <a:pt x="9465945" y="209360"/>
                    <a:pt x="9451181" y="221075"/>
                    <a:pt x="9433084" y="221075"/>
                  </a:cubicBezTo>
                  <a:lnTo>
                    <a:pt x="9276207" y="221075"/>
                  </a:lnTo>
                  <a:cubicBezTo>
                    <a:pt x="9258109" y="221075"/>
                    <a:pt x="9243346" y="209360"/>
                    <a:pt x="9243346" y="195072"/>
                  </a:cubicBezTo>
                  <a:lnTo>
                    <a:pt x="9243346" y="57245"/>
                  </a:lnTo>
                  <a:close/>
                  <a:moveTo>
                    <a:pt x="8957500" y="57245"/>
                  </a:moveTo>
                  <a:cubicBezTo>
                    <a:pt x="8957500" y="42958"/>
                    <a:pt x="8972264" y="31242"/>
                    <a:pt x="8990362" y="31242"/>
                  </a:cubicBezTo>
                  <a:lnTo>
                    <a:pt x="9147239" y="31242"/>
                  </a:lnTo>
                  <a:cubicBezTo>
                    <a:pt x="9165336" y="31242"/>
                    <a:pt x="9180100" y="42958"/>
                    <a:pt x="9180100" y="57245"/>
                  </a:cubicBezTo>
                  <a:lnTo>
                    <a:pt x="9180100" y="195072"/>
                  </a:lnTo>
                  <a:cubicBezTo>
                    <a:pt x="9180100" y="209360"/>
                    <a:pt x="9165336" y="221075"/>
                    <a:pt x="9147239" y="221075"/>
                  </a:cubicBezTo>
                  <a:lnTo>
                    <a:pt x="8990362" y="221075"/>
                  </a:lnTo>
                  <a:cubicBezTo>
                    <a:pt x="8972264" y="221075"/>
                    <a:pt x="8957500" y="209360"/>
                    <a:pt x="8957500" y="195072"/>
                  </a:cubicBezTo>
                  <a:lnTo>
                    <a:pt x="8957500" y="57245"/>
                  </a:lnTo>
                  <a:close/>
                  <a:moveTo>
                    <a:pt x="8671655" y="57245"/>
                  </a:moveTo>
                  <a:cubicBezTo>
                    <a:pt x="8671655" y="42958"/>
                    <a:pt x="8686419" y="31242"/>
                    <a:pt x="8704516" y="31242"/>
                  </a:cubicBezTo>
                  <a:lnTo>
                    <a:pt x="8861393" y="31242"/>
                  </a:lnTo>
                  <a:cubicBezTo>
                    <a:pt x="8879491" y="31242"/>
                    <a:pt x="8894255" y="42958"/>
                    <a:pt x="8894255" y="57245"/>
                  </a:cubicBezTo>
                  <a:lnTo>
                    <a:pt x="8894255" y="195072"/>
                  </a:lnTo>
                  <a:cubicBezTo>
                    <a:pt x="8894255" y="209360"/>
                    <a:pt x="8879491" y="221075"/>
                    <a:pt x="8861393" y="221075"/>
                  </a:cubicBezTo>
                  <a:lnTo>
                    <a:pt x="8704516" y="221075"/>
                  </a:lnTo>
                  <a:cubicBezTo>
                    <a:pt x="8686419" y="221075"/>
                    <a:pt x="8671655" y="209360"/>
                    <a:pt x="8671655" y="195072"/>
                  </a:cubicBezTo>
                  <a:lnTo>
                    <a:pt x="8671655" y="57245"/>
                  </a:lnTo>
                  <a:close/>
                  <a:moveTo>
                    <a:pt x="8385810" y="57245"/>
                  </a:moveTo>
                  <a:cubicBezTo>
                    <a:pt x="8385810" y="42958"/>
                    <a:pt x="8400574" y="31242"/>
                    <a:pt x="8418671" y="31242"/>
                  </a:cubicBezTo>
                  <a:lnTo>
                    <a:pt x="8575548" y="31242"/>
                  </a:lnTo>
                  <a:cubicBezTo>
                    <a:pt x="8593645" y="31242"/>
                    <a:pt x="8608409" y="42958"/>
                    <a:pt x="8608409" y="57245"/>
                  </a:cubicBezTo>
                  <a:lnTo>
                    <a:pt x="8608409" y="195072"/>
                  </a:lnTo>
                  <a:cubicBezTo>
                    <a:pt x="8608409" y="209360"/>
                    <a:pt x="8593645" y="221075"/>
                    <a:pt x="8575548" y="221075"/>
                  </a:cubicBezTo>
                  <a:lnTo>
                    <a:pt x="8418671" y="221075"/>
                  </a:lnTo>
                  <a:cubicBezTo>
                    <a:pt x="8400574" y="221075"/>
                    <a:pt x="8385810" y="209360"/>
                    <a:pt x="8385810" y="195072"/>
                  </a:cubicBezTo>
                  <a:lnTo>
                    <a:pt x="8385810" y="57245"/>
                  </a:lnTo>
                  <a:close/>
                  <a:moveTo>
                    <a:pt x="8099965" y="57245"/>
                  </a:moveTo>
                  <a:cubicBezTo>
                    <a:pt x="8099965" y="42958"/>
                    <a:pt x="8114729" y="31242"/>
                    <a:pt x="8132827" y="31242"/>
                  </a:cubicBezTo>
                  <a:lnTo>
                    <a:pt x="8289703" y="31242"/>
                  </a:lnTo>
                  <a:cubicBezTo>
                    <a:pt x="8307801" y="31242"/>
                    <a:pt x="8322564" y="42958"/>
                    <a:pt x="8322564" y="57245"/>
                  </a:cubicBezTo>
                  <a:lnTo>
                    <a:pt x="8322564" y="195072"/>
                  </a:lnTo>
                  <a:cubicBezTo>
                    <a:pt x="8322564" y="209360"/>
                    <a:pt x="8307801" y="221075"/>
                    <a:pt x="8289703" y="221075"/>
                  </a:cubicBezTo>
                  <a:lnTo>
                    <a:pt x="8132827" y="221075"/>
                  </a:lnTo>
                  <a:cubicBezTo>
                    <a:pt x="8114729" y="221075"/>
                    <a:pt x="8099965" y="209360"/>
                    <a:pt x="8099965" y="195072"/>
                  </a:cubicBezTo>
                  <a:lnTo>
                    <a:pt x="8099965" y="57245"/>
                  </a:lnTo>
                  <a:close/>
                  <a:moveTo>
                    <a:pt x="7814120" y="57245"/>
                  </a:moveTo>
                  <a:cubicBezTo>
                    <a:pt x="7814120" y="42958"/>
                    <a:pt x="7828883" y="31242"/>
                    <a:pt x="7846981" y="31242"/>
                  </a:cubicBezTo>
                  <a:lnTo>
                    <a:pt x="8003858" y="31242"/>
                  </a:lnTo>
                  <a:cubicBezTo>
                    <a:pt x="8021955" y="31242"/>
                    <a:pt x="8036719" y="42958"/>
                    <a:pt x="8036719" y="57245"/>
                  </a:cubicBezTo>
                  <a:lnTo>
                    <a:pt x="8036719" y="195072"/>
                  </a:lnTo>
                  <a:cubicBezTo>
                    <a:pt x="8036719" y="209360"/>
                    <a:pt x="8021955" y="221075"/>
                    <a:pt x="8003858" y="221075"/>
                  </a:cubicBezTo>
                  <a:lnTo>
                    <a:pt x="7846981" y="221075"/>
                  </a:lnTo>
                  <a:cubicBezTo>
                    <a:pt x="7828883" y="221075"/>
                    <a:pt x="7814120" y="209360"/>
                    <a:pt x="7814120" y="195072"/>
                  </a:cubicBezTo>
                  <a:lnTo>
                    <a:pt x="7814120" y="57245"/>
                  </a:lnTo>
                  <a:close/>
                  <a:moveTo>
                    <a:pt x="7528274" y="57245"/>
                  </a:moveTo>
                  <a:cubicBezTo>
                    <a:pt x="7528274" y="42958"/>
                    <a:pt x="7543038" y="31242"/>
                    <a:pt x="7561136" y="31242"/>
                  </a:cubicBezTo>
                  <a:lnTo>
                    <a:pt x="7718012" y="31242"/>
                  </a:lnTo>
                  <a:cubicBezTo>
                    <a:pt x="7736110" y="31242"/>
                    <a:pt x="7750874" y="42958"/>
                    <a:pt x="7750874" y="57245"/>
                  </a:cubicBezTo>
                  <a:lnTo>
                    <a:pt x="7750874" y="195072"/>
                  </a:lnTo>
                  <a:cubicBezTo>
                    <a:pt x="7750874" y="209360"/>
                    <a:pt x="7736110" y="221075"/>
                    <a:pt x="7718012" y="221075"/>
                  </a:cubicBezTo>
                  <a:lnTo>
                    <a:pt x="7561136" y="221075"/>
                  </a:lnTo>
                  <a:cubicBezTo>
                    <a:pt x="7543038" y="221075"/>
                    <a:pt x="7528274" y="209360"/>
                    <a:pt x="7528274" y="195072"/>
                  </a:cubicBezTo>
                  <a:lnTo>
                    <a:pt x="7528274" y="57245"/>
                  </a:lnTo>
                  <a:close/>
                  <a:moveTo>
                    <a:pt x="7242429" y="57245"/>
                  </a:moveTo>
                  <a:cubicBezTo>
                    <a:pt x="7242429" y="42958"/>
                    <a:pt x="7257193" y="31242"/>
                    <a:pt x="7275290" y="31242"/>
                  </a:cubicBezTo>
                  <a:lnTo>
                    <a:pt x="7432168" y="31242"/>
                  </a:lnTo>
                  <a:cubicBezTo>
                    <a:pt x="7450265" y="31242"/>
                    <a:pt x="7465028" y="42958"/>
                    <a:pt x="7465028" y="57245"/>
                  </a:cubicBezTo>
                  <a:lnTo>
                    <a:pt x="7465028" y="195072"/>
                  </a:lnTo>
                  <a:cubicBezTo>
                    <a:pt x="7465028" y="209360"/>
                    <a:pt x="7450265" y="221075"/>
                    <a:pt x="7432168" y="221075"/>
                  </a:cubicBezTo>
                  <a:lnTo>
                    <a:pt x="7275290" y="221075"/>
                  </a:lnTo>
                  <a:cubicBezTo>
                    <a:pt x="7257193" y="221075"/>
                    <a:pt x="7242429" y="209360"/>
                    <a:pt x="7242429" y="195072"/>
                  </a:cubicBezTo>
                  <a:lnTo>
                    <a:pt x="7242429" y="57245"/>
                  </a:lnTo>
                  <a:close/>
                  <a:moveTo>
                    <a:pt x="6956584" y="57245"/>
                  </a:moveTo>
                  <a:cubicBezTo>
                    <a:pt x="6956584" y="42958"/>
                    <a:pt x="6971348" y="31242"/>
                    <a:pt x="6989445" y="31242"/>
                  </a:cubicBezTo>
                  <a:lnTo>
                    <a:pt x="7146322" y="31242"/>
                  </a:lnTo>
                  <a:cubicBezTo>
                    <a:pt x="7164419" y="31242"/>
                    <a:pt x="7179183" y="42958"/>
                    <a:pt x="7179183" y="57245"/>
                  </a:cubicBezTo>
                  <a:lnTo>
                    <a:pt x="7179183" y="195072"/>
                  </a:lnTo>
                  <a:cubicBezTo>
                    <a:pt x="7179183" y="209360"/>
                    <a:pt x="7164419" y="221075"/>
                    <a:pt x="7146322" y="221075"/>
                  </a:cubicBezTo>
                  <a:lnTo>
                    <a:pt x="6989445" y="221075"/>
                  </a:lnTo>
                  <a:cubicBezTo>
                    <a:pt x="6971348" y="221075"/>
                    <a:pt x="6956584" y="209360"/>
                    <a:pt x="6956584" y="195072"/>
                  </a:cubicBezTo>
                  <a:lnTo>
                    <a:pt x="6956584" y="57245"/>
                  </a:lnTo>
                  <a:close/>
                  <a:moveTo>
                    <a:pt x="6670739" y="57245"/>
                  </a:moveTo>
                  <a:cubicBezTo>
                    <a:pt x="6670739" y="42958"/>
                    <a:pt x="6685503" y="31242"/>
                    <a:pt x="6703600" y="31242"/>
                  </a:cubicBezTo>
                  <a:lnTo>
                    <a:pt x="6860477" y="31242"/>
                  </a:lnTo>
                  <a:cubicBezTo>
                    <a:pt x="6878574" y="31242"/>
                    <a:pt x="6893338" y="42958"/>
                    <a:pt x="6893338" y="57245"/>
                  </a:cubicBezTo>
                  <a:lnTo>
                    <a:pt x="6893338" y="195072"/>
                  </a:lnTo>
                  <a:cubicBezTo>
                    <a:pt x="6893338" y="209360"/>
                    <a:pt x="6878574" y="221075"/>
                    <a:pt x="6860477" y="221075"/>
                  </a:cubicBezTo>
                  <a:lnTo>
                    <a:pt x="6703600" y="221075"/>
                  </a:lnTo>
                  <a:cubicBezTo>
                    <a:pt x="6685503" y="221075"/>
                    <a:pt x="6670739" y="209360"/>
                    <a:pt x="6670739" y="195072"/>
                  </a:cubicBezTo>
                  <a:lnTo>
                    <a:pt x="6670739" y="57245"/>
                  </a:lnTo>
                  <a:close/>
                  <a:moveTo>
                    <a:pt x="6384894" y="57245"/>
                  </a:moveTo>
                  <a:cubicBezTo>
                    <a:pt x="6384894" y="42958"/>
                    <a:pt x="6399657" y="31242"/>
                    <a:pt x="6417755" y="31242"/>
                  </a:cubicBezTo>
                  <a:lnTo>
                    <a:pt x="6574631" y="31242"/>
                  </a:lnTo>
                  <a:cubicBezTo>
                    <a:pt x="6592729" y="31242"/>
                    <a:pt x="6607493" y="42958"/>
                    <a:pt x="6607493" y="57245"/>
                  </a:cubicBezTo>
                  <a:lnTo>
                    <a:pt x="6607493" y="195072"/>
                  </a:lnTo>
                  <a:cubicBezTo>
                    <a:pt x="6607493" y="209360"/>
                    <a:pt x="6592729" y="221075"/>
                    <a:pt x="6574631" y="221075"/>
                  </a:cubicBezTo>
                  <a:lnTo>
                    <a:pt x="6417755" y="221075"/>
                  </a:lnTo>
                  <a:cubicBezTo>
                    <a:pt x="6399657" y="221075"/>
                    <a:pt x="6384894" y="209360"/>
                    <a:pt x="6384894" y="195072"/>
                  </a:cubicBezTo>
                  <a:lnTo>
                    <a:pt x="6384894" y="57245"/>
                  </a:lnTo>
                  <a:close/>
                  <a:moveTo>
                    <a:pt x="6099048" y="57245"/>
                  </a:moveTo>
                  <a:cubicBezTo>
                    <a:pt x="6099048" y="42958"/>
                    <a:pt x="6113812" y="31242"/>
                    <a:pt x="6131910" y="31242"/>
                  </a:cubicBezTo>
                  <a:lnTo>
                    <a:pt x="6288786" y="31242"/>
                  </a:lnTo>
                  <a:cubicBezTo>
                    <a:pt x="6306884" y="31242"/>
                    <a:pt x="6321648" y="42958"/>
                    <a:pt x="6321648" y="57245"/>
                  </a:cubicBezTo>
                  <a:lnTo>
                    <a:pt x="6321648" y="195072"/>
                  </a:lnTo>
                  <a:cubicBezTo>
                    <a:pt x="6321648" y="209360"/>
                    <a:pt x="6306884" y="221075"/>
                    <a:pt x="6288786" y="221075"/>
                  </a:cubicBezTo>
                  <a:lnTo>
                    <a:pt x="6131910" y="221075"/>
                  </a:lnTo>
                  <a:cubicBezTo>
                    <a:pt x="6113812" y="221075"/>
                    <a:pt x="6099048" y="209360"/>
                    <a:pt x="6099048" y="195072"/>
                  </a:cubicBezTo>
                  <a:lnTo>
                    <a:pt x="6099048" y="57245"/>
                  </a:lnTo>
                  <a:close/>
                  <a:moveTo>
                    <a:pt x="5813203" y="57245"/>
                  </a:moveTo>
                  <a:cubicBezTo>
                    <a:pt x="5813203" y="42958"/>
                    <a:pt x="5827967" y="31242"/>
                    <a:pt x="5846064" y="31242"/>
                  </a:cubicBezTo>
                  <a:lnTo>
                    <a:pt x="6002941" y="31242"/>
                  </a:lnTo>
                  <a:cubicBezTo>
                    <a:pt x="6021039" y="31242"/>
                    <a:pt x="6035802" y="42958"/>
                    <a:pt x="6035802" y="57245"/>
                  </a:cubicBezTo>
                  <a:lnTo>
                    <a:pt x="6035802" y="195072"/>
                  </a:lnTo>
                  <a:cubicBezTo>
                    <a:pt x="6035802" y="209360"/>
                    <a:pt x="6021039" y="221075"/>
                    <a:pt x="6002941" y="221075"/>
                  </a:cubicBezTo>
                  <a:lnTo>
                    <a:pt x="5846064" y="221075"/>
                  </a:lnTo>
                  <a:cubicBezTo>
                    <a:pt x="5827967" y="221075"/>
                    <a:pt x="5813203" y="209360"/>
                    <a:pt x="5813203" y="195072"/>
                  </a:cubicBezTo>
                  <a:lnTo>
                    <a:pt x="5813203" y="57245"/>
                  </a:lnTo>
                  <a:close/>
                  <a:moveTo>
                    <a:pt x="5527358" y="57245"/>
                  </a:moveTo>
                  <a:cubicBezTo>
                    <a:pt x="5527358" y="42958"/>
                    <a:pt x="5542121" y="31242"/>
                    <a:pt x="5560219" y="31242"/>
                  </a:cubicBezTo>
                  <a:lnTo>
                    <a:pt x="5717095" y="31242"/>
                  </a:lnTo>
                  <a:cubicBezTo>
                    <a:pt x="5735193" y="31242"/>
                    <a:pt x="5749957" y="42958"/>
                    <a:pt x="5749957" y="57245"/>
                  </a:cubicBezTo>
                  <a:lnTo>
                    <a:pt x="5749957" y="195072"/>
                  </a:lnTo>
                  <a:cubicBezTo>
                    <a:pt x="5749957" y="209360"/>
                    <a:pt x="5735193" y="221075"/>
                    <a:pt x="5717095" y="221075"/>
                  </a:cubicBezTo>
                  <a:lnTo>
                    <a:pt x="5560219" y="221075"/>
                  </a:lnTo>
                  <a:cubicBezTo>
                    <a:pt x="5542121" y="221075"/>
                    <a:pt x="5527358" y="209360"/>
                    <a:pt x="5527358" y="195072"/>
                  </a:cubicBezTo>
                  <a:lnTo>
                    <a:pt x="5527358" y="57245"/>
                  </a:lnTo>
                  <a:close/>
                  <a:moveTo>
                    <a:pt x="5204555" y="57245"/>
                  </a:moveTo>
                  <a:cubicBezTo>
                    <a:pt x="5204555" y="42958"/>
                    <a:pt x="5219319" y="31242"/>
                    <a:pt x="5237417" y="31242"/>
                  </a:cubicBezTo>
                  <a:lnTo>
                    <a:pt x="5394294" y="31242"/>
                  </a:lnTo>
                  <a:cubicBezTo>
                    <a:pt x="5412391" y="31242"/>
                    <a:pt x="5427155" y="42958"/>
                    <a:pt x="5427155" y="57245"/>
                  </a:cubicBezTo>
                  <a:lnTo>
                    <a:pt x="5427155" y="195072"/>
                  </a:lnTo>
                  <a:cubicBezTo>
                    <a:pt x="5427155" y="209360"/>
                    <a:pt x="5412391" y="221075"/>
                    <a:pt x="5394294" y="221075"/>
                  </a:cubicBezTo>
                  <a:lnTo>
                    <a:pt x="5237417" y="221075"/>
                  </a:lnTo>
                  <a:cubicBezTo>
                    <a:pt x="5219319" y="221075"/>
                    <a:pt x="5204555" y="209360"/>
                    <a:pt x="5204555" y="195072"/>
                  </a:cubicBezTo>
                  <a:lnTo>
                    <a:pt x="5204555" y="57245"/>
                  </a:lnTo>
                  <a:close/>
                  <a:moveTo>
                    <a:pt x="4918710" y="57245"/>
                  </a:moveTo>
                  <a:cubicBezTo>
                    <a:pt x="4918710" y="42958"/>
                    <a:pt x="4933474" y="31242"/>
                    <a:pt x="4951571" y="31242"/>
                  </a:cubicBezTo>
                  <a:lnTo>
                    <a:pt x="5108448" y="31242"/>
                  </a:lnTo>
                  <a:cubicBezTo>
                    <a:pt x="5126545" y="31242"/>
                    <a:pt x="5141310" y="42958"/>
                    <a:pt x="5141310" y="57245"/>
                  </a:cubicBezTo>
                  <a:lnTo>
                    <a:pt x="5141310" y="195072"/>
                  </a:lnTo>
                  <a:cubicBezTo>
                    <a:pt x="5141310" y="209360"/>
                    <a:pt x="5126545" y="221075"/>
                    <a:pt x="5108448" y="221075"/>
                  </a:cubicBezTo>
                  <a:lnTo>
                    <a:pt x="4951571" y="221075"/>
                  </a:lnTo>
                  <a:cubicBezTo>
                    <a:pt x="4933474" y="221075"/>
                    <a:pt x="4918710" y="209360"/>
                    <a:pt x="4918710" y="195072"/>
                  </a:cubicBezTo>
                  <a:lnTo>
                    <a:pt x="4918710" y="57245"/>
                  </a:lnTo>
                  <a:close/>
                  <a:moveTo>
                    <a:pt x="4632865" y="57245"/>
                  </a:moveTo>
                  <a:cubicBezTo>
                    <a:pt x="4632865" y="42958"/>
                    <a:pt x="4647629" y="31242"/>
                    <a:pt x="4665726" y="31242"/>
                  </a:cubicBezTo>
                  <a:lnTo>
                    <a:pt x="4822603" y="31242"/>
                  </a:lnTo>
                  <a:cubicBezTo>
                    <a:pt x="4840700" y="31242"/>
                    <a:pt x="4855464" y="42958"/>
                    <a:pt x="4855464" y="57245"/>
                  </a:cubicBezTo>
                  <a:lnTo>
                    <a:pt x="4855464" y="195072"/>
                  </a:lnTo>
                  <a:cubicBezTo>
                    <a:pt x="4855464" y="209360"/>
                    <a:pt x="4840700" y="221075"/>
                    <a:pt x="4822603" y="221075"/>
                  </a:cubicBezTo>
                  <a:lnTo>
                    <a:pt x="4665726" y="221075"/>
                  </a:lnTo>
                  <a:cubicBezTo>
                    <a:pt x="4647629" y="221075"/>
                    <a:pt x="4632865" y="209360"/>
                    <a:pt x="4632865" y="195072"/>
                  </a:cubicBezTo>
                  <a:lnTo>
                    <a:pt x="4632865" y="57245"/>
                  </a:lnTo>
                  <a:close/>
                  <a:moveTo>
                    <a:pt x="4347020" y="57245"/>
                  </a:moveTo>
                  <a:cubicBezTo>
                    <a:pt x="4347020" y="42958"/>
                    <a:pt x="4361783" y="31242"/>
                    <a:pt x="4379881" y="31242"/>
                  </a:cubicBezTo>
                  <a:lnTo>
                    <a:pt x="4536758" y="31242"/>
                  </a:lnTo>
                  <a:cubicBezTo>
                    <a:pt x="4554855" y="31242"/>
                    <a:pt x="4569619" y="42958"/>
                    <a:pt x="4569619" y="57245"/>
                  </a:cubicBezTo>
                  <a:lnTo>
                    <a:pt x="4569619" y="195072"/>
                  </a:lnTo>
                  <a:cubicBezTo>
                    <a:pt x="4569619" y="209360"/>
                    <a:pt x="4554855" y="221075"/>
                    <a:pt x="4536758" y="221075"/>
                  </a:cubicBezTo>
                  <a:lnTo>
                    <a:pt x="4379881" y="221075"/>
                  </a:lnTo>
                  <a:cubicBezTo>
                    <a:pt x="4361783" y="221075"/>
                    <a:pt x="4347020" y="209360"/>
                    <a:pt x="4347020" y="195072"/>
                  </a:cubicBezTo>
                  <a:lnTo>
                    <a:pt x="4347020" y="57245"/>
                  </a:lnTo>
                  <a:close/>
                  <a:moveTo>
                    <a:pt x="4061174" y="57245"/>
                  </a:moveTo>
                  <a:cubicBezTo>
                    <a:pt x="4061174" y="42958"/>
                    <a:pt x="4075938" y="31242"/>
                    <a:pt x="4094036" y="31242"/>
                  </a:cubicBezTo>
                  <a:lnTo>
                    <a:pt x="4250913" y="31242"/>
                  </a:lnTo>
                  <a:cubicBezTo>
                    <a:pt x="4269010" y="31242"/>
                    <a:pt x="4283774" y="42958"/>
                    <a:pt x="4283774" y="57245"/>
                  </a:cubicBezTo>
                  <a:lnTo>
                    <a:pt x="4283774" y="195072"/>
                  </a:lnTo>
                  <a:cubicBezTo>
                    <a:pt x="4283774" y="209360"/>
                    <a:pt x="4269010" y="221075"/>
                    <a:pt x="4250913" y="221075"/>
                  </a:cubicBezTo>
                  <a:lnTo>
                    <a:pt x="4094036" y="221075"/>
                  </a:lnTo>
                  <a:cubicBezTo>
                    <a:pt x="4075938" y="221075"/>
                    <a:pt x="4061174" y="209360"/>
                    <a:pt x="4061174" y="195072"/>
                  </a:cubicBezTo>
                  <a:lnTo>
                    <a:pt x="4061174" y="57245"/>
                  </a:lnTo>
                  <a:close/>
                  <a:moveTo>
                    <a:pt x="3775329" y="57245"/>
                  </a:moveTo>
                  <a:cubicBezTo>
                    <a:pt x="3775329" y="42958"/>
                    <a:pt x="3790093" y="31242"/>
                    <a:pt x="3808190" y="31242"/>
                  </a:cubicBezTo>
                  <a:lnTo>
                    <a:pt x="3965067" y="31242"/>
                  </a:lnTo>
                  <a:cubicBezTo>
                    <a:pt x="3983165" y="31242"/>
                    <a:pt x="3997928" y="42958"/>
                    <a:pt x="3997928" y="57245"/>
                  </a:cubicBezTo>
                  <a:lnTo>
                    <a:pt x="3997928" y="195072"/>
                  </a:lnTo>
                  <a:cubicBezTo>
                    <a:pt x="3997928" y="209360"/>
                    <a:pt x="3983165" y="221075"/>
                    <a:pt x="3965067" y="221075"/>
                  </a:cubicBezTo>
                  <a:lnTo>
                    <a:pt x="3808190" y="221075"/>
                  </a:lnTo>
                  <a:cubicBezTo>
                    <a:pt x="3790093" y="221075"/>
                    <a:pt x="3775329" y="209360"/>
                    <a:pt x="3775329" y="195072"/>
                  </a:cubicBezTo>
                  <a:lnTo>
                    <a:pt x="3775329" y="57245"/>
                  </a:lnTo>
                  <a:close/>
                  <a:moveTo>
                    <a:pt x="3489484" y="57245"/>
                  </a:moveTo>
                  <a:cubicBezTo>
                    <a:pt x="3489484" y="42958"/>
                    <a:pt x="3504248" y="31242"/>
                    <a:pt x="3522345" y="31242"/>
                  </a:cubicBezTo>
                  <a:lnTo>
                    <a:pt x="3679222" y="31242"/>
                  </a:lnTo>
                  <a:cubicBezTo>
                    <a:pt x="3697320" y="31242"/>
                    <a:pt x="3712083" y="42958"/>
                    <a:pt x="3712083" y="57245"/>
                  </a:cubicBezTo>
                  <a:lnTo>
                    <a:pt x="3712083" y="195072"/>
                  </a:lnTo>
                  <a:cubicBezTo>
                    <a:pt x="3712083" y="209360"/>
                    <a:pt x="3697320" y="221075"/>
                    <a:pt x="3679222" y="221075"/>
                  </a:cubicBezTo>
                  <a:lnTo>
                    <a:pt x="3522345" y="221075"/>
                  </a:lnTo>
                  <a:cubicBezTo>
                    <a:pt x="3504248" y="221075"/>
                    <a:pt x="3489484" y="209360"/>
                    <a:pt x="3489484" y="195072"/>
                  </a:cubicBezTo>
                  <a:lnTo>
                    <a:pt x="3489484" y="57245"/>
                  </a:lnTo>
                  <a:close/>
                  <a:moveTo>
                    <a:pt x="3203639" y="57245"/>
                  </a:moveTo>
                  <a:cubicBezTo>
                    <a:pt x="3203639" y="42958"/>
                    <a:pt x="3218403" y="31242"/>
                    <a:pt x="3236500" y="31242"/>
                  </a:cubicBezTo>
                  <a:lnTo>
                    <a:pt x="3393377" y="31242"/>
                  </a:lnTo>
                  <a:cubicBezTo>
                    <a:pt x="3411474" y="31242"/>
                    <a:pt x="3426238" y="42958"/>
                    <a:pt x="3426238" y="57245"/>
                  </a:cubicBezTo>
                  <a:lnTo>
                    <a:pt x="3426238" y="195072"/>
                  </a:lnTo>
                  <a:cubicBezTo>
                    <a:pt x="3426238" y="209360"/>
                    <a:pt x="3411474" y="221075"/>
                    <a:pt x="3393377" y="221075"/>
                  </a:cubicBezTo>
                  <a:lnTo>
                    <a:pt x="3236500" y="221075"/>
                  </a:lnTo>
                  <a:cubicBezTo>
                    <a:pt x="3218403" y="221075"/>
                    <a:pt x="3203639" y="209360"/>
                    <a:pt x="3203639" y="195072"/>
                  </a:cubicBezTo>
                  <a:lnTo>
                    <a:pt x="3203639" y="57245"/>
                  </a:lnTo>
                  <a:close/>
                  <a:moveTo>
                    <a:pt x="2917793" y="57245"/>
                  </a:moveTo>
                  <a:cubicBezTo>
                    <a:pt x="2917793" y="42958"/>
                    <a:pt x="2932557" y="31242"/>
                    <a:pt x="2950655" y="31242"/>
                  </a:cubicBezTo>
                  <a:lnTo>
                    <a:pt x="3107531" y="31242"/>
                  </a:lnTo>
                  <a:cubicBezTo>
                    <a:pt x="3125629" y="31242"/>
                    <a:pt x="3140393" y="42958"/>
                    <a:pt x="3140393" y="57245"/>
                  </a:cubicBezTo>
                  <a:lnTo>
                    <a:pt x="3140393" y="195072"/>
                  </a:lnTo>
                  <a:cubicBezTo>
                    <a:pt x="3140393" y="209360"/>
                    <a:pt x="3125629" y="221075"/>
                    <a:pt x="3107531" y="221075"/>
                  </a:cubicBezTo>
                  <a:lnTo>
                    <a:pt x="2950655" y="221075"/>
                  </a:lnTo>
                  <a:cubicBezTo>
                    <a:pt x="2932557" y="221075"/>
                    <a:pt x="2917793" y="209360"/>
                    <a:pt x="2917793" y="195072"/>
                  </a:cubicBezTo>
                  <a:lnTo>
                    <a:pt x="2917793" y="57245"/>
                  </a:lnTo>
                  <a:close/>
                  <a:moveTo>
                    <a:pt x="2631948" y="57245"/>
                  </a:moveTo>
                  <a:cubicBezTo>
                    <a:pt x="2631948" y="42958"/>
                    <a:pt x="2646712" y="31242"/>
                    <a:pt x="2664809" y="31242"/>
                  </a:cubicBezTo>
                  <a:lnTo>
                    <a:pt x="2821686" y="31242"/>
                  </a:lnTo>
                  <a:cubicBezTo>
                    <a:pt x="2839784" y="31242"/>
                    <a:pt x="2854547" y="42958"/>
                    <a:pt x="2854547" y="57245"/>
                  </a:cubicBezTo>
                  <a:lnTo>
                    <a:pt x="2854547" y="195072"/>
                  </a:lnTo>
                  <a:cubicBezTo>
                    <a:pt x="2854547" y="209360"/>
                    <a:pt x="2839784" y="221075"/>
                    <a:pt x="2821686" y="221075"/>
                  </a:cubicBezTo>
                  <a:lnTo>
                    <a:pt x="2664809" y="221075"/>
                  </a:lnTo>
                  <a:cubicBezTo>
                    <a:pt x="2646712" y="221075"/>
                    <a:pt x="2631948" y="209360"/>
                    <a:pt x="2631948" y="195072"/>
                  </a:cubicBezTo>
                  <a:lnTo>
                    <a:pt x="2631948" y="57245"/>
                  </a:lnTo>
                  <a:close/>
                  <a:moveTo>
                    <a:pt x="2346103" y="57245"/>
                  </a:moveTo>
                  <a:cubicBezTo>
                    <a:pt x="2346103" y="42958"/>
                    <a:pt x="2360867" y="31242"/>
                    <a:pt x="2378964" y="31242"/>
                  </a:cubicBezTo>
                  <a:lnTo>
                    <a:pt x="2535841" y="31242"/>
                  </a:lnTo>
                  <a:cubicBezTo>
                    <a:pt x="2553938" y="31242"/>
                    <a:pt x="2568702" y="42958"/>
                    <a:pt x="2568702" y="57245"/>
                  </a:cubicBezTo>
                  <a:lnTo>
                    <a:pt x="2568702" y="195072"/>
                  </a:lnTo>
                  <a:cubicBezTo>
                    <a:pt x="2568702" y="209360"/>
                    <a:pt x="2553938" y="221075"/>
                    <a:pt x="2535841" y="221075"/>
                  </a:cubicBezTo>
                  <a:lnTo>
                    <a:pt x="2378964" y="221075"/>
                  </a:lnTo>
                  <a:cubicBezTo>
                    <a:pt x="2360867" y="221075"/>
                    <a:pt x="2346103" y="209360"/>
                    <a:pt x="2346103" y="195072"/>
                  </a:cubicBezTo>
                  <a:lnTo>
                    <a:pt x="2346103" y="57245"/>
                  </a:lnTo>
                  <a:close/>
                  <a:moveTo>
                    <a:pt x="2060258" y="57245"/>
                  </a:moveTo>
                  <a:cubicBezTo>
                    <a:pt x="2060258" y="42958"/>
                    <a:pt x="2075021" y="31242"/>
                    <a:pt x="2093119" y="31242"/>
                  </a:cubicBezTo>
                  <a:lnTo>
                    <a:pt x="2249996" y="31242"/>
                  </a:lnTo>
                  <a:cubicBezTo>
                    <a:pt x="2268093" y="31242"/>
                    <a:pt x="2282857" y="42958"/>
                    <a:pt x="2282857" y="57245"/>
                  </a:cubicBezTo>
                  <a:lnTo>
                    <a:pt x="2282857" y="195072"/>
                  </a:lnTo>
                  <a:cubicBezTo>
                    <a:pt x="2282857" y="209360"/>
                    <a:pt x="2268093" y="221075"/>
                    <a:pt x="2249996" y="221075"/>
                  </a:cubicBezTo>
                  <a:lnTo>
                    <a:pt x="2093119" y="221075"/>
                  </a:lnTo>
                  <a:cubicBezTo>
                    <a:pt x="2075021" y="221075"/>
                    <a:pt x="2060258" y="209360"/>
                    <a:pt x="2060258" y="195072"/>
                  </a:cubicBezTo>
                  <a:lnTo>
                    <a:pt x="2060258" y="57245"/>
                  </a:lnTo>
                  <a:close/>
                  <a:moveTo>
                    <a:pt x="1774412" y="57245"/>
                  </a:moveTo>
                  <a:cubicBezTo>
                    <a:pt x="1774412" y="42958"/>
                    <a:pt x="1789176" y="31242"/>
                    <a:pt x="1807274" y="31242"/>
                  </a:cubicBezTo>
                  <a:lnTo>
                    <a:pt x="1964150" y="31242"/>
                  </a:lnTo>
                  <a:cubicBezTo>
                    <a:pt x="1982248" y="31242"/>
                    <a:pt x="1997012" y="42958"/>
                    <a:pt x="1997012" y="57245"/>
                  </a:cubicBezTo>
                  <a:lnTo>
                    <a:pt x="1997012" y="195072"/>
                  </a:lnTo>
                  <a:cubicBezTo>
                    <a:pt x="1997012" y="209360"/>
                    <a:pt x="1982248" y="221075"/>
                    <a:pt x="1964150" y="221075"/>
                  </a:cubicBezTo>
                  <a:lnTo>
                    <a:pt x="1807274" y="221075"/>
                  </a:lnTo>
                  <a:cubicBezTo>
                    <a:pt x="1789176" y="221075"/>
                    <a:pt x="1774412" y="209360"/>
                    <a:pt x="1774412" y="195072"/>
                  </a:cubicBezTo>
                  <a:lnTo>
                    <a:pt x="1774412" y="57245"/>
                  </a:lnTo>
                  <a:close/>
                  <a:moveTo>
                    <a:pt x="1488567" y="57245"/>
                  </a:moveTo>
                  <a:cubicBezTo>
                    <a:pt x="1488567" y="42958"/>
                    <a:pt x="1503331" y="31242"/>
                    <a:pt x="1521428" y="31242"/>
                  </a:cubicBezTo>
                  <a:lnTo>
                    <a:pt x="1678305" y="31242"/>
                  </a:lnTo>
                  <a:cubicBezTo>
                    <a:pt x="1696403" y="31242"/>
                    <a:pt x="1711166" y="42958"/>
                    <a:pt x="1711166" y="57245"/>
                  </a:cubicBezTo>
                  <a:lnTo>
                    <a:pt x="1711166" y="195072"/>
                  </a:lnTo>
                  <a:cubicBezTo>
                    <a:pt x="1711166" y="209360"/>
                    <a:pt x="1696403" y="221075"/>
                    <a:pt x="1678305" y="221075"/>
                  </a:cubicBezTo>
                  <a:lnTo>
                    <a:pt x="1521428" y="221075"/>
                  </a:lnTo>
                  <a:cubicBezTo>
                    <a:pt x="1503331" y="221075"/>
                    <a:pt x="1488567" y="209360"/>
                    <a:pt x="1488567" y="195072"/>
                  </a:cubicBezTo>
                  <a:lnTo>
                    <a:pt x="1488567" y="57245"/>
                  </a:lnTo>
                  <a:close/>
                  <a:moveTo>
                    <a:pt x="1202722" y="57245"/>
                  </a:moveTo>
                  <a:cubicBezTo>
                    <a:pt x="1202722" y="42958"/>
                    <a:pt x="1217486" y="31242"/>
                    <a:pt x="1235583" y="31242"/>
                  </a:cubicBezTo>
                  <a:lnTo>
                    <a:pt x="1392460" y="31242"/>
                  </a:lnTo>
                  <a:cubicBezTo>
                    <a:pt x="1410557" y="31242"/>
                    <a:pt x="1425321" y="42958"/>
                    <a:pt x="1425321" y="57245"/>
                  </a:cubicBezTo>
                  <a:lnTo>
                    <a:pt x="1425321" y="195072"/>
                  </a:lnTo>
                  <a:cubicBezTo>
                    <a:pt x="1425321" y="209360"/>
                    <a:pt x="1410557" y="221075"/>
                    <a:pt x="1392460" y="221075"/>
                  </a:cubicBezTo>
                  <a:lnTo>
                    <a:pt x="1235583" y="221075"/>
                  </a:lnTo>
                  <a:cubicBezTo>
                    <a:pt x="1217486" y="221075"/>
                    <a:pt x="1202722" y="209360"/>
                    <a:pt x="1202722" y="195072"/>
                  </a:cubicBezTo>
                  <a:lnTo>
                    <a:pt x="1202722" y="57245"/>
                  </a:lnTo>
                  <a:close/>
                  <a:moveTo>
                    <a:pt x="916877" y="57245"/>
                  </a:moveTo>
                  <a:cubicBezTo>
                    <a:pt x="916877" y="42958"/>
                    <a:pt x="931640" y="31242"/>
                    <a:pt x="949738" y="31242"/>
                  </a:cubicBezTo>
                  <a:lnTo>
                    <a:pt x="1106615" y="31242"/>
                  </a:lnTo>
                  <a:cubicBezTo>
                    <a:pt x="1124712" y="31242"/>
                    <a:pt x="1139476" y="42958"/>
                    <a:pt x="1139476" y="57245"/>
                  </a:cubicBezTo>
                  <a:lnTo>
                    <a:pt x="1139476" y="195072"/>
                  </a:lnTo>
                  <a:cubicBezTo>
                    <a:pt x="1139476" y="209360"/>
                    <a:pt x="1124712" y="221075"/>
                    <a:pt x="1106615" y="221075"/>
                  </a:cubicBezTo>
                  <a:lnTo>
                    <a:pt x="949738" y="221075"/>
                  </a:lnTo>
                  <a:cubicBezTo>
                    <a:pt x="931640" y="221075"/>
                    <a:pt x="916877" y="209360"/>
                    <a:pt x="916877" y="195072"/>
                  </a:cubicBezTo>
                  <a:lnTo>
                    <a:pt x="916877" y="57245"/>
                  </a:lnTo>
                  <a:close/>
                  <a:moveTo>
                    <a:pt x="631031" y="57245"/>
                  </a:moveTo>
                  <a:cubicBezTo>
                    <a:pt x="631031" y="42958"/>
                    <a:pt x="645795" y="31242"/>
                    <a:pt x="663893" y="31242"/>
                  </a:cubicBezTo>
                  <a:lnTo>
                    <a:pt x="820769" y="31242"/>
                  </a:lnTo>
                  <a:cubicBezTo>
                    <a:pt x="838867" y="31242"/>
                    <a:pt x="853631" y="42958"/>
                    <a:pt x="853631" y="57245"/>
                  </a:cubicBezTo>
                  <a:lnTo>
                    <a:pt x="853631" y="195072"/>
                  </a:lnTo>
                  <a:cubicBezTo>
                    <a:pt x="853631" y="209360"/>
                    <a:pt x="838867" y="221075"/>
                    <a:pt x="820769" y="221075"/>
                  </a:cubicBezTo>
                  <a:lnTo>
                    <a:pt x="663893" y="221075"/>
                  </a:lnTo>
                  <a:cubicBezTo>
                    <a:pt x="645795" y="221075"/>
                    <a:pt x="631031" y="209360"/>
                    <a:pt x="631031" y="195072"/>
                  </a:cubicBezTo>
                  <a:lnTo>
                    <a:pt x="631031" y="57245"/>
                  </a:lnTo>
                  <a:close/>
                  <a:moveTo>
                    <a:pt x="345186" y="57245"/>
                  </a:moveTo>
                  <a:cubicBezTo>
                    <a:pt x="345186" y="42958"/>
                    <a:pt x="359950" y="31242"/>
                    <a:pt x="378047" y="31242"/>
                  </a:cubicBezTo>
                  <a:lnTo>
                    <a:pt x="534924" y="31242"/>
                  </a:lnTo>
                  <a:cubicBezTo>
                    <a:pt x="553022" y="31242"/>
                    <a:pt x="567785" y="42958"/>
                    <a:pt x="567785" y="57245"/>
                  </a:cubicBezTo>
                  <a:lnTo>
                    <a:pt x="567785" y="195072"/>
                  </a:lnTo>
                  <a:cubicBezTo>
                    <a:pt x="567785" y="209360"/>
                    <a:pt x="553022" y="221075"/>
                    <a:pt x="534924" y="221075"/>
                  </a:cubicBezTo>
                  <a:lnTo>
                    <a:pt x="378047" y="221075"/>
                  </a:lnTo>
                  <a:cubicBezTo>
                    <a:pt x="359950" y="221075"/>
                    <a:pt x="345186" y="209360"/>
                    <a:pt x="345186" y="195072"/>
                  </a:cubicBezTo>
                  <a:lnTo>
                    <a:pt x="345186" y="57245"/>
                  </a:lnTo>
                  <a:close/>
                  <a:moveTo>
                    <a:pt x="59341" y="57245"/>
                  </a:moveTo>
                  <a:cubicBezTo>
                    <a:pt x="59341" y="42958"/>
                    <a:pt x="74105" y="31242"/>
                    <a:pt x="92202" y="31242"/>
                  </a:cubicBezTo>
                  <a:lnTo>
                    <a:pt x="249079" y="31242"/>
                  </a:lnTo>
                  <a:cubicBezTo>
                    <a:pt x="267176" y="31242"/>
                    <a:pt x="281940" y="42958"/>
                    <a:pt x="281940" y="57245"/>
                  </a:cubicBezTo>
                  <a:lnTo>
                    <a:pt x="281940" y="195072"/>
                  </a:lnTo>
                  <a:cubicBezTo>
                    <a:pt x="281940" y="209360"/>
                    <a:pt x="267176" y="221075"/>
                    <a:pt x="249079" y="221075"/>
                  </a:cubicBezTo>
                  <a:lnTo>
                    <a:pt x="92583" y="221075"/>
                  </a:lnTo>
                  <a:cubicBezTo>
                    <a:pt x="74486" y="221075"/>
                    <a:pt x="59722" y="209360"/>
                    <a:pt x="59722" y="195072"/>
                  </a:cubicBezTo>
                  <a:lnTo>
                    <a:pt x="59722" y="57245"/>
                  </a:lnTo>
                  <a:close/>
                  <a:moveTo>
                    <a:pt x="5290947" y="413575"/>
                  </a:moveTo>
                  <a:lnTo>
                    <a:pt x="5290947" y="721043"/>
                  </a:lnTo>
                  <a:cubicBezTo>
                    <a:pt x="5290947" y="778288"/>
                    <a:pt x="5231797" y="825151"/>
                    <a:pt x="5159407" y="825151"/>
                  </a:cubicBezTo>
                  <a:lnTo>
                    <a:pt x="4628198" y="825151"/>
                  </a:lnTo>
                  <a:cubicBezTo>
                    <a:pt x="4555808" y="825151"/>
                    <a:pt x="4496657" y="778288"/>
                    <a:pt x="4496657" y="721043"/>
                  </a:cubicBezTo>
                  <a:lnTo>
                    <a:pt x="4496657" y="413575"/>
                  </a:lnTo>
                  <a:cubicBezTo>
                    <a:pt x="4496657" y="356330"/>
                    <a:pt x="4555808" y="309467"/>
                    <a:pt x="4628198" y="309467"/>
                  </a:cubicBezTo>
                  <a:lnTo>
                    <a:pt x="5159407" y="309467"/>
                  </a:lnTo>
                  <a:cubicBezTo>
                    <a:pt x="5231797" y="309467"/>
                    <a:pt x="5290947" y="356330"/>
                    <a:pt x="5290947" y="413575"/>
                  </a:cubicBezTo>
                  <a:close/>
                  <a:moveTo>
                    <a:pt x="4210812" y="413575"/>
                  </a:moveTo>
                  <a:lnTo>
                    <a:pt x="4210812" y="721043"/>
                  </a:lnTo>
                  <a:cubicBezTo>
                    <a:pt x="4210812" y="778288"/>
                    <a:pt x="4151662" y="825151"/>
                    <a:pt x="4079272" y="825151"/>
                  </a:cubicBezTo>
                  <a:lnTo>
                    <a:pt x="3548063" y="825151"/>
                  </a:lnTo>
                  <a:cubicBezTo>
                    <a:pt x="3475673" y="825151"/>
                    <a:pt x="3416522" y="778288"/>
                    <a:pt x="3416522" y="721043"/>
                  </a:cubicBezTo>
                  <a:lnTo>
                    <a:pt x="3416522" y="413575"/>
                  </a:lnTo>
                  <a:cubicBezTo>
                    <a:pt x="3416522" y="356330"/>
                    <a:pt x="3475673" y="309467"/>
                    <a:pt x="3548063" y="309467"/>
                  </a:cubicBezTo>
                  <a:lnTo>
                    <a:pt x="4079272" y="309467"/>
                  </a:lnTo>
                  <a:cubicBezTo>
                    <a:pt x="4151662" y="309467"/>
                    <a:pt x="4210812" y="356330"/>
                    <a:pt x="4210812" y="413575"/>
                  </a:cubicBezTo>
                  <a:close/>
                  <a:moveTo>
                    <a:pt x="3130677" y="413575"/>
                  </a:moveTo>
                  <a:lnTo>
                    <a:pt x="3130677" y="721043"/>
                  </a:lnTo>
                  <a:cubicBezTo>
                    <a:pt x="3130677" y="778288"/>
                    <a:pt x="3071527" y="825151"/>
                    <a:pt x="2999137" y="825151"/>
                  </a:cubicBezTo>
                  <a:lnTo>
                    <a:pt x="2467928" y="825151"/>
                  </a:lnTo>
                  <a:cubicBezTo>
                    <a:pt x="2395538" y="825151"/>
                    <a:pt x="2336387" y="778288"/>
                    <a:pt x="2336387" y="721043"/>
                  </a:cubicBezTo>
                  <a:lnTo>
                    <a:pt x="2336387" y="413575"/>
                  </a:lnTo>
                  <a:cubicBezTo>
                    <a:pt x="2336387" y="356330"/>
                    <a:pt x="2395538" y="309467"/>
                    <a:pt x="2467928" y="309467"/>
                  </a:cubicBezTo>
                  <a:lnTo>
                    <a:pt x="2999137" y="309467"/>
                  </a:lnTo>
                  <a:cubicBezTo>
                    <a:pt x="3071527" y="309467"/>
                    <a:pt x="3130677" y="356330"/>
                    <a:pt x="3130677" y="413575"/>
                  </a:cubicBezTo>
                  <a:close/>
                  <a:moveTo>
                    <a:pt x="2050542" y="413575"/>
                  </a:moveTo>
                  <a:lnTo>
                    <a:pt x="2050542" y="721043"/>
                  </a:lnTo>
                  <a:cubicBezTo>
                    <a:pt x="2050542" y="778288"/>
                    <a:pt x="1991392" y="825151"/>
                    <a:pt x="1919002" y="825151"/>
                  </a:cubicBezTo>
                  <a:lnTo>
                    <a:pt x="1387793" y="825151"/>
                  </a:lnTo>
                  <a:cubicBezTo>
                    <a:pt x="1315403" y="825151"/>
                    <a:pt x="1256252" y="778288"/>
                    <a:pt x="1256252" y="721043"/>
                  </a:cubicBezTo>
                  <a:lnTo>
                    <a:pt x="1256252" y="413575"/>
                  </a:lnTo>
                  <a:cubicBezTo>
                    <a:pt x="1256252" y="356330"/>
                    <a:pt x="1315403" y="309467"/>
                    <a:pt x="1387793" y="309467"/>
                  </a:cubicBezTo>
                  <a:lnTo>
                    <a:pt x="1919002" y="309467"/>
                  </a:lnTo>
                  <a:cubicBezTo>
                    <a:pt x="1991392" y="309467"/>
                    <a:pt x="2050542" y="356330"/>
                    <a:pt x="2050542" y="413575"/>
                  </a:cubicBezTo>
                  <a:close/>
                  <a:moveTo>
                    <a:pt x="970407" y="413575"/>
                  </a:moveTo>
                  <a:lnTo>
                    <a:pt x="970407" y="721043"/>
                  </a:lnTo>
                  <a:cubicBezTo>
                    <a:pt x="970407" y="778288"/>
                    <a:pt x="911257" y="825151"/>
                    <a:pt x="838867" y="825151"/>
                  </a:cubicBezTo>
                  <a:lnTo>
                    <a:pt x="307658" y="825151"/>
                  </a:lnTo>
                  <a:cubicBezTo>
                    <a:pt x="235268" y="825151"/>
                    <a:pt x="176117" y="778288"/>
                    <a:pt x="176117" y="721043"/>
                  </a:cubicBezTo>
                  <a:lnTo>
                    <a:pt x="176117" y="413575"/>
                  </a:lnTo>
                  <a:cubicBezTo>
                    <a:pt x="176117" y="356330"/>
                    <a:pt x="235268" y="309467"/>
                    <a:pt x="307658" y="309467"/>
                  </a:cubicBezTo>
                  <a:lnTo>
                    <a:pt x="838867" y="309467"/>
                  </a:lnTo>
                  <a:cubicBezTo>
                    <a:pt x="911257" y="309467"/>
                    <a:pt x="970407" y="356330"/>
                    <a:pt x="970407" y="413575"/>
                  </a:cubicBezTo>
                  <a:close/>
                  <a:moveTo>
                    <a:pt x="263081" y="1108615"/>
                  </a:moveTo>
                  <a:cubicBezTo>
                    <a:pt x="263081" y="1122902"/>
                    <a:pt x="248317" y="1134618"/>
                    <a:pt x="230219" y="1134618"/>
                  </a:cubicBezTo>
                  <a:lnTo>
                    <a:pt x="73343" y="1134618"/>
                  </a:lnTo>
                  <a:cubicBezTo>
                    <a:pt x="55245" y="1134618"/>
                    <a:pt x="40481" y="1122902"/>
                    <a:pt x="40481" y="1108615"/>
                  </a:cubicBezTo>
                  <a:lnTo>
                    <a:pt x="40481" y="970788"/>
                  </a:lnTo>
                  <a:cubicBezTo>
                    <a:pt x="40481" y="956501"/>
                    <a:pt x="55245" y="944785"/>
                    <a:pt x="73343" y="944785"/>
                  </a:cubicBezTo>
                  <a:lnTo>
                    <a:pt x="230219" y="944785"/>
                  </a:lnTo>
                  <a:cubicBezTo>
                    <a:pt x="248317" y="944785"/>
                    <a:pt x="263081" y="956501"/>
                    <a:pt x="263081" y="970788"/>
                  </a:cubicBezTo>
                  <a:lnTo>
                    <a:pt x="263081" y="1108615"/>
                  </a:lnTo>
                  <a:close/>
                  <a:moveTo>
                    <a:pt x="548926" y="1108615"/>
                  </a:moveTo>
                  <a:cubicBezTo>
                    <a:pt x="548926" y="1122902"/>
                    <a:pt x="534162" y="1134618"/>
                    <a:pt x="516065" y="1134618"/>
                  </a:cubicBezTo>
                  <a:lnTo>
                    <a:pt x="359188" y="1134618"/>
                  </a:lnTo>
                  <a:cubicBezTo>
                    <a:pt x="341090" y="1134618"/>
                    <a:pt x="326326" y="1122902"/>
                    <a:pt x="326326" y="1108615"/>
                  </a:cubicBezTo>
                  <a:lnTo>
                    <a:pt x="326326" y="970788"/>
                  </a:lnTo>
                  <a:cubicBezTo>
                    <a:pt x="326326" y="956501"/>
                    <a:pt x="341090" y="944785"/>
                    <a:pt x="359188" y="944785"/>
                  </a:cubicBezTo>
                  <a:lnTo>
                    <a:pt x="516065" y="944785"/>
                  </a:lnTo>
                  <a:cubicBezTo>
                    <a:pt x="534162" y="944785"/>
                    <a:pt x="548926" y="956501"/>
                    <a:pt x="548926" y="970788"/>
                  </a:cubicBezTo>
                  <a:lnTo>
                    <a:pt x="548926" y="1108615"/>
                  </a:lnTo>
                  <a:close/>
                  <a:moveTo>
                    <a:pt x="834771" y="1108615"/>
                  </a:moveTo>
                  <a:cubicBezTo>
                    <a:pt x="834771" y="1122902"/>
                    <a:pt x="820007" y="1134618"/>
                    <a:pt x="801910" y="1134618"/>
                  </a:cubicBezTo>
                  <a:lnTo>
                    <a:pt x="645033" y="1134618"/>
                  </a:lnTo>
                  <a:cubicBezTo>
                    <a:pt x="626936" y="1134618"/>
                    <a:pt x="612172" y="1122902"/>
                    <a:pt x="612172" y="1108615"/>
                  </a:cubicBezTo>
                  <a:lnTo>
                    <a:pt x="612172" y="970788"/>
                  </a:lnTo>
                  <a:cubicBezTo>
                    <a:pt x="612172" y="956501"/>
                    <a:pt x="626936" y="944785"/>
                    <a:pt x="645033" y="944785"/>
                  </a:cubicBezTo>
                  <a:lnTo>
                    <a:pt x="801910" y="944785"/>
                  </a:lnTo>
                  <a:cubicBezTo>
                    <a:pt x="820007" y="944785"/>
                    <a:pt x="834771" y="956501"/>
                    <a:pt x="834771" y="970788"/>
                  </a:cubicBezTo>
                  <a:lnTo>
                    <a:pt x="834771" y="1108615"/>
                  </a:lnTo>
                  <a:close/>
                  <a:moveTo>
                    <a:pt x="1120616" y="1108615"/>
                  </a:moveTo>
                  <a:cubicBezTo>
                    <a:pt x="1120616" y="1122902"/>
                    <a:pt x="1105853" y="1134618"/>
                    <a:pt x="1087755" y="1134618"/>
                  </a:cubicBezTo>
                  <a:lnTo>
                    <a:pt x="930878" y="1134618"/>
                  </a:lnTo>
                  <a:cubicBezTo>
                    <a:pt x="912781" y="1134618"/>
                    <a:pt x="898017" y="1122902"/>
                    <a:pt x="898017" y="1108615"/>
                  </a:cubicBezTo>
                  <a:lnTo>
                    <a:pt x="898017" y="970788"/>
                  </a:lnTo>
                  <a:cubicBezTo>
                    <a:pt x="898017" y="956501"/>
                    <a:pt x="912781" y="944785"/>
                    <a:pt x="930878" y="944785"/>
                  </a:cubicBezTo>
                  <a:lnTo>
                    <a:pt x="1087755" y="944785"/>
                  </a:lnTo>
                  <a:cubicBezTo>
                    <a:pt x="1105853" y="944785"/>
                    <a:pt x="1120616" y="956501"/>
                    <a:pt x="1120616" y="970788"/>
                  </a:cubicBezTo>
                  <a:lnTo>
                    <a:pt x="1120616" y="1108615"/>
                  </a:lnTo>
                  <a:close/>
                  <a:moveTo>
                    <a:pt x="1406462" y="1108615"/>
                  </a:moveTo>
                  <a:cubicBezTo>
                    <a:pt x="1406462" y="1122902"/>
                    <a:pt x="1391698" y="1134618"/>
                    <a:pt x="1373600" y="1134618"/>
                  </a:cubicBezTo>
                  <a:lnTo>
                    <a:pt x="1216724" y="1134618"/>
                  </a:lnTo>
                  <a:cubicBezTo>
                    <a:pt x="1198626" y="1134618"/>
                    <a:pt x="1183862" y="1122902"/>
                    <a:pt x="1183862" y="1108615"/>
                  </a:cubicBezTo>
                  <a:lnTo>
                    <a:pt x="1183862" y="970788"/>
                  </a:lnTo>
                  <a:cubicBezTo>
                    <a:pt x="1183862" y="956501"/>
                    <a:pt x="1198626" y="944785"/>
                    <a:pt x="1216724" y="944785"/>
                  </a:cubicBezTo>
                  <a:lnTo>
                    <a:pt x="1373600" y="944785"/>
                  </a:lnTo>
                  <a:cubicBezTo>
                    <a:pt x="1391698" y="944785"/>
                    <a:pt x="1406462" y="956501"/>
                    <a:pt x="1406462" y="970788"/>
                  </a:cubicBezTo>
                  <a:lnTo>
                    <a:pt x="1406462" y="1108615"/>
                  </a:lnTo>
                  <a:close/>
                  <a:moveTo>
                    <a:pt x="1692307" y="1108615"/>
                  </a:moveTo>
                  <a:cubicBezTo>
                    <a:pt x="1692307" y="1122902"/>
                    <a:pt x="1677543" y="1134618"/>
                    <a:pt x="1659446" y="1134618"/>
                  </a:cubicBezTo>
                  <a:lnTo>
                    <a:pt x="1502569" y="1134618"/>
                  </a:lnTo>
                  <a:cubicBezTo>
                    <a:pt x="1484471" y="1134618"/>
                    <a:pt x="1469708" y="1122902"/>
                    <a:pt x="1469708" y="1108615"/>
                  </a:cubicBezTo>
                  <a:lnTo>
                    <a:pt x="1469708" y="970788"/>
                  </a:lnTo>
                  <a:cubicBezTo>
                    <a:pt x="1469708" y="956501"/>
                    <a:pt x="1484471" y="944785"/>
                    <a:pt x="1502569" y="944785"/>
                  </a:cubicBezTo>
                  <a:lnTo>
                    <a:pt x="1659446" y="944785"/>
                  </a:lnTo>
                  <a:cubicBezTo>
                    <a:pt x="1677543" y="944785"/>
                    <a:pt x="1692307" y="956501"/>
                    <a:pt x="1692307" y="970788"/>
                  </a:cubicBezTo>
                  <a:lnTo>
                    <a:pt x="1692307" y="1108615"/>
                  </a:lnTo>
                  <a:close/>
                  <a:moveTo>
                    <a:pt x="1978152" y="1108615"/>
                  </a:moveTo>
                  <a:cubicBezTo>
                    <a:pt x="1978152" y="1122902"/>
                    <a:pt x="1963388" y="1134618"/>
                    <a:pt x="1945291" y="1134618"/>
                  </a:cubicBezTo>
                  <a:lnTo>
                    <a:pt x="1788414" y="1134618"/>
                  </a:lnTo>
                  <a:cubicBezTo>
                    <a:pt x="1770317" y="1134618"/>
                    <a:pt x="1755553" y="1122902"/>
                    <a:pt x="1755553" y="1108615"/>
                  </a:cubicBezTo>
                  <a:lnTo>
                    <a:pt x="1755553" y="970788"/>
                  </a:lnTo>
                  <a:cubicBezTo>
                    <a:pt x="1755553" y="956501"/>
                    <a:pt x="1770317" y="944785"/>
                    <a:pt x="1788414" y="944785"/>
                  </a:cubicBezTo>
                  <a:lnTo>
                    <a:pt x="1945291" y="944785"/>
                  </a:lnTo>
                  <a:cubicBezTo>
                    <a:pt x="1963388" y="944785"/>
                    <a:pt x="1978152" y="956501"/>
                    <a:pt x="1978152" y="970788"/>
                  </a:cubicBezTo>
                  <a:lnTo>
                    <a:pt x="1978152" y="1108615"/>
                  </a:lnTo>
                  <a:close/>
                  <a:moveTo>
                    <a:pt x="2263997" y="1108615"/>
                  </a:moveTo>
                  <a:cubicBezTo>
                    <a:pt x="2263997" y="1122902"/>
                    <a:pt x="2249234" y="1134618"/>
                    <a:pt x="2231136" y="1134618"/>
                  </a:cubicBezTo>
                  <a:lnTo>
                    <a:pt x="2074259" y="1134618"/>
                  </a:lnTo>
                  <a:cubicBezTo>
                    <a:pt x="2056162" y="1134618"/>
                    <a:pt x="2041398" y="1122902"/>
                    <a:pt x="2041398" y="1108615"/>
                  </a:cubicBezTo>
                  <a:lnTo>
                    <a:pt x="2041398" y="970788"/>
                  </a:lnTo>
                  <a:cubicBezTo>
                    <a:pt x="2041398" y="956501"/>
                    <a:pt x="2056162" y="944785"/>
                    <a:pt x="2074259" y="944785"/>
                  </a:cubicBezTo>
                  <a:lnTo>
                    <a:pt x="2231136" y="944785"/>
                  </a:lnTo>
                  <a:cubicBezTo>
                    <a:pt x="2249234" y="944785"/>
                    <a:pt x="2263997" y="956501"/>
                    <a:pt x="2263997" y="970788"/>
                  </a:cubicBezTo>
                  <a:lnTo>
                    <a:pt x="2263997" y="1108615"/>
                  </a:lnTo>
                  <a:close/>
                  <a:moveTo>
                    <a:pt x="2549843" y="1108615"/>
                  </a:moveTo>
                  <a:cubicBezTo>
                    <a:pt x="2549843" y="1122902"/>
                    <a:pt x="2535079" y="1134618"/>
                    <a:pt x="2516981" y="1134618"/>
                  </a:cubicBezTo>
                  <a:lnTo>
                    <a:pt x="2360105" y="1134618"/>
                  </a:lnTo>
                  <a:cubicBezTo>
                    <a:pt x="2342007" y="1134618"/>
                    <a:pt x="2327243" y="1122902"/>
                    <a:pt x="2327243" y="1108615"/>
                  </a:cubicBezTo>
                  <a:lnTo>
                    <a:pt x="2327243" y="970788"/>
                  </a:lnTo>
                  <a:cubicBezTo>
                    <a:pt x="2327243" y="956501"/>
                    <a:pt x="2342007" y="944785"/>
                    <a:pt x="2360105" y="944785"/>
                  </a:cubicBezTo>
                  <a:lnTo>
                    <a:pt x="2516981" y="944785"/>
                  </a:lnTo>
                  <a:cubicBezTo>
                    <a:pt x="2535079" y="944785"/>
                    <a:pt x="2549843" y="956501"/>
                    <a:pt x="2549843" y="970788"/>
                  </a:cubicBezTo>
                  <a:lnTo>
                    <a:pt x="2549843" y="1108615"/>
                  </a:lnTo>
                  <a:close/>
                  <a:moveTo>
                    <a:pt x="2835688" y="1108615"/>
                  </a:moveTo>
                  <a:cubicBezTo>
                    <a:pt x="2835688" y="1122902"/>
                    <a:pt x="2820924" y="1134618"/>
                    <a:pt x="2802827" y="1134618"/>
                  </a:cubicBezTo>
                  <a:lnTo>
                    <a:pt x="2645950" y="1134618"/>
                  </a:lnTo>
                  <a:cubicBezTo>
                    <a:pt x="2627853" y="1134618"/>
                    <a:pt x="2613089" y="1122902"/>
                    <a:pt x="2613089" y="1108615"/>
                  </a:cubicBezTo>
                  <a:lnTo>
                    <a:pt x="2613089" y="970788"/>
                  </a:lnTo>
                  <a:cubicBezTo>
                    <a:pt x="2613089" y="956501"/>
                    <a:pt x="2627853" y="944785"/>
                    <a:pt x="2645950" y="944785"/>
                  </a:cubicBezTo>
                  <a:lnTo>
                    <a:pt x="2802827" y="944785"/>
                  </a:lnTo>
                  <a:cubicBezTo>
                    <a:pt x="2820924" y="944785"/>
                    <a:pt x="2835688" y="956501"/>
                    <a:pt x="2835688" y="970788"/>
                  </a:cubicBezTo>
                  <a:lnTo>
                    <a:pt x="2835688" y="1108615"/>
                  </a:lnTo>
                  <a:close/>
                  <a:moveTo>
                    <a:pt x="3121533" y="1108615"/>
                  </a:moveTo>
                  <a:cubicBezTo>
                    <a:pt x="3121533" y="1122902"/>
                    <a:pt x="3106770" y="1134618"/>
                    <a:pt x="3088672" y="1134618"/>
                  </a:cubicBezTo>
                  <a:lnTo>
                    <a:pt x="2931795" y="1134618"/>
                  </a:lnTo>
                  <a:cubicBezTo>
                    <a:pt x="2913698" y="1134618"/>
                    <a:pt x="2898934" y="1122902"/>
                    <a:pt x="2898934" y="1108615"/>
                  </a:cubicBezTo>
                  <a:lnTo>
                    <a:pt x="2898934" y="970788"/>
                  </a:lnTo>
                  <a:cubicBezTo>
                    <a:pt x="2898934" y="956501"/>
                    <a:pt x="2913698" y="944785"/>
                    <a:pt x="2931795" y="944785"/>
                  </a:cubicBezTo>
                  <a:lnTo>
                    <a:pt x="3088672" y="944785"/>
                  </a:lnTo>
                  <a:cubicBezTo>
                    <a:pt x="3106770" y="944785"/>
                    <a:pt x="3121533" y="956501"/>
                    <a:pt x="3121533" y="970788"/>
                  </a:cubicBezTo>
                  <a:lnTo>
                    <a:pt x="3121533" y="1108615"/>
                  </a:lnTo>
                  <a:close/>
                  <a:moveTo>
                    <a:pt x="3407378" y="1108615"/>
                  </a:moveTo>
                  <a:cubicBezTo>
                    <a:pt x="3407378" y="1122902"/>
                    <a:pt x="3392615" y="1134618"/>
                    <a:pt x="3374517" y="1134618"/>
                  </a:cubicBezTo>
                  <a:lnTo>
                    <a:pt x="3217640" y="1134618"/>
                  </a:lnTo>
                  <a:cubicBezTo>
                    <a:pt x="3199543" y="1134618"/>
                    <a:pt x="3184779" y="1122902"/>
                    <a:pt x="3184779" y="1108615"/>
                  </a:cubicBezTo>
                  <a:lnTo>
                    <a:pt x="3184779" y="970788"/>
                  </a:lnTo>
                  <a:cubicBezTo>
                    <a:pt x="3184779" y="956501"/>
                    <a:pt x="3199543" y="944785"/>
                    <a:pt x="3217640" y="944785"/>
                  </a:cubicBezTo>
                  <a:lnTo>
                    <a:pt x="3374517" y="944785"/>
                  </a:lnTo>
                  <a:cubicBezTo>
                    <a:pt x="3392615" y="944785"/>
                    <a:pt x="3407378" y="956501"/>
                    <a:pt x="3407378" y="970788"/>
                  </a:cubicBezTo>
                  <a:lnTo>
                    <a:pt x="3407378" y="1108615"/>
                  </a:lnTo>
                  <a:close/>
                  <a:moveTo>
                    <a:pt x="3693224" y="1108615"/>
                  </a:moveTo>
                  <a:cubicBezTo>
                    <a:pt x="3693224" y="1122902"/>
                    <a:pt x="3678460" y="1134618"/>
                    <a:pt x="3660362" y="1134618"/>
                  </a:cubicBezTo>
                  <a:lnTo>
                    <a:pt x="3503486" y="1134618"/>
                  </a:lnTo>
                  <a:cubicBezTo>
                    <a:pt x="3485388" y="1134618"/>
                    <a:pt x="3470624" y="1122902"/>
                    <a:pt x="3470624" y="1108615"/>
                  </a:cubicBezTo>
                  <a:lnTo>
                    <a:pt x="3470624" y="970788"/>
                  </a:lnTo>
                  <a:cubicBezTo>
                    <a:pt x="3470624" y="956501"/>
                    <a:pt x="3485388" y="944785"/>
                    <a:pt x="3503486" y="944785"/>
                  </a:cubicBezTo>
                  <a:lnTo>
                    <a:pt x="3660362" y="944785"/>
                  </a:lnTo>
                  <a:cubicBezTo>
                    <a:pt x="3678460" y="944785"/>
                    <a:pt x="3693224" y="956501"/>
                    <a:pt x="3693224" y="970788"/>
                  </a:cubicBezTo>
                  <a:lnTo>
                    <a:pt x="3693224" y="1108615"/>
                  </a:lnTo>
                  <a:close/>
                  <a:moveTo>
                    <a:pt x="3979069" y="1108615"/>
                  </a:moveTo>
                  <a:cubicBezTo>
                    <a:pt x="3979069" y="1122902"/>
                    <a:pt x="3964305" y="1134618"/>
                    <a:pt x="3946208" y="1134618"/>
                  </a:cubicBezTo>
                  <a:lnTo>
                    <a:pt x="3789331" y="1134618"/>
                  </a:lnTo>
                  <a:cubicBezTo>
                    <a:pt x="3771233" y="1134618"/>
                    <a:pt x="3756470" y="1122902"/>
                    <a:pt x="3756470" y="1108615"/>
                  </a:cubicBezTo>
                  <a:lnTo>
                    <a:pt x="3756470" y="970788"/>
                  </a:lnTo>
                  <a:cubicBezTo>
                    <a:pt x="3756470" y="956501"/>
                    <a:pt x="3771233" y="944785"/>
                    <a:pt x="3789331" y="944785"/>
                  </a:cubicBezTo>
                  <a:lnTo>
                    <a:pt x="3946208" y="944785"/>
                  </a:lnTo>
                  <a:cubicBezTo>
                    <a:pt x="3964305" y="944785"/>
                    <a:pt x="3979069" y="956501"/>
                    <a:pt x="3979069" y="970788"/>
                  </a:cubicBezTo>
                  <a:lnTo>
                    <a:pt x="3979069" y="1108615"/>
                  </a:lnTo>
                  <a:close/>
                  <a:moveTo>
                    <a:pt x="4264914" y="1108615"/>
                  </a:moveTo>
                  <a:cubicBezTo>
                    <a:pt x="4264914" y="1122902"/>
                    <a:pt x="4250150" y="1134618"/>
                    <a:pt x="4232053" y="1134618"/>
                  </a:cubicBezTo>
                  <a:lnTo>
                    <a:pt x="4075176" y="1134618"/>
                  </a:lnTo>
                  <a:cubicBezTo>
                    <a:pt x="4057079" y="1134618"/>
                    <a:pt x="4042315" y="1122902"/>
                    <a:pt x="4042315" y="1108615"/>
                  </a:cubicBezTo>
                  <a:lnTo>
                    <a:pt x="4042315" y="970788"/>
                  </a:lnTo>
                  <a:cubicBezTo>
                    <a:pt x="4042315" y="956501"/>
                    <a:pt x="4057079" y="944785"/>
                    <a:pt x="4075176" y="944785"/>
                  </a:cubicBezTo>
                  <a:lnTo>
                    <a:pt x="4232053" y="944785"/>
                  </a:lnTo>
                  <a:cubicBezTo>
                    <a:pt x="4250150" y="944785"/>
                    <a:pt x="4264914" y="956501"/>
                    <a:pt x="4264914" y="970788"/>
                  </a:cubicBezTo>
                  <a:lnTo>
                    <a:pt x="4264914" y="1108615"/>
                  </a:lnTo>
                  <a:close/>
                  <a:moveTo>
                    <a:pt x="4550759" y="1108615"/>
                  </a:moveTo>
                  <a:cubicBezTo>
                    <a:pt x="4550759" y="1122902"/>
                    <a:pt x="4535996" y="1134618"/>
                    <a:pt x="4517898" y="1134618"/>
                  </a:cubicBezTo>
                  <a:lnTo>
                    <a:pt x="4361022" y="1134618"/>
                  </a:lnTo>
                  <a:cubicBezTo>
                    <a:pt x="4342924" y="1134618"/>
                    <a:pt x="4328160" y="1122902"/>
                    <a:pt x="4328160" y="1108615"/>
                  </a:cubicBezTo>
                  <a:lnTo>
                    <a:pt x="4328160" y="970788"/>
                  </a:lnTo>
                  <a:cubicBezTo>
                    <a:pt x="4328160" y="956501"/>
                    <a:pt x="4342924" y="944785"/>
                    <a:pt x="4361022" y="944785"/>
                  </a:cubicBezTo>
                  <a:lnTo>
                    <a:pt x="4517898" y="944785"/>
                  </a:lnTo>
                  <a:cubicBezTo>
                    <a:pt x="4535996" y="944785"/>
                    <a:pt x="4550759" y="956501"/>
                    <a:pt x="4550759" y="970788"/>
                  </a:cubicBezTo>
                  <a:lnTo>
                    <a:pt x="4550759" y="1108615"/>
                  </a:lnTo>
                  <a:close/>
                  <a:moveTo>
                    <a:pt x="4836605" y="1108615"/>
                  </a:moveTo>
                  <a:cubicBezTo>
                    <a:pt x="4836605" y="1122902"/>
                    <a:pt x="4821841" y="1134618"/>
                    <a:pt x="4803743" y="1134618"/>
                  </a:cubicBezTo>
                  <a:lnTo>
                    <a:pt x="4646867" y="1134618"/>
                  </a:lnTo>
                  <a:cubicBezTo>
                    <a:pt x="4628769" y="1134618"/>
                    <a:pt x="4614006" y="1122902"/>
                    <a:pt x="4614006" y="1108615"/>
                  </a:cubicBezTo>
                  <a:lnTo>
                    <a:pt x="4614006" y="970788"/>
                  </a:lnTo>
                  <a:cubicBezTo>
                    <a:pt x="4614006" y="956501"/>
                    <a:pt x="4628769" y="944785"/>
                    <a:pt x="4646867" y="944785"/>
                  </a:cubicBezTo>
                  <a:lnTo>
                    <a:pt x="4803743" y="944785"/>
                  </a:lnTo>
                  <a:cubicBezTo>
                    <a:pt x="4821841" y="944785"/>
                    <a:pt x="4836605" y="956501"/>
                    <a:pt x="4836605" y="970788"/>
                  </a:cubicBezTo>
                  <a:lnTo>
                    <a:pt x="4836605" y="1108615"/>
                  </a:lnTo>
                  <a:close/>
                  <a:moveTo>
                    <a:pt x="5122450" y="1108615"/>
                  </a:moveTo>
                  <a:cubicBezTo>
                    <a:pt x="5122450" y="1122902"/>
                    <a:pt x="5107686" y="1134618"/>
                    <a:pt x="5089589" y="1134618"/>
                  </a:cubicBezTo>
                  <a:lnTo>
                    <a:pt x="4932712" y="1134618"/>
                  </a:lnTo>
                  <a:cubicBezTo>
                    <a:pt x="4914614" y="1134618"/>
                    <a:pt x="4899851" y="1122902"/>
                    <a:pt x="4899851" y="1108615"/>
                  </a:cubicBezTo>
                  <a:lnTo>
                    <a:pt x="4899851" y="970788"/>
                  </a:lnTo>
                  <a:cubicBezTo>
                    <a:pt x="4899851" y="956501"/>
                    <a:pt x="4914614" y="944785"/>
                    <a:pt x="4932712" y="944785"/>
                  </a:cubicBezTo>
                  <a:lnTo>
                    <a:pt x="5089589" y="944785"/>
                  </a:lnTo>
                  <a:cubicBezTo>
                    <a:pt x="5107686" y="944785"/>
                    <a:pt x="5122450" y="956501"/>
                    <a:pt x="5122450" y="970788"/>
                  </a:cubicBezTo>
                  <a:lnTo>
                    <a:pt x="5122450" y="1108615"/>
                  </a:lnTo>
                  <a:close/>
                  <a:moveTo>
                    <a:pt x="5408295" y="1108615"/>
                  </a:moveTo>
                  <a:cubicBezTo>
                    <a:pt x="5408295" y="1122902"/>
                    <a:pt x="5393531" y="1134618"/>
                    <a:pt x="5375434" y="1134618"/>
                  </a:cubicBezTo>
                  <a:lnTo>
                    <a:pt x="5218557" y="1134618"/>
                  </a:lnTo>
                  <a:cubicBezTo>
                    <a:pt x="5200460" y="1134618"/>
                    <a:pt x="5185696" y="1122902"/>
                    <a:pt x="5185696" y="1108615"/>
                  </a:cubicBezTo>
                  <a:lnTo>
                    <a:pt x="5185696" y="970788"/>
                  </a:lnTo>
                  <a:cubicBezTo>
                    <a:pt x="5185696" y="956501"/>
                    <a:pt x="5200460" y="944785"/>
                    <a:pt x="5218557" y="944785"/>
                  </a:cubicBezTo>
                  <a:lnTo>
                    <a:pt x="5375434" y="944785"/>
                  </a:lnTo>
                  <a:cubicBezTo>
                    <a:pt x="5393531" y="944785"/>
                    <a:pt x="5408295" y="956501"/>
                    <a:pt x="5408295" y="970788"/>
                  </a:cubicBezTo>
                  <a:lnTo>
                    <a:pt x="5408295" y="1108615"/>
                  </a:lnTo>
                  <a:close/>
                  <a:moveTo>
                    <a:pt x="5731098" y="1108615"/>
                  </a:moveTo>
                  <a:cubicBezTo>
                    <a:pt x="5731098" y="1122902"/>
                    <a:pt x="5716334" y="1134618"/>
                    <a:pt x="5698236" y="1134618"/>
                  </a:cubicBezTo>
                  <a:lnTo>
                    <a:pt x="5541360" y="1134618"/>
                  </a:lnTo>
                  <a:cubicBezTo>
                    <a:pt x="5523262" y="1134618"/>
                    <a:pt x="5508498" y="1122902"/>
                    <a:pt x="5508498" y="1108615"/>
                  </a:cubicBezTo>
                  <a:lnTo>
                    <a:pt x="5508498" y="970788"/>
                  </a:lnTo>
                  <a:cubicBezTo>
                    <a:pt x="5508498" y="956501"/>
                    <a:pt x="5523262" y="944785"/>
                    <a:pt x="5541360" y="944785"/>
                  </a:cubicBezTo>
                  <a:lnTo>
                    <a:pt x="5698236" y="944785"/>
                  </a:lnTo>
                  <a:cubicBezTo>
                    <a:pt x="5716334" y="944785"/>
                    <a:pt x="5731098" y="956501"/>
                    <a:pt x="5731098" y="970788"/>
                  </a:cubicBezTo>
                  <a:lnTo>
                    <a:pt x="5731098" y="1108615"/>
                  </a:lnTo>
                  <a:close/>
                  <a:moveTo>
                    <a:pt x="6016943" y="1108615"/>
                  </a:moveTo>
                  <a:cubicBezTo>
                    <a:pt x="6016943" y="1122902"/>
                    <a:pt x="6002179" y="1134618"/>
                    <a:pt x="5984081" y="1134618"/>
                  </a:cubicBezTo>
                  <a:lnTo>
                    <a:pt x="5827205" y="1134618"/>
                  </a:lnTo>
                  <a:cubicBezTo>
                    <a:pt x="5809107" y="1134618"/>
                    <a:pt x="5794344" y="1122902"/>
                    <a:pt x="5794344" y="1108615"/>
                  </a:cubicBezTo>
                  <a:lnTo>
                    <a:pt x="5794344" y="970788"/>
                  </a:lnTo>
                  <a:cubicBezTo>
                    <a:pt x="5794344" y="956501"/>
                    <a:pt x="5809107" y="944785"/>
                    <a:pt x="5827205" y="944785"/>
                  </a:cubicBezTo>
                  <a:lnTo>
                    <a:pt x="5984081" y="944785"/>
                  </a:lnTo>
                  <a:cubicBezTo>
                    <a:pt x="6002179" y="944785"/>
                    <a:pt x="6016943" y="956501"/>
                    <a:pt x="6016943" y="970788"/>
                  </a:cubicBezTo>
                  <a:lnTo>
                    <a:pt x="6016943" y="1108615"/>
                  </a:lnTo>
                  <a:close/>
                  <a:moveTo>
                    <a:pt x="6302788" y="1108615"/>
                  </a:moveTo>
                  <a:cubicBezTo>
                    <a:pt x="6302788" y="1122902"/>
                    <a:pt x="6288024" y="1134618"/>
                    <a:pt x="6269927" y="1134618"/>
                  </a:cubicBezTo>
                  <a:lnTo>
                    <a:pt x="6113050" y="1134618"/>
                  </a:lnTo>
                  <a:cubicBezTo>
                    <a:pt x="6094953" y="1134618"/>
                    <a:pt x="6080189" y="1122902"/>
                    <a:pt x="6080189" y="1108615"/>
                  </a:cubicBezTo>
                  <a:lnTo>
                    <a:pt x="6080189" y="970788"/>
                  </a:lnTo>
                  <a:cubicBezTo>
                    <a:pt x="6080189" y="956501"/>
                    <a:pt x="6094953" y="944785"/>
                    <a:pt x="6113050" y="944785"/>
                  </a:cubicBezTo>
                  <a:lnTo>
                    <a:pt x="6269927" y="944785"/>
                  </a:lnTo>
                  <a:cubicBezTo>
                    <a:pt x="6288024" y="944785"/>
                    <a:pt x="6302788" y="956501"/>
                    <a:pt x="6302788" y="970788"/>
                  </a:cubicBezTo>
                  <a:lnTo>
                    <a:pt x="6302788" y="1108615"/>
                  </a:lnTo>
                  <a:close/>
                  <a:moveTo>
                    <a:pt x="6588633" y="1108615"/>
                  </a:moveTo>
                  <a:cubicBezTo>
                    <a:pt x="6588633" y="1122902"/>
                    <a:pt x="6573869" y="1134618"/>
                    <a:pt x="6555772" y="1134618"/>
                  </a:cubicBezTo>
                  <a:lnTo>
                    <a:pt x="6398895" y="1134618"/>
                  </a:lnTo>
                  <a:cubicBezTo>
                    <a:pt x="6380798" y="1134618"/>
                    <a:pt x="6366034" y="1122902"/>
                    <a:pt x="6366034" y="1108615"/>
                  </a:cubicBezTo>
                  <a:lnTo>
                    <a:pt x="6366034" y="970788"/>
                  </a:lnTo>
                  <a:cubicBezTo>
                    <a:pt x="6366034" y="956501"/>
                    <a:pt x="6380798" y="944785"/>
                    <a:pt x="6398895" y="944785"/>
                  </a:cubicBezTo>
                  <a:lnTo>
                    <a:pt x="6555772" y="944785"/>
                  </a:lnTo>
                  <a:cubicBezTo>
                    <a:pt x="6573869" y="944785"/>
                    <a:pt x="6588633" y="956501"/>
                    <a:pt x="6588633" y="970788"/>
                  </a:cubicBezTo>
                  <a:lnTo>
                    <a:pt x="6588633" y="1108615"/>
                  </a:lnTo>
                  <a:close/>
                  <a:moveTo>
                    <a:pt x="6874478" y="1108615"/>
                  </a:moveTo>
                  <a:cubicBezTo>
                    <a:pt x="6874478" y="1122902"/>
                    <a:pt x="6859715" y="1134618"/>
                    <a:pt x="6841618" y="1134618"/>
                  </a:cubicBezTo>
                  <a:lnTo>
                    <a:pt x="6684740" y="1134618"/>
                  </a:lnTo>
                  <a:cubicBezTo>
                    <a:pt x="6666643" y="1134618"/>
                    <a:pt x="6651879" y="1122902"/>
                    <a:pt x="6651879" y="1108615"/>
                  </a:cubicBezTo>
                  <a:lnTo>
                    <a:pt x="6651879" y="970788"/>
                  </a:lnTo>
                  <a:cubicBezTo>
                    <a:pt x="6651879" y="956501"/>
                    <a:pt x="6666643" y="944785"/>
                    <a:pt x="6684740" y="944785"/>
                  </a:cubicBezTo>
                  <a:lnTo>
                    <a:pt x="6841618" y="944785"/>
                  </a:lnTo>
                  <a:cubicBezTo>
                    <a:pt x="6859715" y="944785"/>
                    <a:pt x="6874478" y="956501"/>
                    <a:pt x="6874478" y="970788"/>
                  </a:cubicBezTo>
                  <a:lnTo>
                    <a:pt x="6874478" y="1108615"/>
                  </a:lnTo>
                  <a:close/>
                  <a:moveTo>
                    <a:pt x="7160324" y="1108615"/>
                  </a:moveTo>
                  <a:cubicBezTo>
                    <a:pt x="7160324" y="1122902"/>
                    <a:pt x="7145560" y="1134618"/>
                    <a:pt x="7127462" y="1134618"/>
                  </a:cubicBezTo>
                  <a:lnTo>
                    <a:pt x="6970586" y="1134618"/>
                  </a:lnTo>
                  <a:cubicBezTo>
                    <a:pt x="6952488" y="1134618"/>
                    <a:pt x="6937724" y="1122902"/>
                    <a:pt x="6937724" y="1108615"/>
                  </a:cubicBezTo>
                  <a:lnTo>
                    <a:pt x="6937724" y="970788"/>
                  </a:lnTo>
                  <a:cubicBezTo>
                    <a:pt x="6937724" y="956501"/>
                    <a:pt x="6952488" y="944785"/>
                    <a:pt x="6970586" y="944785"/>
                  </a:cubicBezTo>
                  <a:lnTo>
                    <a:pt x="7127462" y="944785"/>
                  </a:lnTo>
                  <a:cubicBezTo>
                    <a:pt x="7145560" y="944785"/>
                    <a:pt x="7160324" y="956501"/>
                    <a:pt x="7160324" y="970788"/>
                  </a:cubicBezTo>
                  <a:lnTo>
                    <a:pt x="7160324" y="1108615"/>
                  </a:lnTo>
                  <a:close/>
                  <a:moveTo>
                    <a:pt x="7446169" y="1108615"/>
                  </a:moveTo>
                  <a:cubicBezTo>
                    <a:pt x="7446169" y="1122902"/>
                    <a:pt x="7431405" y="1134618"/>
                    <a:pt x="7413308" y="1134618"/>
                  </a:cubicBezTo>
                  <a:lnTo>
                    <a:pt x="7256431" y="1134618"/>
                  </a:lnTo>
                  <a:cubicBezTo>
                    <a:pt x="7238333" y="1134618"/>
                    <a:pt x="7223570" y="1122902"/>
                    <a:pt x="7223570" y="1108615"/>
                  </a:cubicBezTo>
                  <a:lnTo>
                    <a:pt x="7223570" y="970788"/>
                  </a:lnTo>
                  <a:cubicBezTo>
                    <a:pt x="7223570" y="956501"/>
                    <a:pt x="7238333" y="944785"/>
                    <a:pt x="7256431" y="944785"/>
                  </a:cubicBezTo>
                  <a:lnTo>
                    <a:pt x="7413308" y="944785"/>
                  </a:lnTo>
                  <a:cubicBezTo>
                    <a:pt x="7431405" y="944785"/>
                    <a:pt x="7446169" y="956501"/>
                    <a:pt x="7446169" y="970788"/>
                  </a:cubicBezTo>
                  <a:lnTo>
                    <a:pt x="7446169" y="1108615"/>
                  </a:lnTo>
                  <a:close/>
                  <a:moveTo>
                    <a:pt x="7732014" y="1108615"/>
                  </a:moveTo>
                  <a:cubicBezTo>
                    <a:pt x="7732014" y="1122902"/>
                    <a:pt x="7717251" y="1134618"/>
                    <a:pt x="7699153" y="1134618"/>
                  </a:cubicBezTo>
                  <a:lnTo>
                    <a:pt x="7542277" y="1134618"/>
                  </a:lnTo>
                  <a:cubicBezTo>
                    <a:pt x="7524179" y="1134618"/>
                    <a:pt x="7509415" y="1122902"/>
                    <a:pt x="7509415" y="1108615"/>
                  </a:cubicBezTo>
                  <a:lnTo>
                    <a:pt x="7509415" y="970788"/>
                  </a:lnTo>
                  <a:cubicBezTo>
                    <a:pt x="7509415" y="956501"/>
                    <a:pt x="7524179" y="944785"/>
                    <a:pt x="7542277" y="944785"/>
                  </a:cubicBezTo>
                  <a:lnTo>
                    <a:pt x="7699153" y="944785"/>
                  </a:lnTo>
                  <a:cubicBezTo>
                    <a:pt x="7717251" y="944785"/>
                    <a:pt x="7732014" y="956501"/>
                    <a:pt x="7732014" y="970788"/>
                  </a:cubicBezTo>
                  <a:lnTo>
                    <a:pt x="7732014" y="1108615"/>
                  </a:lnTo>
                  <a:close/>
                  <a:moveTo>
                    <a:pt x="8017860" y="1108615"/>
                  </a:moveTo>
                  <a:cubicBezTo>
                    <a:pt x="8017860" y="1122902"/>
                    <a:pt x="8003095" y="1134618"/>
                    <a:pt x="7984998" y="1134618"/>
                  </a:cubicBezTo>
                  <a:lnTo>
                    <a:pt x="7828121" y="1134618"/>
                  </a:lnTo>
                  <a:cubicBezTo>
                    <a:pt x="7810024" y="1134618"/>
                    <a:pt x="7795260" y="1122902"/>
                    <a:pt x="7795260" y="1108615"/>
                  </a:cubicBezTo>
                  <a:lnTo>
                    <a:pt x="7795260" y="970788"/>
                  </a:lnTo>
                  <a:cubicBezTo>
                    <a:pt x="7795260" y="956501"/>
                    <a:pt x="7810024" y="944785"/>
                    <a:pt x="7828121" y="944785"/>
                  </a:cubicBezTo>
                  <a:lnTo>
                    <a:pt x="7984998" y="944785"/>
                  </a:lnTo>
                  <a:cubicBezTo>
                    <a:pt x="8003095" y="944785"/>
                    <a:pt x="8017860" y="956501"/>
                    <a:pt x="8017860" y="970788"/>
                  </a:cubicBezTo>
                  <a:lnTo>
                    <a:pt x="8017860" y="1108615"/>
                  </a:lnTo>
                  <a:close/>
                  <a:moveTo>
                    <a:pt x="8303705" y="1108615"/>
                  </a:moveTo>
                  <a:cubicBezTo>
                    <a:pt x="8303705" y="1122902"/>
                    <a:pt x="8288941" y="1134618"/>
                    <a:pt x="8270844" y="1134618"/>
                  </a:cubicBezTo>
                  <a:lnTo>
                    <a:pt x="8113967" y="1134618"/>
                  </a:lnTo>
                  <a:cubicBezTo>
                    <a:pt x="8095869" y="1134618"/>
                    <a:pt x="8081105" y="1122902"/>
                    <a:pt x="8081105" y="1108615"/>
                  </a:cubicBezTo>
                  <a:lnTo>
                    <a:pt x="8081105" y="970788"/>
                  </a:lnTo>
                  <a:cubicBezTo>
                    <a:pt x="8081105" y="956501"/>
                    <a:pt x="8095869" y="944785"/>
                    <a:pt x="8113967" y="944785"/>
                  </a:cubicBezTo>
                  <a:lnTo>
                    <a:pt x="8270844" y="944785"/>
                  </a:lnTo>
                  <a:cubicBezTo>
                    <a:pt x="8288941" y="944785"/>
                    <a:pt x="8303705" y="956501"/>
                    <a:pt x="8303705" y="970788"/>
                  </a:cubicBezTo>
                  <a:lnTo>
                    <a:pt x="8303705" y="1108615"/>
                  </a:lnTo>
                  <a:close/>
                  <a:moveTo>
                    <a:pt x="8589550" y="1108615"/>
                  </a:moveTo>
                  <a:cubicBezTo>
                    <a:pt x="8589550" y="1122902"/>
                    <a:pt x="8574786" y="1134618"/>
                    <a:pt x="8556689" y="1134618"/>
                  </a:cubicBezTo>
                  <a:lnTo>
                    <a:pt x="8399812" y="1134618"/>
                  </a:lnTo>
                  <a:cubicBezTo>
                    <a:pt x="8381714" y="1134618"/>
                    <a:pt x="8366951" y="1122902"/>
                    <a:pt x="8366951" y="1108615"/>
                  </a:cubicBezTo>
                  <a:lnTo>
                    <a:pt x="8366951" y="970788"/>
                  </a:lnTo>
                  <a:cubicBezTo>
                    <a:pt x="8366951" y="956501"/>
                    <a:pt x="8381714" y="944785"/>
                    <a:pt x="8399812" y="944785"/>
                  </a:cubicBezTo>
                  <a:lnTo>
                    <a:pt x="8556689" y="944785"/>
                  </a:lnTo>
                  <a:cubicBezTo>
                    <a:pt x="8574786" y="944785"/>
                    <a:pt x="8589550" y="956501"/>
                    <a:pt x="8589550" y="970788"/>
                  </a:cubicBezTo>
                  <a:lnTo>
                    <a:pt x="8589550" y="1108615"/>
                  </a:lnTo>
                  <a:close/>
                  <a:moveTo>
                    <a:pt x="8875395" y="1108615"/>
                  </a:moveTo>
                  <a:cubicBezTo>
                    <a:pt x="8875395" y="1122902"/>
                    <a:pt x="8860631" y="1134618"/>
                    <a:pt x="8842534" y="1134618"/>
                  </a:cubicBezTo>
                  <a:lnTo>
                    <a:pt x="8685657" y="1134618"/>
                  </a:lnTo>
                  <a:cubicBezTo>
                    <a:pt x="8667559" y="1134618"/>
                    <a:pt x="8652796" y="1122902"/>
                    <a:pt x="8652796" y="1108615"/>
                  </a:cubicBezTo>
                  <a:lnTo>
                    <a:pt x="8652796" y="970788"/>
                  </a:lnTo>
                  <a:cubicBezTo>
                    <a:pt x="8652796" y="956501"/>
                    <a:pt x="8667559" y="944785"/>
                    <a:pt x="8685657" y="944785"/>
                  </a:cubicBezTo>
                  <a:lnTo>
                    <a:pt x="8842534" y="944785"/>
                  </a:lnTo>
                  <a:cubicBezTo>
                    <a:pt x="8860631" y="944785"/>
                    <a:pt x="8875395" y="956501"/>
                    <a:pt x="8875395" y="970788"/>
                  </a:cubicBezTo>
                  <a:lnTo>
                    <a:pt x="8875395" y="1108615"/>
                  </a:lnTo>
                  <a:close/>
                  <a:moveTo>
                    <a:pt x="9161240" y="1108615"/>
                  </a:moveTo>
                  <a:cubicBezTo>
                    <a:pt x="9161240" y="1122902"/>
                    <a:pt x="9146477" y="1134618"/>
                    <a:pt x="9128379" y="1134618"/>
                  </a:cubicBezTo>
                  <a:lnTo>
                    <a:pt x="8971502" y="1134618"/>
                  </a:lnTo>
                  <a:cubicBezTo>
                    <a:pt x="8953405" y="1134618"/>
                    <a:pt x="8938641" y="1122902"/>
                    <a:pt x="8938641" y="1108615"/>
                  </a:cubicBezTo>
                  <a:lnTo>
                    <a:pt x="8938641" y="970788"/>
                  </a:lnTo>
                  <a:cubicBezTo>
                    <a:pt x="8938641" y="956501"/>
                    <a:pt x="8953405" y="944785"/>
                    <a:pt x="8971502" y="944785"/>
                  </a:cubicBezTo>
                  <a:lnTo>
                    <a:pt x="9128379" y="944785"/>
                  </a:lnTo>
                  <a:cubicBezTo>
                    <a:pt x="9146477" y="944785"/>
                    <a:pt x="9161240" y="956501"/>
                    <a:pt x="9161240" y="970788"/>
                  </a:cubicBezTo>
                  <a:lnTo>
                    <a:pt x="9161240" y="1108615"/>
                  </a:lnTo>
                  <a:close/>
                  <a:moveTo>
                    <a:pt x="9447086" y="1108615"/>
                  </a:moveTo>
                  <a:cubicBezTo>
                    <a:pt x="9447086" y="1122902"/>
                    <a:pt x="9432322" y="1134618"/>
                    <a:pt x="9414224" y="1134618"/>
                  </a:cubicBezTo>
                  <a:lnTo>
                    <a:pt x="9257348" y="1134618"/>
                  </a:lnTo>
                  <a:cubicBezTo>
                    <a:pt x="9239250" y="1134618"/>
                    <a:pt x="9224486" y="1122902"/>
                    <a:pt x="9224486" y="1108615"/>
                  </a:cubicBezTo>
                  <a:lnTo>
                    <a:pt x="9224486" y="970788"/>
                  </a:lnTo>
                  <a:cubicBezTo>
                    <a:pt x="9224486" y="956501"/>
                    <a:pt x="9239250" y="944785"/>
                    <a:pt x="9257348" y="944785"/>
                  </a:cubicBezTo>
                  <a:lnTo>
                    <a:pt x="9414224" y="944785"/>
                  </a:lnTo>
                  <a:cubicBezTo>
                    <a:pt x="9432322" y="944785"/>
                    <a:pt x="9447086" y="956501"/>
                    <a:pt x="9447086" y="970788"/>
                  </a:cubicBezTo>
                  <a:lnTo>
                    <a:pt x="9447086" y="1108615"/>
                  </a:lnTo>
                  <a:close/>
                  <a:moveTo>
                    <a:pt x="9732931" y="1108615"/>
                  </a:moveTo>
                  <a:cubicBezTo>
                    <a:pt x="9732931" y="1122902"/>
                    <a:pt x="9718167" y="1134618"/>
                    <a:pt x="9700070" y="1134618"/>
                  </a:cubicBezTo>
                  <a:lnTo>
                    <a:pt x="9543192" y="1134618"/>
                  </a:lnTo>
                  <a:cubicBezTo>
                    <a:pt x="9525095" y="1134618"/>
                    <a:pt x="9510332" y="1122902"/>
                    <a:pt x="9510332" y="1108615"/>
                  </a:cubicBezTo>
                  <a:lnTo>
                    <a:pt x="9510332" y="970788"/>
                  </a:lnTo>
                  <a:cubicBezTo>
                    <a:pt x="9510332" y="956501"/>
                    <a:pt x="9525095" y="944785"/>
                    <a:pt x="9543192" y="944785"/>
                  </a:cubicBezTo>
                  <a:lnTo>
                    <a:pt x="9700070" y="944785"/>
                  </a:lnTo>
                  <a:cubicBezTo>
                    <a:pt x="9718167" y="944785"/>
                    <a:pt x="9732931" y="956501"/>
                    <a:pt x="9732931" y="970788"/>
                  </a:cubicBezTo>
                  <a:lnTo>
                    <a:pt x="9732931" y="1108615"/>
                  </a:lnTo>
                  <a:close/>
                  <a:moveTo>
                    <a:pt x="10018776" y="1108615"/>
                  </a:moveTo>
                  <a:cubicBezTo>
                    <a:pt x="10018776" y="1122902"/>
                    <a:pt x="10004013" y="1134618"/>
                    <a:pt x="9985915" y="1134618"/>
                  </a:cubicBezTo>
                  <a:lnTo>
                    <a:pt x="9829038" y="1134618"/>
                  </a:lnTo>
                  <a:cubicBezTo>
                    <a:pt x="9810941" y="1134618"/>
                    <a:pt x="9796176" y="1122902"/>
                    <a:pt x="9796176" y="1108615"/>
                  </a:cubicBezTo>
                  <a:lnTo>
                    <a:pt x="9796176" y="970788"/>
                  </a:lnTo>
                  <a:cubicBezTo>
                    <a:pt x="9796176" y="956501"/>
                    <a:pt x="9810941" y="944785"/>
                    <a:pt x="9829038" y="944785"/>
                  </a:cubicBezTo>
                  <a:lnTo>
                    <a:pt x="9985915" y="944785"/>
                  </a:lnTo>
                  <a:cubicBezTo>
                    <a:pt x="10004013" y="944785"/>
                    <a:pt x="10018776" y="956501"/>
                    <a:pt x="10018776" y="970788"/>
                  </a:cubicBezTo>
                  <a:lnTo>
                    <a:pt x="10018776" y="1108615"/>
                  </a:lnTo>
                  <a:close/>
                  <a:moveTo>
                    <a:pt x="10304621" y="1108615"/>
                  </a:moveTo>
                  <a:cubicBezTo>
                    <a:pt x="10304621" y="1122902"/>
                    <a:pt x="10289858" y="1134618"/>
                    <a:pt x="10271760" y="1134618"/>
                  </a:cubicBezTo>
                  <a:lnTo>
                    <a:pt x="10114884" y="1134618"/>
                  </a:lnTo>
                  <a:cubicBezTo>
                    <a:pt x="10096786" y="1134618"/>
                    <a:pt x="10082022" y="1122902"/>
                    <a:pt x="10082022" y="1108615"/>
                  </a:cubicBezTo>
                  <a:lnTo>
                    <a:pt x="10082022" y="970788"/>
                  </a:lnTo>
                  <a:cubicBezTo>
                    <a:pt x="10082022" y="956501"/>
                    <a:pt x="10096786" y="944785"/>
                    <a:pt x="10114884" y="944785"/>
                  </a:cubicBezTo>
                  <a:lnTo>
                    <a:pt x="10271760" y="944785"/>
                  </a:lnTo>
                  <a:cubicBezTo>
                    <a:pt x="10289858" y="944785"/>
                    <a:pt x="10304621" y="956501"/>
                    <a:pt x="10304621" y="970788"/>
                  </a:cubicBezTo>
                  <a:lnTo>
                    <a:pt x="10304621" y="1108615"/>
                  </a:lnTo>
                  <a:close/>
                  <a:moveTo>
                    <a:pt x="10590466" y="1108615"/>
                  </a:moveTo>
                  <a:cubicBezTo>
                    <a:pt x="10590466" y="1122902"/>
                    <a:pt x="10575703" y="1134618"/>
                    <a:pt x="10557606" y="1134618"/>
                  </a:cubicBezTo>
                  <a:lnTo>
                    <a:pt x="10400728" y="1134618"/>
                  </a:lnTo>
                  <a:cubicBezTo>
                    <a:pt x="10382631" y="1134618"/>
                    <a:pt x="10367867" y="1122902"/>
                    <a:pt x="10367867" y="1108615"/>
                  </a:cubicBezTo>
                  <a:lnTo>
                    <a:pt x="10367867" y="970788"/>
                  </a:lnTo>
                  <a:cubicBezTo>
                    <a:pt x="10367867" y="956501"/>
                    <a:pt x="10382631" y="944785"/>
                    <a:pt x="10400728" y="944785"/>
                  </a:cubicBezTo>
                  <a:lnTo>
                    <a:pt x="10557606" y="944785"/>
                  </a:lnTo>
                  <a:cubicBezTo>
                    <a:pt x="10575703" y="944785"/>
                    <a:pt x="10590466" y="956501"/>
                    <a:pt x="10590466" y="970788"/>
                  </a:cubicBezTo>
                  <a:lnTo>
                    <a:pt x="10590466" y="1108615"/>
                  </a:lnTo>
                  <a:close/>
                  <a:moveTo>
                    <a:pt x="10876312" y="1108615"/>
                  </a:moveTo>
                  <a:cubicBezTo>
                    <a:pt x="10876312" y="1122902"/>
                    <a:pt x="10861547" y="1134618"/>
                    <a:pt x="10843451" y="1134618"/>
                  </a:cubicBezTo>
                  <a:lnTo>
                    <a:pt x="10686573" y="1134618"/>
                  </a:lnTo>
                  <a:cubicBezTo>
                    <a:pt x="10668477" y="1134618"/>
                    <a:pt x="10653712" y="1122902"/>
                    <a:pt x="10653712" y="1108615"/>
                  </a:cubicBezTo>
                  <a:lnTo>
                    <a:pt x="10653712" y="970788"/>
                  </a:lnTo>
                  <a:cubicBezTo>
                    <a:pt x="10653712" y="956501"/>
                    <a:pt x="10668477" y="944785"/>
                    <a:pt x="10686573" y="944785"/>
                  </a:cubicBezTo>
                  <a:lnTo>
                    <a:pt x="10843451" y="944785"/>
                  </a:lnTo>
                  <a:cubicBezTo>
                    <a:pt x="10861547" y="944785"/>
                    <a:pt x="10876312" y="956501"/>
                    <a:pt x="10876312" y="970788"/>
                  </a:cubicBezTo>
                  <a:lnTo>
                    <a:pt x="10876312" y="1108615"/>
                  </a:lnTo>
                  <a:close/>
                  <a:moveTo>
                    <a:pt x="5644706" y="721043"/>
                  </a:moveTo>
                  <a:lnTo>
                    <a:pt x="5644706" y="413575"/>
                  </a:lnTo>
                  <a:cubicBezTo>
                    <a:pt x="5644706" y="356330"/>
                    <a:pt x="5703856" y="309467"/>
                    <a:pt x="5776246" y="309467"/>
                  </a:cubicBezTo>
                  <a:lnTo>
                    <a:pt x="6307455" y="309467"/>
                  </a:lnTo>
                  <a:cubicBezTo>
                    <a:pt x="6379845" y="309467"/>
                    <a:pt x="6438996" y="356330"/>
                    <a:pt x="6438996" y="413575"/>
                  </a:cubicBezTo>
                  <a:lnTo>
                    <a:pt x="6438996" y="721043"/>
                  </a:lnTo>
                  <a:cubicBezTo>
                    <a:pt x="6438996" y="778288"/>
                    <a:pt x="6379845" y="825151"/>
                    <a:pt x="6307455" y="825151"/>
                  </a:cubicBezTo>
                  <a:lnTo>
                    <a:pt x="5776246" y="825151"/>
                  </a:lnTo>
                  <a:cubicBezTo>
                    <a:pt x="5703856" y="825151"/>
                    <a:pt x="5644706" y="778288"/>
                    <a:pt x="5644706" y="721043"/>
                  </a:cubicBezTo>
                  <a:close/>
                  <a:moveTo>
                    <a:pt x="6724841" y="721043"/>
                  </a:moveTo>
                  <a:lnTo>
                    <a:pt x="6724841" y="413575"/>
                  </a:lnTo>
                  <a:cubicBezTo>
                    <a:pt x="6724841" y="356330"/>
                    <a:pt x="6783991" y="309467"/>
                    <a:pt x="6856381" y="309467"/>
                  </a:cubicBezTo>
                  <a:lnTo>
                    <a:pt x="7387590" y="309467"/>
                  </a:lnTo>
                  <a:cubicBezTo>
                    <a:pt x="7459980" y="309467"/>
                    <a:pt x="7519130" y="356330"/>
                    <a:pt x="7519130" y="413575"/>
                  </a:cubicBezTo>
                  <a:lnTo>
                    <a:pt x="7519130" y="721043"/>
                  </a:lnTo>
                  <a:cubicBezTo>
                    <a:pt x="7519130" y="778288"/>
                    <a:pt x="7459980" y="825151"/>
                    <a:pt x="7387590" y="825151"/>
                  </a:cubicBezTo>
                  <a:lnTo>
                    <a:pt x="6856381" y="825151"/>
                  </a:lnTo>
                  <a:cubicBezTo>
                    <a:pt x="6783991" y="825151"/>
                    <a:pt x="6724841" y="778288"/>
                    <a:pt x="6724841" y="721043"/>
                  </a:cubicBezTo>
                  <a:close/>
                  <a:moveTo>
                    <a:pt x="7804976" y="721043"/>
                  </a:moveTo>
                  <a:lnTo>
                    <a:pt x="7804976" y="413575"/>
                  </a:lnTo>
                  <a:cubicBezTo>
                    <a:pt x="7804976" y="356330"/>
                    <a:pt x="7864126" y="309467"/>
                    <a:pt x="7936516" y="309467"/>
                  </a:cubicBezTo>
                  <a:lnTo>
                    <a:pt x="8467725" y="309467"/>
                  </a:lnTo>
                  <a:cubicBezTo>
                    <a:pt x="8540115" y="309467"/>
                    <a:pt x="8599265" y="356330"/>
                    <a:pt x="8599265" y="413575"/>
                  </a:cubicBezTo>
                  <a:lnTo>
                    <a:pt x="8599265" y="721043"/>
                  </a:lnTo>
                  <a:cubicBezTo>
                    <a:pt x="8599265" y="778288"/>
                    <a:pt x="8540115" y="825151"/>
                    <a:pt x="8467725" y="825151"/>
                  </a:cubicBezTo>
                  <a:lnTo>
                    <a:pt x="7936516" y="825151"/>
                  </a:lnTo>
                  <a:cubicBezTo>
                    <a:pt x="7864126" y="825151"/>
                    <a:pt x="7804976" y="778288"/>
                    <a:pt x="7804976" y="721043"/>
                  </a:cubicBezTo>
                  <a:close/>
                  <a:moveTo>
                    <a:pt x="8885111" y="721043"/>
                  </a:moveTo>
                  <a:lnTo>
                    <a:pt x="8885111" y="413575"/>
                  </a:lnTo>
                  <a:cubicBezTo>
                    <a:pt x="8885111" y="356330"/>
                    <a:pt x="8944261" y="309467"/>
                    <a:pt x="9016651" y="309467"/>
                  </a:cubicBezTo>
                  <a:lnTo>
                    <a:pt x="9547860" y="309467"/>
                  </a:lnTo>
                  <a:cubicBezTo>
                    <a:pt x="9620250" y="309467"/>
                    <a:pt x="9679400" y="356330"/>
                    <a:pt x="9679400" y="413575"/>
                  </a:cubicBezTo>
                  <a:lnTo>
                    <a:pt x="9679400" y="721043"/>
                  </a:lnTo>
                  <a:cubicBezTo>
                    <a:pt x="9679400" y="778288"/>
                    <a:pt x="9620250" y="825151"/>
                    <a:pt x="9547860" y="825151"/>
                  </a:cubicBezTo>
                  <a:lnTo>
                    <a:pt x="9016651" y="825151"/>
                  </a:lnTo>
                  <a:cubicBezTo>
                    <a:pt x="8944261" y="825151"/>
                    <a:pt x="8885111" y="778288"/>
                    <a:pt x="8885111" y="721043"/>
                  </a:cubicBezTo>
                  <a:close/>
                  <a:moveTo>
                    <a:pt x="9965245" y="721043"/>
                  </a:moveTo>
                  <a:lnTo>
                    <a:pt x="9965245" y="413575"/>
                  </a:lnTo>
                  <a:cubicBezTo>
                    <a:pt x="9965245" y="356330"/>
                    <a:pt x="10024396" y="309467"/>
                    <a:pt x="10096786" y="309467"/>
                  </a:cubicBezTo>
                  <a:lnTo>
                    <a:pt x="10627995" y="309467"/>
                  </a:lnTo>
                  <a:cubicBezTo>
                    <a:pt x="10700385" y="309467"/>
                    <a:pt x="10759535" y="356330"/>
                    <a:pt x="10759535" y="413575"/>
                  </a:cubicBezTo>
                  <a:lnTo>
                    <a:pt x="10759535" y="721043"/>
                  </a:lnTo>
                  <a:cubicBezTo>
                    <a:pt x="10759535" y="778288"/>
                    <a:pt x="10700385" y="825151"/>
                    <a:pt x="10627995" y="825151"/>
                  </a:cubicBezTo>
                  <a:lnTo>
                    <a:pt x="10096786" y="825151"/>
                  </a:lnTo>
                  <a:cubicBezTo>
                    <a:pt x="10024396" y="825151"/>
                    <a:pt x="9965245" y="778288"/>
                    <a:pt x="9965245" y="721043"/>
                  </a:cubicBezTo>
                  <a:close/>
                </a:path>
              </a:pathLst>
            </a:custGeom>
            <a:solidFill>
              <a:srgbClr val="FFFFFF">
                <a:alpha val="352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 rot="-904847">
              <a:off x="-2587149" y="-65142"/>
              <a:ext cx="9457050" cy="1011031"/>
            </a:xfrm>
            <a:custGeom>
              <a:avLst/>
              <a:gdLst/>
              <a:ahLst/>
              <a:cxnLst/>
              <a:rect l="l" t="t" r="r" b="b"/>
              <a:pathLst>
                <a:path w="10935747" h="1165860" extrusionOk="0">
                  <a:moveTo>
                    <a:pt x="5467826" y="0"/>
                  </a:moveTo>
                  <a:lnTo>
                    <a:pt x="0" y="0"/>
                  </a:lnTo>
                  <a:lnTo>
                    <a:pt x="0" y="1165860"/>
                  </a:lnTo>
                  <a:lnTo>
                    <a:pt x="10935748" y="1165860"/>
                  </a:lnTo>
                  <a:lnTo>
                    <a:pt x="10935748" y="0"/>
                  </a:lnTo>
                  <a:lnTo>
                    <a:pt x="5467922" y="0"/>
                  </a:lnTo>
                  <a:close/>
                  <a:moveTo>
                    <a:pt x="10672572" y="57245"/>
                  </a:moveTo>
                  <a:cubicBezTo>
                    <a:pt x="10672572" y="42958"/>
                    <a:pt x="10687336" y="31242"/>
                    <a:pt x="10705434" y="31242"/>
                  </a:cubicBezTo>
                  <a:lnTo>
                    <a:pt x="10862310" y="31242"/>
                  </a:lnTo>
                  <a:cubicBezTo>
                    <a:pt x="10880408" y="31242"/>
                    <a:pt x="10895171" y="42958"/>
                    <a:pt x="10895171" y="57245"/>
                  </a:cubicBezTo>
                  <a:lnTo>
                    <a:pt x="10895171" y="195072"/>
                  </a:lnTo>
                  <a:cubicBezTo>
                    <a:pt x="10895171" y="209360"/>
                    <a:pt x="10880408" y="221075"/>
                    <a:pt x="10862310" y="221075"/>
                  </a:cubicBezTo>
                  <a:lnTo>
                    <a:pt x="10705434" y="221075"/>
                  </a:lnTo>
                  <a:cubicBezTo>
                    <a:pt x="10687336" y="221075"/>
                    <a:pt x="10672572" y="209360"/>
                    <a:pt x="10672572" y="195072"/>
                  </a:cubicBezTo>
                  <a:lnTo>
                    <a:pt x="10672572" y="57245"/>
                  </a:lnTo>
                  <a:close/>
                  <a:moveTo>
                    <a:pt x="10386726" y="57245"/>
                  </a:moveTo>
                  <a:cubicBezTo>
                    <a:pt x="10386726" y="42958"/>
                    <a:pt x="10401491" y="31242"/>
                    <a:pt x="10419588" y="31242"/>
                  </a:cubicBezTo>
                  <a:lnTo>
                    <a:pt x="10576465" y="31242"/>
                  </a:lnTo>
                  <a:cubicBezTo>
                    <a:pt x="10594563" y="31242"/>
                    <a:pt x="10609326" y="42958"/>
                    <a:pt x="10609326" y="57245"/>
                  </a:cubicBezTo>
                  <a:lnTo>
                    <a:pt x="10609326" y="195072"/>
                  </a:lnTo>
                  <a:cubicBezTo>
                    <a:pt x="10609326" y="209360"/>
                    <a:pt x="10594563" y="221075"/>
                    <a:pt x="10576465" y="221075"/>
                  </a:cubicBezTo>
                  <a:lnTo>
                    <a:pt x="10419588" y="221075"/>
                  </a:lnTo>
                  <a:cubicBezTo>
                    <a:pt x="10401491" y="221075"/>
                    <a:pt x="10386726" y="209360"/>
                    <a:pt x="10386726" y="195072"/>
                  </a:cubicBezTo>
                  <a:lnTo>
                    <a:pt x="10386726" y="57245"/>
                  </a:lnTo>
                  <a:close/>
                  <a:moveTo>
                    <a:pt x="10100881" y="57245"/>
                  </a:moveTo>
                  <a:cubicBezTo>
                    <a:pt x="10100881" y="42958"/>
                    <a:pt x="10115645" y="31242"/>
                    <a:pt x="10133743" y="31242"/>
                  </a:cubicBezTo>
                  <a:lnTo>
                    <a:pt x="10290620" y="31242"/>
                  </a:lnTo>
                  <a:cubicBezTo>
                    <a:pt x="10308717" y="31242"/>
                    <a:pt x="10323480" y="42958"/>
                    <a:pt x="10323480" y="57245"/>
                  </a:cubicBezTo>
                  <a:lnTo>
                    <a:pt x="10323480" y="195072"/>
                  </a:lnTo>
                  <a:cubicBezTo>
                    <a:pt x="10323480" y="209360"/>
                    <a:pt x="10308717" y="221075"/>
                    <a:pt x="10290620" y="221075"/>
                  </a:cubicBezTo>
                  <a:lnTo>
                    <a:pt x="10133743" y="221075"/>
                  </a:lnTo>
                  <a:cubicBezTo>
                    <a:pt x="10115645" y="221075"/>
                    <a:pt x="10100881" y="209360"/>
                    <a:pt x="10100881" y="195072"/>
                  </a:cubicBezTo>
                  <a:lnTo>
                    <a:pt x="10100881" y="57245"/>
                  </a:lnTo>
                  <a:close/>
                  <a:moveTo>
                    <a:pt x="9815036" y="57245"/>
                  </a:moveTo>
                  <a:cubicBezTo>
                    <a:pt x="9815036" y="42958"/>
                    <a:pt x="9829800" y="31242"/>
                    <a:pt x="9847898" y="31242"/>
                  </a:cubicBezTo>
                  <a:lnTo>
                    <a:pt x="10004774" y="31242"/>
                  </a:lnTo>
                  <a:cubicBezTo>
                    <a:pt x="10022872" y="31242"/>
                    <a:pt x="10037635" y="42958"/>
                    <a:pt x="10037635" y="57245"/>
                  </a:cubicBezTo>
                  <a:lnTo>
                    <a:pt x="10037635" y="195072"/>
                  </a:lnTo>
                  <a:cubicBezTo>
                    <a:pt x="10037635" y="209360"/>
                    <a:pt x="10022872" y="221075"/>
                    <a:pt x="10004774" y="221075"/>
                  </a:cubicBezTo>
                  <a:lnTo>
                    <a:pt x="9847898" y="221075"/>
                  </a:lnTo>
                  <a:cubicBezTo>
                    <a:pt x="9829800" y="221075"/>
                    <a:pt x="9815036" y="209360"/>
                    <a:pt x="9815036" y="195072"/>
                  </a:cubicBezTo>
                  <a:lnTo>
                    <a:pt x="9815036" y="57245"/>
                  </a:lnTo>
                  <a:close/>
                  <a:moveTo>
                    <a:pt x="9529191" y="57245"/>
                  </a:moveTo>
                  <a:cubicBezTo>
                    <a:pt x="9529191" y="42958"/>
                    <a:pt x="9543955" y="31242"/>
                    <a:pt x="9562052" y="31242"/>
                  </a:cubicBezTo>
                  <a:lnTo>
                    <a:pt x="9718929" y="31242"/>
                  </a:lnTo>
                  <a:cubicBezTo>
                    <a:pt x="9737027" y="31242"/>
                    <a:pt x="9751790" y="42958"/>
                    <a:pt x="9751790" y="57245"/>
                  </a:cubicBezTo>
                  <a:lnTo>
                    <a:pt x="9751790" y="195072"/>
                  </a:lnTo>
                  <a:cubicBezTo>
                    <a:pt x="9751790" y="209360"/>
                    <a:pt x="9737027" y="221075"/>
                    <a:pt x="9718929" y="221075"/>
                  </a:cubicBezTo>
                  <a:lnTo>
                    <a:pt x="9562052" y="221075"/>
                  </a:lnTo>
                  <a:cubicBezTo>
                    <a:pt x="9543955" y="221075"/>
                    <a:pt x="9529191" y="209360"/>
                    <a:pt x="9529191" y="195072"/>
                  </a:cubicBezTo>
                  <a:lnTo>
                    <a:pt x="9529191" y="57245"/>
                  </a:lnTo>
                  <a:close/>
                  <a:moveTo>
                    <a:pt x="9243346" y="57245"/>
                  </a:moveTo>
                  <a:cubicBezTo>
                    <a:pt x="9243346" y="42958"/>
                    <a:pt x="9258109" y="31242"/>
                    <a:pt x="9276207" y="31242"/>
                  </a:cubicBezTo>
                  <a:lnTo>
                    <a:pt x="9433084" y="31242"/>
                  </a:lnTo>
                  <a:cubicBezTo>
                    <a:pt x="9451181" y="31242"/>
                    <a:pt x="9465945" y="42958"/>
                    <a:pt x="9465945" y="57245"/>
                  </a:cubicBezTo>
                  <a:lnTo>
                    <a:pt x="9465945" y="195072"/>
                  </a:lnTo>
                  <a:cubicBezTo>
                    <a:pt x="9465945" y="209360"/>
                    <a:pt x="9451181" y="221075"/>
                    <a:pt x="9433084" y="221075"/>
                  </a:cubicBezTo>
                  <a:lnTo>
                    <a:pt x="9276207" y="221075"/>
                  </a:lnTo>
                  <a:cubicBezTo>
                    <a:pt x="9258109" y="221075"/>
                    <a:pt x="9243346" y="209360"/>
                    <a:pt x="9243346" y="195072"/>
                  </a:cubicBezTo>
                  <a:lnTo>
                    <a:pt x="9243346" y="57245"/>
                  </a:lnTo>
                  <a:close/>
                  <a:moveTo>
                    <a:pt x="8957500" y="57245"/>
                  </a:moveTo>
                  <a:cubicBezTo>
                    <a:pt x="8957500" y="42958"/>
                    <a:pt x="8972264" y="31242"/>
                    <a:pt x="8990362" y="31242"/>
                  </a:cubicBezTo>
                  <a:lnTo>
                    <a:pt x="9147239" y="31242"/>
                  </a:lnTo>
                  <a:cubicBezTo>
                    <a:pt x="9165336" y="31242"/>
                    <a:pt x="9180100" y="42958"/>
                    <a:pt x="9180100" y="57245"/>
                  </a:cubicBezTo>
                  <a:lnTo>
                    <a:pt x="9180100" y="195072"/>
                  </a:lnTo>
                  <a:cubicBezTo>
                    <a:pt x="9180100" y="209360"/>
                    <a:pt x="9165336" y="221075"/>
                    <a:pt x="9147239" y="221075"/>
                  </a:cubicBezTo>
                  <a:lnTo>
                    <a:pt x="8990362" y="221075"/>
                  </a:lnTo>
                  <a:cubicBezTo>
                    <a:pt x="8972264" y="221075"/>
                    <a:pt x="8957500" y="209360"/>
                    <a:pt x="8957500" y="195072"/>
                  </a:cubicBezTo>
                  <a:lnTo>
                    <a:pt x="8957500" y="57245"/>
                  </a:lnTo>
                  <a:close/>
                  <a:moveTo>
                    <a:pt x="8671655" y="57245"/>
                  </a:moveTo>
                  <a:cubicBezTo>
                    <a:pt x="8671655" y="42958"/>
                    <a:pt x="8686419" y="31242"/>
                    <a:pt x="8704516" y="31242"/>
                  </a:cubicBezTo>
                  <a:lnTo>
                    <a:pt x="8861393" y="31242"/>
                  </a:lnTo>
                  <a:cubicBezTo>
                    <a:pt x="8879491" y="31242"/>
                    <a:pt x="8894255" y="42958"/>
                    <a:pt x="8894255" y="57245"/>
                  </a:cubicBezTo>
                  <a:lnTo>
                    <a:pt x="8894255" y="195072"/>
                  </a:lnTo>
                  <a:cubicBezTo>
                    <a:pt x="8894255" y="209360"/>
                    <a:pt x="8879491" y="221075"/>
                    <a:pt x="8861393" y="221075"/>
                  </a:cubicBezTo>
                  <a:lnTo>
                    <a:pt x="8704516" y="221075"/>
                  </a:lnTo>
                  <a:cubicBezTo>
                    <a:pt x="8686419" y="221075"/>
                    <a:pt x="8671655" y="209360"/>
                    <a:pt x="8671655" y="195072"/>
                  </a:cubicBezTo>
                  <a:lnTo>
                    <a:pt x="8671655" y="57245"/>
                  </a:lnTo>
                  <a:close/>
                  <a:moveTo>
                    <a:pt x="8385810" y="57245"/>
                  </a:moveTo>
                  <a:cubicBezTo>
                    <a:pt x="8385810" y="42958"/>
                    <a:pt x="8400574" y="31242"/>
                    <a:pt x="8418671" y="31242"/>
                  </a:cubicBezTo>
                  <a:lnTo>
                    <a:pt x="8575548" y="31242"/>
                  </a:lnTo>
                  <a:cubicBezTo>
                    <a:pt x="8593645" y="31242"/>
                    <a:pt x="8608409" y="42958"/>
                    <a:pt x="8608409" y="57245"/>
                  </a:cubicBezTo>
                  <a:lnTo>
                    <a:pt x="8608409" y="195072"/>
                  </a:lnTo>
                  <a:cubicBezTo>
                    <a:pt x="8608409" y="209360"/>
                    <a:pt x="8593645" y="221075"/>
                    <a:pt x="8575548" y="221075"/>
                  </a:cubicBezTo>
                  <a:lnTo>
                    <a:pt x="8418671" y="221075"/>
                  </a:lnTo>
                  <a:cubicBezTo>
                    <a:pt x="8400574" y="221075"/>
                    <a:pt x="8385810" y="209360"/>
                    <a:pt x="8385810" y="195072"/>
                  </a:cubicBezTo>
                  <a:lnTo>
                    <a:pt x="8385810" y="57245"/>
                  </a:lnTo>
                  <a:close/>
                  <a:moveTo>
                    <a:pt x="8099965" y="57245"/>
                  </a:moveTo>
                  <a:cubicBezTo>
                    <a:pt x="8099965" y="42958"/>
                    <a:pt x="8114729" y="31242"/>
                    <a:pt x="8132827" y="31242"/>
                  </a:cubicBezTo>
                  <a:lnTo>
                    <a:pt x="8289703" y="31242"/>
                  </a:lnTo>
                  <a:cubicBezTo>
                    <a:pt x="8307801" y="31242"/>
                    <a:pt x="8322564" y="42958"/>
                    <a:pt x="8322564" y="57245"/>
                  </a:cubicBezTo>
                  <a:lnTo>
                    <a:pt x="8322564" y="195072"/>
                  </a:lnTo>
                  <a:cubicBezTo>
                    <a:pt x="8322564" y="209360"/>
                    <a:pt x="8307801" y="221075"/>
                    <a:pt x="8289703" y="221075"/>
                  </a:cubicBezTo>
                  <a:lnTo>
                    <a:pt x="8132827" y="221075"/>
                  </a:lnTo>
                  <a:cubicBezTo>
                    <a:pt x="8114729" y="221075"/>
                    <a:pt x="8099965" y="209360"/>
                    <a:pt x="8099965" y="195072"/>
                  </a:cubicBezTo>
                  <a:lnTo>
                    <a:pt x="8099965" y="57245"/>
                  </a:lnTo>
                  <a:close/>
                  <a:moveTo>
                    <a:pt x="7814120" y="57245"/>
                  </a:moveTo>
                  <a:cubicBezTo>
                    <a:pt x="7814120" y="42958"/>
                    <a:pt x="7828883" y="31242"/>
                    <a:pt x="7846981" y="31242"/>
                  </a:cubicBezTo>
                  <a:lnTo>
                    <a:pt x="8003858" y="31242"/>
                  </a:lnTo>
                  <a:cubicBezTo>
                    <a:pt x="8021955" y="31242"/>
                    <a:pt x="8036719" y="42958"/>
                    <a:pt x="8036719" y="57245"/>
                  </a:cubicBezTo>
                  <a:lnTo>
                    <a:pt x="8036719" y="195072"/>
                  </a:lnTo>
                  <a:cubicBezTo>
                    <a:pt x="8036719" y="209360"/>
                    <a:pt x="8021955" y="221075"/>
                    <a:pt x="8003858" y="221075"/>
                  </a:cubicBezTo>
                  <a:lnTo>
                    <a:pt x="7846981" y="221075"/>
                  </a:lnTo>
                  <a:cubicBezTo>
                    <a:pt x="7828883" y="221075"/>
                    <a:pt x="7814120" y="209360"/>
                    <a:pt x="7814120" y="195072"/>
                  </a:cubicBezTo>
                  <a:lnTo>
                    <a:pt x="7814120" y="57245"/>
                  </a:lnTo>
                  <a:close/>
                  <a:moveTo>
                    <a:pt x="7528274" y="57245"/>
                  </a:moveTo>
                  <a:cubicBezTo>
                    <a:pt x="7528274" y="42958"/>
                    <a:pt x="7543038" y="31242"/>
                    <a:pt x="7561136" y="31242"/>
                  </a:cubicBezTo>
                  <a:lnTo>
                    <a:pt x="7718012" y="31242"/>
                  </a:lnTo>
                  <a:cubicBezTo>
                    <a:pt x="7736110" y="31242"/>
                    <a:pt x="7750874" y="42958"/>
                    <a:pt x="7750874" y="57245"/>
                  </a:cubicBezTo>
                  <a:lnTo>
                    <a:pt x="7750874" y="195072"/>
                  </a:lnTo>
                  <a:cubicBezTo>
                    <a:pt x="7750874" y="209360"/>
                    <a:pt x="7736110" y="221075"/>
                    <a:pt x="7718012" y="221075"/>
                  </a:cubicBezTo>
                  <a:lnTo>
                    <a:pt x="7561136" y="221075"/>
                  </a:lnTo>
                  <a:cubicBezTo>
                    <a:pt x="7543038" y="221075"/>
                    <a:pt x="7528274" y="209360"/>
                    <a:pt x="7528274" y="195072"/>
                  </a:cubicBezTo>
                  <a:lnTo>
                    <a:pt x="7528274" y="57245"/>
                  </a:lnTo>
                  <a:close/>
                  <a:moveTo>
                    <a:pt x="7242429" y="57245"/>
                  </a:moveTo>
                  <a:cubicBezTo>
                    <a:pt x="7242429" y="42958"/>
                    <a:pt x="7257193" y="31242"/>
                    <a:pt x="7275290" y="31242"/>
                  </a:cubicBezTo>
                  <a:lnTo>
                    <a:pt x="7432168" y="31242"/>
                  </a:lnTo>
                  <a:cubicBezTo>
                    <a:pt x="7450265" y="31242"/>
                    <a:pt x="7465028" y="42958"/>
                    <a:pt x="7465028" y="57245"/>
                  </a:cubicBezTo>
                  <a:lnTo>
                    <a:pt x="7465028" y="195072"/>
                  </a:lnTo>
                  <a:cubicBezTo>
                    <a:pt x="7465028" y="209360"/>
                    <a:pt x="7450265" y="221075"/>
                    <a:pt x="7432168" y="221075"/>
                  </a:cubicBezTo>
                  <a:lnTo>
                    <a:pt x="7275290" y="221075"/>
                  </a:lnTo>
                  <a:cubicBezTo>
                    <a:pt x="7257193" y="221075"/>
                    <a:pt x="7242429" y="209360"/>
                    <a:pt x="7242429" y="195072"/>
                  </a:cubicBezTo>
                  <a:lnTo>
                    <a:pt x="7242429" y="57245"/>
                  </a:lnTo>
                  <a:close/>
                  <a:moveTo>
                    <a:pt x="6956584" y="57245"/>
                  </a:moveTo>
                  <a:cubicBezTo>
                    <a:pt x="6956584" y="42958"/>
                    <a:pt x="6971348" y="31242"/>
                    <a:pt x="6989445" y="31242"/>
                  </a:cubicBezTo>
                  <a:lnTo>
                    <a:pt x="7146322" y="31242"/>
                  </a:lnTo>
                  <a:cubicBezTo>
                    <a:pt x="7164419" y="31242"/>
                    <a:pt x="7179183" y="42958"/>
                    <a:pt x="7179183" y="57245"/>
                  </a:cubicBezTo>
                  <a:lnTo>
                    <a:pt x="7179183" y="195072"/>
                  </a:lnTo>
                  <a:cubicBezTo>
                    <a:pt x="7179183" y="209360"/>
                    <a:pt x="7164419" y="221075"/>
                    <a:pt x="7146322" y="221075"/>
                  </a:cubicBezTo>
                  <a:lnTo>
                    <a:pt x="6989445" y="221075"/>
                  </a:lnTo>
                  <a:cubicBezTo>
                    <a:pt x="6971348" y="221075"/>
                    <a:pt x="6956584" y="209360"/>
                    <a:pt x="6956584" y="195072"/>
                  </a:cubicBezTo>
                  <a:lnTo>
                    <a:pt x="6956584" y="57245"/>
                  </a:lnTo>
                  <a:close/>
                  <a:moveTo>
                    <a:pt x="6670739" y="57245"/>
                  </a:moveTo>
                  <a:cubicBezTo>
                    <a:pt x="6670739" y="42958"/>
                    <a:pt x="6685503" y="31242"/>
                    <a:pt x="6703600" y="31242"/>
                  </a:cubicBezTo>
                  <a:lnTo>
                    <a:pt x="6860477" y="31242"/>
                  </a:lnTo>
                  <a:cubicBezTo>
                    <a:pt x="6878574" y="31242"/>
                    <a:pt x="6893338" y="42958"/>
                    <a:pt x="6893338" y="57245"/>
                  </a:cubicBezTo>
                  <a:lnTo>
                    <a:pt x="6893338" y="195072"/>
                  </a:lnTo>
                  <a:cubicBezTo>
                    <a:pt x="6893338" y="209360"/>
                    <a:pt x="6878574" y="221075"/>
                    <a:pt x="6860477" y="221075"/>
                  </a:cubicBezTo>
                  <a:lnTo>
                    <a:pt x="6703600" y="221075"/>
                  </a:lnTo>
                  <a:cubicBezTo>
                    <a:pt x="6685503" y="221075"/>
                    <a:pt x="6670739" y="209360"/>
                    <a:pt x="6670739" y="195072"/>
                  </a:cubicBezTo>
                  <a:lnTo>
                    <a:pt x="6670739" y="57245"/>
                  </a:lnTo>
                  <a:close/>
                  <a:moveTo>
                    <a:pt x="6384894" y="57245"/>
                  </a:moveTo>
                  <a:cubicBezTo>
                    <a:pt x="6384894" y="42958"/>
                    <a:pt x="6399657" y="31242"/>
                    <a:pt x="6417755" y="31242"/>
                  </a:cubicBezTo>
                  <a:lnTo>
                    <a:pt x="6574631" y="31242"/>
                  </a:lnTo>
                  <a:cubicBezTo>
                    <a:pt x="6592729" y="31242"/>
                    <a:pt x="6607493" y="42958"/>
                    <a:pt x="6607493" y="57245"/>
                  </a:cubicBezTo>
                  <a:lnTo>
                    <a:pt x="6607493" y="195072"/>
                  </a:lnTo>
                  <a:cubicBezTo>
                    <a:pt x="6607493" y="209360"/>
                    <a:pt x="6592729" y="221075"/>
                    <a:pt x="6574631" y="221075"/>
                  </a:cubicBezTo>
                  <a:lnTo>
                    <a:pt x="6417755" y="221075"/>
                  </a:lnTo>
                  <a:cubicBezTo>
                    <a:pt x="6399657" y="221075"/>
                    <a:pt x="6384894" y="209360"/>
                    <a:pt x="6384894" y="195072"/>
                  </a:cubicBezTo>
                  <a:lnTo>
                    <a:pt x="6384894" y="57245"/>
                  </a:lnTo>
                  <a:close/>
                  <a:moveTo>
                    <a:pt x="6099048" y="57245"/>
                  </a:moveTo>
                  <a:cubicBezTo>
                    <a:pt x="6099048" y="42958"/>
                    <a:pt x="6113812" y="31242"/>
                    <a:pt x="6131910" y="31242"/>
                  </a:cubicBezTo>
                  <a:lnTo>
                    <a:pt x="6288786" y="31242"/>
                  </a:lnTo>
                  <a:cubicBezTo>
                    <a:pt x="6306884" y="31242"/>
                    <a:pt x="6321648" y="42958"/>
                    <a:pt x="6321648" y="57245"/>
                  </a:cubicBezTo>
                  <a:lnTo>
                    <a:pt x="6321648" y="195072"/>
                  </a:lnTo>
                  <a:cubicBezTo>
                    <a:pt x="6321648" y="209360"/>
                    <a:pt x="6306884" y="221075"/>
                    <a:pt x="6288786" y="221075"/>
                  </a:cubicBezTo>
                  <a:lnTo>
                    <a:pt x="6131910" y="221075"/>
                  </a:lnTo>
                  <a:cubicBezTo>
                    <a:pt x="6113812" y="221075"/>
                    <a:pt x="6099048" y="209360"/>
                    <a:pt x="6099048" y="195072"/>
                  </a:cubicBezTo>
                  <a:lnTo>
                    <a:pt x="6099048" y="57245"/>
                  </a:lnTo>
                  <a:close/>
                  <a:moveTo>
                    <a:pt x="5813203" y="57245"/>
                  </a:moveTo>
                  <a:cubicBezTo>
                    <a:pt x="5813203" y="42958"/>
                    <a:pt x="5827967" y="31242"/>
                    <a:pt x="5846064" y="31242"/>
                  </a:cubicBezTo>
                  <a:lnTo>
                    <a:pt x="6002941" y="31242"/>
                  </a:lnTo>
                  <a:cubicBezTo>
                    <a:pt x="6021039" y="31242"/>
                    <a:pt x="6035802" y="42958"/>
                    <a:pt x="6035802" y="57245"/>
                  </a:cubicBezTo>
                  <a:lnTo>
                    <a:pt x="6035802" y="195072"/>
                  </a:lnTo>
                  <a:cubicBezTo>
                    <a:pt x="6035802" y="209360"/>
                    <a:pt x="6021039" y="221075"/>
                    <a:pt x="6002941" y="221075"/>
                  </a:cubicBezTo>
                  <a:lnTo>
                    <a:pt x="5846064" y="221075"/>
                  </a:lnTo>
                  <a:cubicBezTo>
                    <a:pt x="5827967" y="221075"/>
                    <a:pt x="5813203" y="209360"/>
                    <a:pt x="5813203" y="195072"/>
                  </a:cubicBezTo>
                  <a:lnTo>
                    <a:pt x="5813203" y="57245"/>
                  </a:lnTo>
                  <a:close/>
                  <a:moveTo>
                    <a:pt x="5527358" y="57245"/>
                  </a:moveTo>
                  <a:cubicBezTo>
                    <a:pt x="5527358" y="42958"/>
                    <a:pt x="5542121" y="31242"/>
                    <a:pt x="5560219" y="31242"/>
                  </a:cubicBezTo>
                  <a:lnTo>
                    <a:pt x="5717095" y="31242"/>
                  </a:lnTo>
                  <a:cubicBezTo>
                    <a:pt x="5735193" y="31242"/>
                    <a:pt x="5749957" y="42958"/>
                    <a:pt x="5749957" y="57245"/>
                  </a:cubicBezTo>
                  <a:lnTo>
                    <a:pt x="5749957" y="195072"/>
                  </a:lnTo>
                  <a:cubicBezTo>
                    <a:pt x="5749957" y="209360"/>
                    <a:pt x="5735193" y="221075"/>
                    <a:pt x="5717095" y="221075"/>
                  </a:cubicBezTo>
                  <a:lnTo>
                    <a:pt x="5560219" y="221075"/>
                  </a:lnTo>
                  <a:cubicBezTo>
                    <a:pt x="5542121" y="221075"/>
                    <a:pt x="5527358" y="209360"/>
                    <a:pt x="5527358" y="195072"/>
                  </a:cubicBezTo>
                  <a:lnTo>
                    <a:pt x="5527358" y="57245"/>
                  </a:lnTo>
                  <a:close/>
                  <a:moveTo>
                    <a:pt x="5204555" y="57245"/>
                  </a:moveTo>
                  <a:cubicBezTo>
                    <a:pt x="5204555" y="42958"/>
                    <a:pt x="5219319" y="31242"/>
                    <a:pt x="5237417" y="31242"/>
                  </a:cubicBezTo>
                  <a:lnTo>
                    <a:pt x="5394294" y="31242"/>
                  </a:lnTo>
                  <a:cubicBezTo>
                    <a:pt x="5412391" y="31242"/>
                    <a:pt x="5427155" y="42958"/>
                    <a:pt x="5427155" y="57245"/>
                  </a:cubicBezTo>
                  <a:lnTo>
                    <a:pt x="5427155" y="195072"/>
                  </a:lnTo>
                  <a:cubicBezTo>
                    <a:pt x="5427155" y="209360"/>
                    <a:pt x="5412391" y="221075"/>
                    <a:pt x="5394294" y="221075"/>
                  </a:cubicBezTo>
                  <a:lnTo>
                    <a:pt x="5237417" y="221075"/>
                  </a:lnTo>
                  <a:cubicBezTo>
                    <a:pt x="5219319" y="221075"/>
                    <a:pt x="5204555" y="209360"/>
                    <a:pt x="5204555" y="195072"/>
                  </a:cubicBezTo>
                  <a:lnTo>
                    <a:pt x="5204555" y="57245"/>
                  </a:lnTo>
                  <a:close/>
                  <a:moveTo>
                    <a:pt x="4918710" y="57245"/>
                  </a:moveTo>
                  <a:cubicBezTo>
                    <a:pt x="4918710" y="42958"/>
                    <a:pt x="4933474" y="31242"/>
                    <a:pt x="4951571" y="31242"/>
                  </a:cubicBezTo>
                  <a:lnTo>
                    <a:pt x="5108448" y="31242"/>
                  </a:lnTo>
                  <a:cubicBezTo>
                    <a:pt x="5126545" y="31242"/>
                    <a:pt x="5141310" y="42958"/>
                    <a:pt x="5141310" y="57245"/>
                  </a:cubicBezTo>
                  <a:lnTo>
                    <a:pt x="5141310" y="195072"/>
                  </a:lnTo>
                  <a:cubicBezTo>
                    <a:pt x="5141310" y="209360"/>
                    <a:pt x="5126545" y="221075"/>
                    <a:pt x="5108448" y="221075"/>
                  </a:cubicBezTo>
                  <a:lnTo>
                    <a:pt x="4951571" y="221075"/>
                  </a:lnTo>
                  <a:cubicBezTo>
                    <a:pt x="4933474" y="221075"/>
                    <a:pt x="4918710" y="209360"/>
                    <a:pt x="4918710" y="195072"/>
                  </a:cubicBezTo>
                  <a:lnTo>
                    <a:pt x="4918710" y="57245"/>
                  </a:lnTo>
                  <a:close/>
                  <a:moveTo>
                    <a:pt x="4632865" y="57245"/>
                  </a:moveTo>
                  <a:cubicBezTo>
                    <a:pt x="4632865" y="42958"/>
                    <a:pt x="4647629" y="31242"/>
                    <a:pt x="4665726" y="31242"/>
                  </a:cubicBezTo>
                  <a:lnTo>
                    <a:pt x="4822603" y="31242"/>
                  </a:lnTo>
                  <a:cubicBezTo>
                    <a:pt x="4840700" y="31242"/>
                    <a:pt x="4855464" y="42958"/>
                    <a:pt x="4855464" y="57245"/>
                  </a:cubicBezTo>
                  <a:lnTo>
                    <a:pt x="4855464" y="195072"/>
                  </a:lnTo>
                  <a:cubicBezTo>
                    <a:pt x="4855464" y="209360"/>
                    <a:pt x="4840700" y="221075"/>
                    <a:pt x="4822603" y="221075"/>
                  </a:cubicBezTo>
                  <a:lnTo>
                    <a:pt x="4665726" y="221075"/>
                  </a:lnTo>
                  <a:cubicBezTo>
                    <a:pt x="4647629" y="221075"/>
                    <a:pt x="4632865" y="209360"/>
                    <a:pt x="4632865" y="195072"/>
                  </a:cubicBezTo>
                  <a:lnTo>
                    <a:pt x="4632865" y="57245"/>
                  </a:lnTo>
                  <a:close/>
                  <a:moveTo>
                    <a:pt x="4347020" y="57245"/>
                  </a:moveTo>
                  <a:cubicBezTo>
                    <a:pt x="4347020" y="42958"/>
                    <a:pt x="4361783" y="31242"/>
                    <a:pt x="4379881" y="31242"/>
                  </a:cubicBezTo>
                  <a:lnTo>
                    <a:pt x="4536758" y="31242"/>
                  </a:lnTo>
                  <a:cubicBezTo>
                    <a:pt x="4554855" y="31242"/>
                    <a:pt x="4569619" y="42958"/>
                    <a:pt x="4569619" y="57245"/>
                  </a:cubicBezTo>
                  <a:lnTo>
                    <a:pt x="4569619" y="195072"/>
                  </a:lnTo>
                  <a:cubicBezTo>
                    <a:pt x="4569619" y="209360"/>
                    <a:pt x="4554855" y="221075"/>
                    <a:pt x="4536758" y="221075"/>
                  </a:cubicBezTo>
                  <a:lnTo>
                    <a:pt x="4379881" y="221075"/>
                  </a:lnTo>
                  <a:cubicBezTo>
                    <a:pt x="4361783" y="221075"/>
                    <a:pt x="4347020" y="209360"/>
                    <a:pt x="4347020" y="195072"/>
                  </a:cubicBezTo>
                  <a:lnTo>
                    <a:pt x="4347020" y="57245"/>
                  </a:lnTo>
                  <a:close/>
                  <a:moveTo>
                    <a:pt x="4061174" y="57245"/>
                  </a:moveTo>
                  <a:cubicBezTo>
                    <a:pt x="4061174" y="42958"/>
                    <a:pt x="4075938" y="31242"/>
                    <a:pt x="4094036" y="31242"/>
                  </a:cubicBezTo>
                  <a:lnTo>
                    <a:pt x="4250913" y="31242"/>
                  </a:lnTo>
                  <a:cubicBezTo>
                    <a:pt x="4269010" y="31242"/>
                    <a:pt x="4283774" y="42958"/>
                    <a:pt x="4283774" y="57245"/>
                  </a:cubicBezTo>
                  <a:lnTo>
                    <a:pt x="4283774" y="195072"/>
                  </a:lnTo>
                  <a:cubicBezTo>
                    <a:pt x="4283774" y="209360"/>
                    <a:pt x="4269010" y="221075"/>
                    <a:pt x="4250913" y="221075"/>
                  </a:cubicBezTo>
                  <a:lnTo>
                    <a:pt x="4094036" y="221075"/>
                  </a:lnTo>
                  <a:cubicBezTo>
                    <a:pt x="4075938" y="221075"/>
                    <a:pt x="4061174" y="209360"/>
                    <a:pt x="4061174" y="195072"/>
                  </a:cubicBezTo>
                  <a:lnTo>
                    <a:pt x="4061174" y="57245"/>
                  </a:lnTo>
                  <a:close/>
                  <a:moveTo>
                    <a:pt x="3775329" y="57245"/>
                  </a:moveTo>
                  <a:cubicBezTo>
                    <a:pt x="3775329" y="42958"/>
                    <a:pt x="3790093" y="31242"/>
                    <a:pt x="3808190" y="31242"/>
                  </a:cubicBezTo>
                  <a:lnTo>
                    <a:pt x="3965067" y="31242"/>
                  </a:lnTo>
                  <a:cubicBezTo>
                    <a:pt x="3983165" y="31242"/>
                    <a:pt x="3997928" y="42958"/>
                    <a:pt x="3997928" y="57245"/>
                  </a:cubicBezTo>
                  <a:lnTo>
                    <a:pt x="3997928" y="195072"/>
                  </a:lnTo>
                  <a:cubicBezTo>
                    <a:pt x="3997928" y="209360"/>
                    <a:pt x="3983165" y="221075"/>
                    <a:pt x="3965067" y="221075"/>
                  </a:cubicBezTo>
                  <a:lnTo>
                    <a:pt x="3808190" y="221075"/>
                  </a:lnTo>
                  <a:cubicBezTo>
                    <a:pt x="3790093" y="221075"/>
                    <a:pt x="3775329" y="209360"/>
                    <a:pt x="3775329" y="195072"/>
                  </a:cubicBezTo>
                  <a:lnTo>
                    <a:pt x="3775329" y="57245"/>
                  </a:lnTo>
                  <a:close/>
                  <a:moveTo>
                    <a:pt x="3489484" y="57245"/>
                  </a:moveTo>
                  <a:cubicBezTo>
                    <a:pt x="3489484" y="42958"/>
                    <a:pt x="3504248" y="31242"/>
                    <a:pt x="3522345" y="31242"/>
                  </a:cubicBezTo>
                  <a:lnTo>
                    <a:pt x="3679222" y="31242"/>
                  </a:lnTo>
                  <a:cubicBezTo>
                    <a:pt x="3697320" y="31242"/>
                    <a:pt x="3712083" y="42958"/>
                    <a:pt x="3712083" y="57245"/>
                  </a:cubicBezTo>
                  <a:lnTo>
                    <a:pt x="3712083" y="195072"/>
                  </a:lnTo>
                  <a:cubicBezTo>
                    <a:pt x="3712083" y="209360"/>
                    <a:pt x="3697320" y="221075"/>
                    <a:pt x="3679222" y="221075"/>
                  </a:cubicBezTo>
                  <a:lnTo>
                    <a:pt x="3522345" y="221075"/>
                  </a:lnTo>
                  <a:cubicBezTo>
                    <a:pt x="3504248" y="221075"/>
                    <a:pt x="3489484" y="209360"/>
                    <a:pt x="3489484" y="195072"/>
                  </a:cubicBezTo>
                  <a:lnTo>
                    <a:pt x="3489484" y="57245"/>
                  </a:lnTo>
                  <a:close/>
                  <a:moveTo>
                    <a:pt x="3203639" y="57245"/>
                  </a:moveTo>
                  <a:cubicBezTo>
                    <a:pt x="3203639" y="42958"/>
                    <a:pt x="3218403" y="31242"/>
                    <a:pt x="3236500" y="31242"/>
                  </a:cubicBezTo>
                  <a:lnTo>
                    <a:pt x="3393377" y="31242"/>
                  </a:lnTo>
                  <a:cubicBezTo>
                    <a:pt x="3411474" y="31242"/>
                    <a:pt x="3426238" y="42958"/>
                    <a:pt x="3426238" y="57245"/>
                  </a:cubicBezTo>
                  <a:lnTo>
                    <a:pt x="3426238" y="195072"/>
                  </a:lnTo>
                  <a:cubicBezTo>
                    <a:pt x="3426238" y="209360"/>
                    <a:pt x="3411474" y="221075"/>
                    <a:pt x="3393377" y="221075"/>
                  </a:cubicBezTo>
                  <a:lnTo>
                    <a:pt x="3236500" y="221075"/>
                  </a:lnTo>
                  <a:cubicBezTo>
                    <a:pt x="3218403" y="221075"/>
                    <a:pt x="3203639" y="209360"/>
                    <a:pt x="3203639" y="195072"/>
                  </a:cubicBezTo>
                  <a:lnTo>
                    <a:pt x="3203639" y="57245"/>
                  </a:lnTo>
                  <a:close/>
                  <a:moveTo>
                    <a:pt x="2917793" y="57245"/>
                  </a:moveTo>
                  <a:cubicBezTo>
                    <a:pt x="2917793" y="42958"/>
                    <a:pt x="2932557" y="31242"/>
                    <a:pt x="2950655" y="31242"/>
                  </a:cubicBezTo>
                  <a:lnTo>
                    <a:pt x="3107531" y="31242"/>
                  </a:lnTo>
                  <a:cubicBezTo>
                    <a:pt x="3125629" y="31242"/>
                    <a:pt x="3140393" y="42958"/>
                    <a:pt x="3140393" y="57245"/>
                  </a:cubicBezTo>
                  <a:lnTo>
                    <a:pt x="3140393" y="195072"/>
                  </a:lnTo>
                  <a:cubicBezTo>
                    <a:pt x="3140393" y="209360"/>
                    <a:pt x="3125629" y="221075"/>
                    <a:pt x="3107531" y="221075"/>
                  </a:cubicBezTo>
                  <a:lnTo>
                    <a:pt x="2950655" y="221075"/>
                  </a:lnTo>
                  <a:cubicBezTo>
                    <a:pt x="2932557" y="221075"/>
                    <a:pt x="2917793" y="209360"/>
                    <a:pt x="2917793" y="195072"/>
                  </a:cubicBezTo>
                  <a:lnTo>
                    <a:pt x="2917793" y="57245"/>
                  </a:lnTo>
                  <a:close/>
                  <a:moveTo>
                    <a:pt x="2631948" y="57245"/>
                  </a:moveTo>
                  <a:cubicBezTo>
                    <a:pt x="2631948" y="42958"/>
                    <a:pt x="2646712" y="31242"/>
                    <a:pt x="2664809" y="31242"/>
                  </a:cubicBezTo>
                  <a:lnTo>
                    <a:pt x="2821686" y="31242"/>
                  </a:lnTo>
                  <a:cubicBezTo>
                    <a:pt x="2839784" y="31242"/>
                    <a:pt x="2854547" y="42958"/>
                    <a:pt x="2854547" y="57245"/>
                  </a:cubicBezTo>
                  <a:lnTo>
                    <a:pt x="2854547" y="195072"/>
                  </a:lnTo>
                  <a:cubicBezTo>
                    <a:pt x="2854547" y="209360"/>
                    <a:pt x="2839784" y="221075"/>
                    <a:pt x="2821686" y="221075"/>
                  </a:cubicBezTo>
                  <a:lnTo>
                    <a:pt x="2664809" y="221075"/>
                  </a:lnTo>
                  <a:cubicBezTo>
                    <a:pt x="2646712" y="221075"/>
                    <a:pt x="2631948" y="209360"/>
                    <a:pt x="2631948" y="195072"/>
                  </a:cubicBezTo>
                  <a:lnTo>
                    <a:pt x="2631948" y="57245"/>
                  </a:lnTo>
                  <a:close/>
                  <a:moveTo>
                    <a:pt x="2346103" y="57245"/>
                  </a:moveTo>
                  <a:cubicBezTo>
                    <a:pt x="2346103" y="42958"/>
                    <a:pt x="2360867" y="31242"/>
                    <a:pt x="2378964" y="31242"/>
                  </a:cubicBezTo>
                  <a:lnTo>
                    <a:pt x="2535841" y="31242"/>
                  </a:lnTo>
                  <a:cubicBezTo>
                    <a:pt x="2553938" y="31242"/>
                    <a:pt x="2568702" y="42958"/>
                    <a:pt x="2568702" y="57245"/>
                  </a:cubicBezTo>
                  <a:lnTo>
                    <a:pt x="2568702" y="195072"/>
                  </a:lnTo>
                  <a:cubicBezTo>
                    <a:pt x="2568702" y="209360"/>
                    <a:pt x="2553938" y="221075"/>
                    <a:pt x="2535841" y="221075"/>
                  </a:cubicBezTo>
                  <a:lnTo>
                    <a:pt x="2378964" y="221075"/>
                  </a:lnTo>
                  <a:cubicBezTo>
                    <a:pt x="2360867" y="221075"/>
                    <a:pt x="2346103" y="209360"/>
                    <a:pt x="2346103" y="195072"/>
                  </a:cubicBezTo>
                  <a:lnTo>
                    <a:pt x="2346103" y="57245"/>
                  </a:lnTo>
                  <a:close/>
                  <a:moveTo>
                    <a:pt x="2060258" y="57245"/>
                  </a:moveTo>
                  <a:cubicBezTo>
                    <a:pt x="2060258" y="42958"/>
                    <a:pt x="2075021" y="31242"/>
                    <a:pt x="2093119" y="31242"/>
                  </a:cubicBezTo>
                  <a:lnTo>
                    <a:pt x="2249996" y="31242"/>
                  </a:lnTo>
                  <a:cubicBezTo>
                    <a:pt x="2268093" y="31242"/>
                    <a:pt x="2282857" y="42958"/>
                    <a:pt x="2282857" y="57245"/>
                  </a:cubicBezTo>
                  <a:lnTo>
                    <a:pt x="2282857" y="195072"/>
                  </a:lnTo>
                  <a:cubicBezTo>
                    <a:pt x="2282857" y="209360"/>
                    <a:pt x="2268093" y="221075"/>
                    <a:pt x="2249996" y="221075"/>
                  </a:cubicBezTo>
                  <a:lnTo>
                    <a:pt x="2093119" y="221075"/>
                  </a:lnTo>
                  <a:cubicBezTo>
                    <a:pt x="2075021" y="221075"/>
                    <a:pt x="2060258" y="209360"/>
                    <a:pt x="2060258" y="195072"/>
                  </a:cubicBezTo>
                  <a:lnTo>
                    <a:pt x="2060258" y="57245"/>
                  </a:lnTo>
                  <a:close/>
                  <a:moveTo>
                    <a:pt x="1774412" y="57245"/>
                  </a:moveTo>
                  <a:cubicBezTo>
                    <a:pt x="1774412" y="42958"/>
                    <a:pt x="1789176" y="31242"/>
                    <a:pt x="1807274" y="31242"/>
                  </a:cubicBezTo>
                  <a:lnTo>
                    <a:pt x="1964150" y="31242"/>
                  </a:lnTo>
                  <a:cubicBezTo>
                    <a:pt x="1982248" y="31242"/>
                    <a:pt x="1997012" y="42958"/>
                    <a:pt x="1997012" y="57245"/>
                  </a:cubicBezTo>
                  <a:lnTo>
                    <a:pt x="1997012" y="195072"/>
                  </a:lnTo>
                  <a:cubicBezTo>
                    <a:pt x="1997012" y="209360"/>
                    <a:pt x="1982248" y="221075"/>
                    <a:pt x="1964150" y="221075"/>
                  </a:cubicBezTo>
                  <a:lnTo>
                    <a:pt x="1807274" y="221075"/>
                  </a:lnTo>
                  <a:cubicBezTo>
                    <a:pt x="1789176" y="221075"/>
                    <a:pt x="1774412" y="209360"/>
                    <a:pt x="1774412" y="195072"/>
                  </a:cubicBezTo>
                  <a:lnTo>
                    <a:pt x="1774412" y="57245"/>
                  </a:lnTo>
                  <a:close/>
                  <a:moveTo>
                    <a:pt x="1488567" y="57245"/>
                  </a:moveTo>
                  <a:cubicBezTo>
                    <a:pt x="1488567" y="42958"/>
                    <a:pt x="1503331" y="31242"/>
                    <a:pt x="1521428" y="31242"/>
                  </a:cubicBezTo>
                  <a:lnTo>
                    <a:pt x="1678305" y="31242"/>
                  </a:lnTo>
                  <a:cubicBezTo>
                    <a:pt x="1696403" y="31242"/>
                    <a:pt x="1711166" y="42958"/>
                    <a:pt x="1711166" y="57245"/>
                  </a:cubicBezTo>
                  <a:lnTo>
                    <a:pt x="1711166" y="195072"/>
                  </a:lnTo>
                  <a:cubicBezTo>
                    <a:pt x="1711166" y="209360"/>
                    <a:pt x="1696403" y="221075"/>
                    <a:pt x="1678305" y="221075"/>
                  </a:cubicBezTo>
                  <a:lnTo>
                    <a:pt x="1521428" y="221075"/>
                  </a:lnTo>
                  <a:cubicBezTo>
                    <a:pt x="1503331" y="221075"/>
                    <a:pt x="1488567" y="209360"/>
                    <a:pt x="1488567" y="195072"/>
                  </a:cubicBezTo>
                  <a:lnTo>
                    <a:pt x="1488567" y="57245"/>
                  </a:lnTo>
                  <a:close/>
                  <a:moveTo>
                    <a:pt x="1202722" y="57245"/>
                  </a:moveTo>
                  <a:cubicBezTo>
                    <a:pt x="1202722" y="42958"/>
                    <a:pt x="1217486" y="31242"/>
                    <a:pt x="1235583" y="31242"/>
                  </a:cubicBezTo>
                  <a:lnTo>
                    <a:pt x="1392460" y="31242"/>
                  </a:lnTo>
                  <a:cubicBezTo>
                    <a:pt x="1410557" y="31242"/>
                    <a:pt x="1425321" y="42958"/>
                    <a:pt x="1425321" y="57245"/>
                  </a:cubicBezTo>
                  <a:lnTo>
                    <a:pt x="1425321" y="195072"/>
                  </a:lnTo>
                  <a:cubicBezTo>
                    <a:pt x="1425321" y="209360"/>
                    <a:pt x="1410557" y="221075"/>
                    <a:pt x="1392460" y="221075"/>
                  </a:cubicBezTo>
                  <a:lnTo>
                    <a:pt x="1235583" y="221075"/>
                  </a:lnTo>
                  <a:cubicBezTo>
                    <a:pt x="1217486" y="221075"/>
                    <a:pt x="1202722" y="209360"/>
                    <a:pt x="1202722" y="195072"/>
                  </a:cubicBezTo>
                  <a:lnTo>
                    <a:pt x="1202722" y="57245"/>
                  </a:lnTo>
                  <a:close/>
                  <a:moveTo>
                    <a:pt x="916877" y="57245"/>
                  </a:moveTo>
                  <a:cubicBezTo>
                    <a:pt x="916877" y="42958"/>
                    <a:pt x="931640" y="31242"/>
                    <a:pt x="949738" y="31242"/>
                  </a:cubicBezTo>
                  <a:lnTo>
                    <a:pt x="1106615" y="31242"/>
                  </a:lnTo>
                  <a:cubicBezTo>
                    <a:pt x="1124712" y="31242"/>
                    <a:pt x="1139476" y="42958"/>
                    <a:pt x="1139476" y="57245"/>
                  </a:cubicBezTo>
                  <a:lnTo>
                    <a:pt x="1139476" y="195072"/>
                  </a:lnTo>
                  <a:cubicBezTo>
                    <a:pt x="1139476" y="209360"/>
                    <a:pt x="1124712" y="221075"/>
                    <a:pt x="1106615" y="221075"/>
                  </a:cubicBezTo>
                  <a:lnTo>
                    <a:pt x="949738" y="221075"/>
                  </a:lnTo>
                  <a:cubicBezTo>
                    <a:pt x="931640" y="221075"/>
                    <a:pt x="916877" y="209360"/>
                    <a:pt x="916877" y="195072"/>
                  </a:cubicBezTo>
                  <a:lnTo>
                    <a:pt x="916877" y="57245"/>
                  </a:lnTo>
                  <a:close/>
                  <a:moveTo>
                    <a:pt x="631031" y="57245"/>
                  </a:moveTo>
                  <a:cubicBezTo>
                    <a:pt x="631031" y="42958"/>
                    <a:pt x="645795" y="31242"/>
                    <a:pt x="663893" y="31242"/>
                  </a:cubicBezTo>
                  <a:lnTo>
                    <a:pt x="820769" y="31242"/>
                  </a:lnTo>
                  <a:cubicBezTo>
                    <a:pt x="838867" y="31242"/>
                    <a:pt x="853631" y="42958"/>
                    <a:pt x="853631" y="57245"/>
                  </a:cubicBezTo>
                  <a:lnTo>
                    <a:pt x="853631" y="195072"/>
                  </a:lnTo>
                  <a:cubicBezTo>
                    <a:pt x="853631" y="209360"/>
                    <a:pt x="838867" y="221075"/>
                    <a:pt x="820769" y="221075"/>
                  </a:cubicBezTo>
                  <a:lnTo>
                    <a:pt x="663893" y="221075"/>
                  </a:lnTo>
                  <a:cubicBezTo>
                    <a:pt x="645795" y="221075"/>
                    <a:pt x="631031" y="209360"/>
                    <a:pt x="631031" y="195072"/>
                  </a:cubicBezTo>
                  <a:lnTo>
                    <a:pt x="631031" y="57245"/>
                  </a:lnTo>
                  <a:close/>
                  <a:moveTo>
                    <a:pt x="345186" y="57245"/>
                  </a:moveTo>
                  <a:cubicBezTo>
                    <a:pt x="345186" y="42958"/>
                    <a:pt x="359950" y="31242"/>
                    <a:pt x="378047" y="31242"/>
                  </a:cubicBezTo>
                  <a:lnTo>
                    <a:pt x="534924" y="31242"/>
                  </a:lnTo>
                  <a:cubicBezTo>
                    <a:pt x="553022" y="31242"/>
                    <a:pt x="567785" y="42958"/>
                    <a:pt x="567785" y="57245"/>
                  </a:cubicBezTo>
                  <a:lnTo>
                    <a:pt x="567785" y="195072"/>
                  </a:lnTo>
                  <a:cubicBezTo>
                    <a:pt x="567785" y="209360"/>
                    <a:pt x="553022" y="221075"/>
                    <a:pt x="534924" y="221075"/>
                  </a:cubicBezTo>
                  <a:lnTo>
                    <a:pt x="378047" y="221075"/>
                  </a:lnTo>
                  <a:cubicBezTo>
                    <a:pt x="359950" y="221075"/>
                    <a:pt x="345186" y="209360"/>
                    <a:pt x="345186" y="195072"/>
                  </a:cubicBezTo>
                  <a:lnTo>
                    <a:pt x="345186" y="57245"/>
                  </a:lnTo>
                  <a:close/>
                  <a:moveTo>
                    <a:pt x="59341" y="57245"/>
                  </a:moveTo>
                  <a:cubicBezTo>
                    <a:pt x="59341" y="42958"/>
                    <a:pt x="74105" y="31242"/>
                    <a:pt x="92202" y="31242"/>
                  </a:cubicBezTo>
                  <a:lnTo>
                    <a:pt x="249079" y="31242"/>
                  </a:lnTo>
                  <a:cubicBezTo>
                    <a:pt x="267176" y="31242"/>
                    <a:pt x="281940" y="42958"/>
                    <a:pt x="281940" y="57245"/>
                  </a:cubicBezTo>
                  <a:lnTo>
                    <a:pt x="281940" y="195072"/>
                  </a:lnTo>
                  <a:cubicBezTo>
                    <a:pt x="281940" y="209360"/>
                    <a:pt x="267176" y="221075"/>
                    <a:pt x="249079" y="221075"/>
                  </a:cubicBezTo>
                  <a:lnTo>
                    <a:pt x="92583" y="221075"/>
                  </a:lnTo>
                  <a:cubicBezTo>
                    <a:pt x="74486" y="221075"/>
                    <a:pt x="59722" y="209360"/>
                    <a:pt x="59722" y="195072"/>
                  </a:cubicBezTo>
                  <a:lnTo>
                    <a:pt x="59722" y="57245"/>
                  </a:lnTo>
                  <a:close/>
                  <a:moveTo>
                    <a:pt x="5290947" y="413575"/>
                  </a:moveTo>
                  <a:lnTo>
                    <a:pt x="5290947" y="721043"/>
                  </a:lnTo>
                  <a:cubicBezTo>
                    <a:pt x="5290947" y="778288"/>
                    <a:pt x="5231797" y="825151"/>
                    <a:pt x="5159407" y="825151"/>
                  </a:cubicBezTo>
                  <a:lnTo>
                    <a:pt x="4628198" y="825151"/>
                  </a:lnTo>
                  <a:cubicBezTo>
                    <a:pt x="4555808" y="825151"/>
                    <a:pt x="4496657" y="778288"/>
                    <a:pt x="4496657" y="721043"/>
                  </a:cubicBezTo>
                  <a:lnTo>
                    <a:pt x="4496657" y="413575"/>
                  </a:lnTo>
                  <a:cubicBezTo>
                    <a:pt x="4496657" y="356330"/>
                    <a:pt x="4555808" y="309467"/>
                    <a:pt x="4628198" y="309467"/>
                  </a:cubicBezTo>
                  <a:lnTo>
                    <a:pt x="5159407" y="309467"/>
                  </a:lnTo>
                  <a:cubicBezTo>
                    <a:pt x="5231797" y="309467"/>
                    <a:pt x="5290947" y="356330"/>
                    <a:pt x="5290947" y="413575"/>
                  </a:cubicBezTo>
                  <a:close/>
                  <a:moveTo>
                    <a:pt x="4210812" y="413575"/>
                  </a:moveTo>
                  <a:lnTo>
                    <a:pt x="4210812" y="721043"/>
                  </a:lnTo>
                  <a:cubicBezTo>
                    <a:pt x="4210812" y="778288"/>
                    <a:pt x="4151662" y="825151"/>
                    <a:pt x="4079272" y="825151"/>
                  </a:cubicBezTo>
                  <a:lnTo>
                    <a:pt x="3548063" y="825151"/>
                  </a:lnTo>
                  <a:cubicBezTo>
                    <a:pt x="3475673" y="825151"/>
                    <a:pt x="3416522" y="778288"/>
                    <a:pt x="3416522" y="721043"/>
                  </a:cubicBezTo>
                  <a:lnTo>
                    <a:pt x="3416522" y="413575"/>
                  </a:lnTo>
                  <a:cubicBezTo>
                    <a:pt x="3416522" y="356330"/>
                    <a:pt x="3475673" y="309467"/>
                    <a:pt x="3548063" y="309467"/>
                  </a:cubicBezTo>
                  <a:lnTo>
                    <a:pt x="4079272" y="309467"/>
                  </a:lnTo>
                  <a:cubicBezTo>
                    <a:pt x="4151662" y="309467"/>
                    <a:pt x="4210812" y="356330"/>
                    <a:pt x="4210812" y="413575"/>
                  </a:cubicBezTo>
                  <a:close/>
                  <a:moveTo>
                    <a:pt x="3130677" y="413575"/>
                  </a:moveTo>
                  <a:lnTo>
                    <a:pt x="3130677" y="721043"/>
                  </a:lnTo>
                  <a:cubicBezTo>
                    <a:pt x="3130677" y="778288"/>
                    <a:pt x="3071527" y="825151"/>
                    <a:pt x="2999137" y="825151"/>
                  </a:cubicBezTo>
                  <a:lnTo>
                    <a:pt x="2467928" y="825151"/>
                  </a:lnTo>
                  <a:cubicBezTo>
                    <a:pt x="2395538" y="825151"/>
                    <a:pt x="2336387" y="778288"/>
                    <a:pt x="2336387" y="721043"/>
                  </a:cubicBezTo>
                  <a:lnTo>
                    <a:pt x="2336387" y="413575"/>
                  </a:lnTo>
                  <a:cubicBezTo>
                    <a:pt x="2336387" y="356330"/>
                    <a:pt x="2395538" y="309467"/>
                    <a:pt x="2467928" y="309467"/>
                  </a:cubicBezTo>
                  <a:lnTo>
                    <a:pt x="2999137" y="309467"/>
                  </a:lnTo>
                  <a:cubicBezTo>
                    <a:pt x="3071527" y="309467"/>
                    <a:pt x="3130677" y="356330"/>
                    <a:pt x="3130677" y="413575"/>
                  </a:cubicBezTo>
                  <a:close/>
                  <a:moveTo>
                    <a:pt x="2050542" y="413575"/>
                  </a:moveTo>
                  <a:lnTo>
                    <a:pt x="2050542" y="721043"/>
                  </a:lnTo>
                  <a:cubicBezTo>
                    <a:pt x="2050542" y="778288"/>
                    <a:pt x="1991392" y="825151"/>
                    <a:pt x="1919002" y="825151"/>
                  </a:cubicBezTo>
                  <a:lnTo>
                    <a:pt x="1387793" y="825151"/>
                  </a:lnTo>
                  <a:cubicBezTo>
                    <a:pt x="1315403" y="825151"/>
                    <a:pt x="1256252" y="778288"/>
                    <a:pt x="1256252" y="721043"/>
                  </a:cubicBezTo>
                  <a:lnTo>
                    <a:pt x="1256252" y="413575"/>
                  </a:lnTo>
                  <a:cubicBezTo>
                    <a:pt x="1256252" y="356330"/>
                    <a:pt x="1315403" y="309467"/>
                    <a:pt x="1387793" y="309467"/>
                  </a:cubicBezTo>
                  <a:lnTo>
                    <a:pt x="1919002" y="309467"/>
                  </a:lnTo>
                  <a:cubicBezTo>
                    <a:pt x="1991392" y="309467"/>
                    <a:pt x="2050542" y="356330"/>
                    <a:pt x="2050542" y="413575"/>
                  </a:cubicBezTo>
                  <a:close/>
                  <a:moveTo>
                    <a:pt x="970407" y="413575"/>
                  </a:moveTo>
                  <a:lnTo>
                    <a:pt x="970407" y="721043"/>
                  </a:lnTo>
                  <a:cubicBezTo>
                    <a:pt x="970407" y="778288"/>
                    <a:pt x="911257" y="825151"/>
                    <a:pt x="838867" y="825151"/>
                  </a:cubicBezTo>
                  <a:lnTo>
                    <a:pt x="307658" y="825151"/>
                  </a:lnTo>
                  <a:cubicBezTo>
                    <a:pt x="235268" y="825151"/>
                    <a:pt x="176117" y="778288"/>
                    <a:pt x="176117" y="721043"/>
                  </a:cubicBezTo>
                  <a:lnTo>
                    <a:pt x="176117" y="413575"/>
                  </a:lnTo>
                  <a:cubicBezTo>
                    <a:pt x="176117" y="356330"/>
                    <a:pt x="235268" y="309467"/>
                    <a:pt x="307658" y="309467"/>
                  </a:cubicBezTo>
                  <a:lnTo>
                    <a:pt x="838867" y="309467"/>
                  </a:lnTo>
                  <a:cubicBezTo>
                    <a:pt x="911257" y="309467"/>
                    <a:pt x="970407" y="356330"/>
                    <a:pt x="970407" y="413575"/>
                  </a:cubicBezTo>
                  <a:close/>
                  <a:moveTo>
                    <a:pt x="263081" y="1108615"/>
                  </a:moveTo>
                  <a:cubicBezTo>
                    <a:pt x="263081" y="1122902"/>
                    <a:pt x="248317" y="1134618"/>
                    <a:pt x="230219" y="1134618"/>
                  </a:cubicBezTo>
                  <a:lnTo>
                    <a:pt x="73343" y="1134618"/>
                  </a:lnTo>
                  <a:cubicBezTo>
                    <a:pt x="55245" y="1134618"/>
                    <a:pt x="40481" y="1122902"/>
                    <a:pt x="40481" y="1108615"/>
                  </a:cubicBezTo>
                  <a:lnTo>
                    <a:pt x="40481" y="970788"/>
                  </a:lnTo>
                  <a:cubicBezTo>
                    <a:pt x="40481" y="956501"/>
                    <a:pt x="55245" y="944785"/>
                    <a:pt x="73343" y="944785"/>
                  </a:cubicBezTo>
                  <a:lnTo>
                    <a:pt x="230219" y="944785"/>
                  </a:lnTo>
                  <a:cubicBezTo>
                    <a:pt x="248317" y="944785"/>
                    <a:pt x="263081" y="956501"/>
                    <a:pt x="263081" y="970788"/>
                  </a:cubicBezTo>
                  <a:lnTo>
                    <a:pt x="263081" y="1108615"/>
                  </a:lnTo>
                  <a:close/>
                  <a:moveTo>
                    <a:pt x="548926" y="1108615"/>
                  </a:moveTo>
                  <a:cubicBezTo>
                    <a:pt x="548926" y="1122902"/>
                    <a:pt x="534162" y="1134618"/>
                    <a:pt x="516065" y="1134618"/>
                  </a:cubicBezTo>
                  <a:lnTo>
                    <a:pt x="359188" y="1134618"/>
                  </a:lnTo>
                  <a:cubicBezTo>
                    <a:pt x="341090" y="1134618"/>
                    <a:pt x="326326" y="1122902"/>
                    <a:pt x="326326" y="1108615"/>
                  </a:cubicBezTo>
                  <a:lnTo>
                    <a:pt x="326326" y="970788"/>
                  </a:lnTo>
                  <a:cubicBezTo>
                    <a:pt x="326326" y="956501"/>
                    <a:pt x="341090" y="944785"/>
                    <a:pt x="359188" y="944785"/>
                  </a:cubicBezTo>
                  <a:lnTo>
                    <a:pt x="516065" y="944785"/>
                  </a:lnTo>
                  <a:cubicBezTo>
                    <a:pt x="534162" y="944785"/>
                    <a:pt x="548926" y="956501"/>
                    <a:pt x="548926" y="970788"/>
                  </a:cubicBezTo>
                  <a:lnTo>
                    <a:pt x="548926" y="1108615"/>
                  </a:lnTo>
                  <a:close/>
                  <a:moveTo>
                    <a:pt x="834771" y="1108615"/>
                  </a:moveTo>
                  <a:cubicBezTo>
                    <a:pt x="834771" y="1122902"/>
                    <a:pt x="820007" y="1134618"/>
                    <a:pt x="801910" y="1134618"/>
                  </a:cubicBezTo>
                  <a:lnTo>
                    <a:pt x="645033" y="1134618"/>
                  </a:lnTo>
                  <a:cubicBezTo>
                    <a:pt x="626936" y="1134618"/>
                    <a:pt x="612172" y="1122902"/>
                    <a:pt x="612172" y="1108615"/>
                  </a:cubicBezTo>
                  <a:lnTo>
                    <a:pt x="612172" y="970788"/>
                  </a:lnTo>
                  <a:cubicBezTo>
                    <a:pt x="612172" y="956501"/>
                    <a:pt x="626936" y="944785"/>
                    <a:pt x="645033" y="944785"/>
                  </a:cubicBezTo>
                  <a:lnTo>
                    <a:pt x="801910" y="944785"/>
                  </a:lnTo>
                  <a:cubicBezTo>
                    <a:pt x="820007" y="944785"/>
                    <a:pt x="834771" y="956501"/>
                    <a:pt x="834771" y="970788"/>
                  </a:cubicBezTo>
                  <a:lnTo>
                    <a:pt x="834771" y="1108615"/>
                  </a:lnTo>
                  <a:close/>
                  <a:moveTo>
                    <a:pt x="1120616" y="1108615"/>
                  </a:moveTo>
                  <a:cubicBezTo>
                    <a:pt x="1120616" y="1122902"/>
                    <a:pt x="1105853" y="1134618"/>
                    <a:pt x="1087755" y="1134618"/>
                  </a:cubicBezTo>
                  <a:lnTo>
                    <a:pt x="930878" y="1134618"/>
                  </a:lnTo>
                  <a:cubicBezTo>
                    <a:pt x="912781" y="1134618"/>
                    <a:pt x="898017" y="1122902"/>
                    <a:pt x="898017" y="1108615"/>
                  </a:cubicBezTo>
                  <a:lnTo>
                    <a:pt x="898017" y="970788"/>
                  </a:lnTo>
                  <a:cubicBezTo>
                    <a:pt x="898017" y="956501"/>
                    <a:pt x="912781" y="944785"/>
                    <a:pt x="930878" y="944785"/>
                  </a:cubicBezTo>
                  <a:lnTo>
                    <a:pt x="1087755" y="944785"/>
                  </a:lnTo>
                  <a:cubicBezTo>
                    <a:pt x="1105853" y="944785"/>
                    <a:pt x="1120616" y="956501"/>
                    <a:pt x="1120616" y="970788"/>
                  </a:cubicBezTo>
                  <a:lnTo>
                    <a:pt x="1120616" y="1108615"/>
                  </a:lnTo>
                  <a:close/>
                  <a:moveTo>
                    <a:pt x="1406462" y="1108615"/>
                  </a:moveTo>
                  <a:cubicBezTo>
                    <a:pt x="1406462" y="1122902"/>
                    <a:pt x="1391698" y="1134618"/>
                    <a:pt x="1373600" y="1134618"/>
                  </a:cubicBezTo>
                  <a:lnTo>
                    <a:pt x="1216724" y="1134618"/>
                  </a:lnTo>
                  <a:cubicBezTo>
                    <a:pt x="1198626" y="1134618"/>
                    <a:pt x="1183862" y="1122902"/>
                    <a:pt x="1183862" y="1108615"/>
                  </a:cubicBezTo>
                  <a:lnTo>
                    <a:pt x="1183862" y="970788"/>
                  </a:lnTo>
                  <a:cubicBezTo>
                    <a:pt x="1183862" y="956501"/>
                    <a:pt x="1198626" y="944785"/>
                    <a:pt x="1216724" y="944785"/>
                  </a:cubicBezTo>
                  <a:lnTo>
                    <a:pt x="1373600" y="944785"/>
                  </a:lnTo>
                  <a:cubicBezTo>
                    <a:pt x="1391698" y="944785"/>
                    <a:pt x="1406462" y="956501"/>
                    <a:pt x="1406462" y="970788"/>
                  </a:cubicBezTo>
                  <a:lnTo>
                    <a:pt x="1406462" y="1108615"/>
                  </a:lnTo>
                  <a:close/>
                  <a:moveTo>
                    <a:pt x="1692307" y="1108615"/>
                  </a:moveTo>
                  <a:cubicBezTo>
                    <a:pt x="1692307" y="1122902"/>
                    <a:pt x="1677543" y="1134618"/>
                    <a:pt x="1659446" y="1134618"/>
                  </a:cubicBezTo>
                  <a:lnTo>
                    <a:pt x="1502569" y="1134618"/>
                  </a:lnTo>
                  <a:cubicBezTo>
                    <a:pt x="1484471" y="1134618"/>
                    <a:pt x="1469708" y="1122902"/>
                    <a:pt x="1469708" y="1108615"/>
                  </a:cubicBezTo>
                  <a:lnTo>
                    <a:pt x="1469708" y="970788"/>
                  </a:lnTo>
                  <a:cubicBezTo>
                    <a:pt x="1469708" y="956501"/>
                    <a:pt x="1484471" y="944785"/>
                    <a:pt x="1502569" y="944785"/>
                  </a:cubicBezTo>
                  <a:lnTo>
                    <a:pt x="1659446" y="944785"/>
                  </a:lnTo>
                  <a:cubicBezTo>
                    <a:pt x="1677543" y="944785"/>
                    <a:pt x="1692307" y="956501"/>
                    <a:pt x="1692307" y="970788"/>
                  </a:cubicBezTo>
                  <a:lnTo>
                    <a:pt x="1692307" y="1108615"/>
                  </a:lnTo>
                  <a:close/>
                  <a:moveTo>
                    <a:pt x="1978152" y="1108615"/>
                  </a:moveTo>
                  <a:cubicBezTo>
                    <a:pt x="1978152" y="1122902"/>
                    <a:pt x="1963388" y="1134618"/>
                    <a:pt x="1945291" y="1134618"/>
                  </a:cubicBezTo>
                  <a:lnTo>
                    <a:pt x="1788414" y="1134618"/>
                  </a:lnTo>
                  <a:cubicBezTo>
                    <a:pt x="1770317" y="1134618"/>
                    <a:pt x="1755553" y="1122902"/>
                    <a:pt x="1755553" y="1108615"/>
                  </a:cubicBezTo>
                  <a:lnTo>
                    <a:pt x="1755553" y="970788"/>
                  </a:lnTo>
                  <a:cubicBezTo>
                    <a:pt x="1755553" y="956501"/>
                    <a:pt x="1770317" y="944785"/>
                    <a:pt x="1788414" y="944785"/>
                  </a:cubicBezTo>
                  <a:lnTo>
                    <a:pt x="1945291" y="944785"/>
                  </a:lnTo>
                  <a:cubicBezTo>
                    <a:pt x="1963388" y="944785"/>
                    <a:pt x="1978152" y="956501"/>
                    <a:pt x="1978152" y="970788"/>
                  </a:cubicBezTo>
                  <a:lnTo>
                    <a:pt x="1978152" y="1108615"/>
                  </a:lnTo>
                  <a:close/>
                  <a:moveTo>
                    <a:pt x="2263997" y="1108615"/>
                  </a:moveTo>
                  <a:cubicBezTo>
                    <a:pt x="2263997" y="1122902"/>
                    <a:pt x="2249234" y="1134618"/>
                    <a:pt x="2231136" y="1134618"/>
                  </a:cubicBezTo>
                  <a:lnTo>
                    <a:pt x="2074259" y="1134618"/>
                  </a:lnTo>
                  <a:cubicBezTo>
                    <a:pt x="2056162" y="1134618"/>
                    <a:pt x="2041398" y="1122902"/>
                    <a:pt x="2041398" y="1108615"/>
                  </a:cubicBezTo>
                  <a:lnTo>
                    <a:pt x="2041398" y="970788"/>
                  </a:lnTo>
                  <a:cubicBezTo>
                    <a:pt x="2041398" y="956501"/>
                    <a:pt x="2056162" y="944785"/>
                    <a:pt x="2074259" y="944785"/>
                  </a:cubicBezTo>
                  <a:lnTo>
                    <a:pt x="2231136" y="944785"/>
                  </a:lnTo>
                  <a:cubicBezTo>
                    <a:pt x="2249234" y="944785"/>
                    <a:pt x="2263997" y="956501"/>
                    <a:pt x="2263997" y="970788"/>
                  </a:cubicBezTo>
                  <a:lnTo>
                    <a:pt x="2263997" y="1108615"/>
                  </a:lnTo>
                  <a:close/>
                  <a:moveTo>
                    <a:pt x="2549843" y="1108615"/>
                  </a:moveTo>
                  <a:cubicBezTo>
                    <a:pt x="2549843" y="1122902"/>
                    <a:pt x="2535079" y="1134618"/>
                    <a:pt x="2516981" y="1134618"/>
                  </a:cubicBezTo>
                  <a:lnTo>
                    <a:pt x="2360105" y="1134618"/>
                  </a:lnTo>
                  <a:cubicBezTo>
                    <a:pt x="2342007" y="1134618"/>
                    <a:pt x="2327243" y="1122902"/>
                    <a:pt x="2327243" y="1108615"/>
                  </a:cubicBezTo>
                  <a:lnTo>
                    <a:pt x="2327243" y="970788"/>
                  </a:lnTo>
                  <a:cubicBezTo>
                    <a:pt x="2327243" y="956501"/>
                    <a:pt x="2342007" y="944785"/>
                    <a:pt x="2360105" y="944785"/>
                  </a:cubicBezTo>
                  <a:lnTo>
                    <a:pt x="2516981" y="944785"/>
                  </a:lnTo>
                  <a:cubicBezTo>
                    <a:pt x="2535079" y="944785"/>
                    <a:pt x="2549843" y="956501"/>
                    <a:pt x="2549843" y="970788"/>
                  </a:cubicBezTo>
                  <a:lnTo>
                    <a:pt x="2549843" y="1108615"/>
                  </a:lnTo>
                  <a:close/>
                  <a:moveTo>
                    <a:pt x="2835688" y="1108615"/>
                  </a:moveTo>
                  <a:cubicBezTo>
                    <a:pt x="2835688" y="1122902"/>
                    <a:pt x="2820924" y="1134618"/>
                    <a:pt x="2802827" y="1134618"/>
                  </a:cubicBezTo>
                  <a:lnTo>
                    <a:pt x="2645950" y="1134618"/>
                  </a:lnTo>
                  <a:cubicBezTo>
                    <a:pt x="2627853" y="1134618"/>
                    <a:pt x="2613089" y="1122902"/>
                    <a:pt x="2613089" y="1108615"/>
                  </a:cubicBezTo>
                  <a:lnTo>
                    <a:pt x="2613089" y="970788"/>
                  </a:lnTo>
                  <a:cubicBezTo>
                    <a:pt x="2613089" y="956501"/>
                    <a:pt x="2627853" y="944785"/>
                    <a:pt x="2645950" y="944785"/>
                  </a:cubicBezTo>
                  <a:lnTo>
                    <a:pt x="2802827" y="944785"/>
                  </a:lnTo>
                  <a:cubicBezTo>
                    <a:pt x="2820924" y="944785"/>
                    <a:pt x="2835688" y="956501"/>
                    <a:pt x="2835688" y="970788"/>
                  </a:cubicBezTo>
                  <a:lnTo>
                    <a:pt x="2835688" y="1108615"/>
                  </a:lnTo>
                  <a:close/>
                  <a:moveTo>
                    <a:pt x="3121533" y="1108615"/>
                  </a:moveTo>
                  <a:cubicBezTo>
                    <a:pt x="3121533" y="1122902"/>
                    <a:pt x="3106770" y="1134618"/>
                    <a:pt x="3088672" y="1134618"/>
                  </a:cubicBezTo>
                  <a:lnTo>
                    <a:pt x="2931795" y="1134618"/>
                  </a:lnTo>
                  <a:cubicBezTo>
                    <a:pt x="2913698" y="1134618"/>
                    <a:pt x="2898934" y="1122902"/>
                    <a:pt x="2898934" y="1108615"/>
                  </a:cubicBezTo>
                  <a:lnTo>
                    <a:pt x="2898934" y="970788"/>
                  </a:lnTo>
                  <a:cubicBezTo>
                    <a:pt x="2898934" y="956501"/>
                    <a:pt x="2913698" y="944785"/>
                    <a:pt x="2931795" y="944785"/>
                  </a:cubicBezTo>
                  <a:lnTo>
                    <a:pt x="3088672" y="944785"/>
                  </a:lnTo>
                  <a:cubicBezTo>
                    <a:pt x="3106770" y="944785"/>
                    <a:pt x="3121533" y="956501"/>
                    <a:pt x="3121533" y="970788"/>
                  </a:cubicBezTo>
                  <a:lnTo>
                    <a:pt x="3121533" y="1108615"/>
                  </a:lnTo>
                  <a:close/>
                  <a:moveTo>
                    <a:pt x="3407378" y="1108615"/>
                  </a:moveTo>
                  <a:cubicBezTo>
                    <a:pt x="3407378" y="1122902"/>
                    <a:pt x="3392615" y="1134618"/>
                    <a:pt x="3374517" y="1134618"/>
                  </a:cubicBezTo>
                  <a:lnTo>
                    <a:pt x="3217640" y="1134618"/>
                  </a:lnTo>
                  <a:cubicBezTo>
                    <a:pt x="3199543" y="1134618"/>
                    <a:pt x="3184779" y="1122902"/>
                    <a:pt x="3184779" y="1108615"/>
                  </a:cubicBezTo>
                  <a:lnTo>
                    <a:pt x="3184779" y="970788"/>
                  </a:lnTo>
                  <a:cubicBezTo>
                    <a:pt x="3184779" y="956501"/>
                    <a:pt x="3199543" y="944785"/>
                    <a:pt x="3217640" y="944785"/>
                  </a:cubicBezTo>
                  <a:lnTo>
                    <a:pt x="3374517" y="944785"/>
                  </a:lnTo>
                  <a:cubicBezTo>
                    <a:pt x="3392615" y="944785"/>
                    <a:pt x="3407378" y="956501"/>
                    <a:pt x="3407378" y="970788"/>
                  </a:cubicBezTo>
                  <a:lnTo>
                    <a:pt x="3407378" y="1108615"/>
                  </a:lnTo>
                  <a:close/>
                  <a:moveTo>
                    <a:pt x="3693224" y="1108615"/>
                  </a:moveTo>
                  <a:cubicBezTo>
                    <a:pt x="3693224" y="1122902"/>
                    <a:pt x="3678460" y="1134618"/>
                    <a:pt x="3660362" y="1134618"/>
                  </a:cubicBezTo>
                  <a:lnTo>
                    <a:pt x="3503486" y="1134618"/>
                  </a:lnTo>
                  <a:cubicBezTo>
                    <a:pt x="3485388" y="1134618"/>
                    <a:pt x="3470624" y="1122902"/>
                    <a:pt x="3470624" y="1108615"/>
                  </a:cubicBezTo>
                  <a:lnTo>
                    <a:pt x="3470624" y="970788"/>
                  </a:lnTo>
                  <a:cubicBezTo>
                    <a:pt x="3470624" y="956501"/>
                    <a:pt x="3485388" y="944785"/>
                    <a:pt x="3503486" y="944785"/>
                  </a:cubicBezTo>
                  <a:lnTo>
                    <a:pt x="3660362" y="944785"/>
                  </a:lnTo>
                  <a:cubicBezTo>
                    <a:pt x="3678460" y="944785"/>
                    <a:pt x="3693224" y="956501"/>
                    <a:pt x="3693224" y="970788"/>
                  </a:cubicBezTo>
                  <a:lnTo>
                    <a:pt x="3693224" y="1108615"/>
                  </a:lnTo>
                  <a:close/>
                  <a:moveTo>
                    <a:pt x="3979069" y="1108615"/>
                  </a:moveTo>
                  <a:cubicBezTo>
                    <a:pt x="3979069" y="1122902"/>
                    <a:pt x="3964305" y="1134618"/>
                    <a:pt x="3946208" y="1134618"/>
                  </a:cubicBezTo>
                  <a:lnTo>
                    <a:pt x="3789331" y="1134618"/>
                  </a:lnTo>
                  <a:cubicBezTo>
                    <a:pt x="3771233" y="1134618"/>
                    <a:pt x="3756470" y="1122902"/>
                    <a:pt x="3756470" y="1108615"/>
                  </a:cubicBezTo>
                  <a:lnTo>
                    <a:pt x="3756470" y="970788"/>
                  </a:lnTo>
                  <a:cubicBezTo>
                    <a:pt x="3756470" y="956501"/>
                    <a:pt x="3771233" y="944785"/>
                    <a:pt x="3789331" y="944785"/>
                  </a:cubicBezTo>
                  <a:lnTo>
                    <a:pt x="3946208" y="944785"/>
                  </a:lnTo>
                  <a:cubicBezTo>
                    <a:pt x="3964305" y="944785"/>
                    <a:pt x="3979069" y="956501"/>
                    <a:pt x="3979069" y="970788"/>
                  </a:cubicBezTo>
                  <a:lnTo>
                    <a:pt x="3979069" y="1108615"/>
                  </a:lnTo>
                  <a:close/>
                  <a:moveTo>
                    <a:pt x="4264914" y="1108615"/>
                  </a:moveTo>
                  <a:cubicBezTo>
                    <a:pt x="4264914" y="1122902"/>
                    <a:pt x="4250150" y="1134618"/>
                    <a:pt x="4232053" y="1134618"/>
                  </a:cubicBezTo>
                  <a:lnTo>
                    <a:pt x="4075176" y="1134618"/>
                  </a:lnTo>
                  <a:cubicBezTo>
                    <a:pt x="4057079" y="1134618"/>
                    <a:pt x="4042315" y="1122902"/>
                    <a:pt x="4042315" y="1108615"/>
                  </a:cubicBezTo>
                  <a:lnTo>
                    <a:pt x="4042315" y="970788"/>
                  </a:lnTo>
                  <a:cubicBezTo>
                    <a:pt x="4042315" y="956501"/>
                    <a:pt x="4057079" y="944785"/>
                    <a:pt x="4075176" y="944785"/>
                  </a:cubicBezTo>
                  <a:lnTo>
                    <a:pt x="4232053" y="944785"/>
                  </a:lnTo>
                  <a:cubicBezTo>
                    <a:pt x="4250150" y="944785"/>
                    <a:pt x="4264914" y="956501"/>
                    <a:pt x="4264914" y="970788"/>
                  </a:cubicBezTo>
                  <a:lnTo>
                    <a:pt x="4264914" y="1108615"/>
                  </a:lnTo>
                  <a:close/>
                  <a:moveTo>
                    <a:pt x="4550759" y="1108615"/>
                  </a:moveTo>
                  <a:cubicBezTo>
                    <a:pt x="4550759" y="1122902"/>
                    <a:pt x="4535996" y="1134618"/>
                    <a:pt x="4517898" y="1134618"/>
                  </a:cubicBezTo>
                  <a:lnTo>
                    <a:pt x="4361022" y="1134618"/>
                  </a:lnTo>
                  <a:cubicBezTo>
                    <a:pt x="4342924" y="1134618"/>
                    <a:pt x="4328160" y="1122902"/>
                    <a:pt x="4328160" y="1108615"/>
                  </a:cubicBezTo>
                  <a:lnTo>
                    <a:pt x="4328160" y="970788"/>
                  </a:lnTo>
                  <a:cubicBezTo>
                    <a:pt x="4328160" y="956501"/>
                    <a:pt x="4342924" y="944785"/>
                    <a:pt x="4361022" y="944785"/>
                  </a:cubicBezTo>
                  <a:lnTo>
                    <a:pt x="4517898" y="944785"/>
                  </a:lnTo>
                  <a:cubicBezTo>
                    <a:pt x="4535996" y="944785"/>
                    <a:pt x="4550759" y="956501"/>
                    <a:pt x="4550759" y="970788"/>
                  </a:cubicBezTo>
                  <a:lnTo>
                    <a:pt x="4550759" y="1108615"/>
                  </a:lnTo>
                  <a:close/>
                  <a:moveTo>
                    <a:pt x="4836605" y="1108615"/>
                  </a:moveTo>
                  <a:cubicBezTo>
                    <a:pt x="4836605" y="1122902"/>
                    <a:pt x="4821841" y="1134618"/>
                    <a:pt x="4803743" y="1134618"/>
                  </a:cubicBezTo>
                  <a:lnTo>
                    <a:pt x="4646867" y="1134618"/>
                  </a:lnTo>
                  <a:cubicBezTo>
                    <a:pt x="4628769" y="1134618"/>
                    <a:pt x="4614006" y="1122902"/>
                    <a:pt x="4614006" y="1108615"/>
                  </a:cubicBezTo>
                  <a:lnTo>
                    <a:pt x="4614006" y="970788"/>
                  </a:lnTo>
                  <a:cubicBezTo>
                    <a:pt x="4614006" y="956501"/>
                    <a:pt x="4628769" y="944785"/>
                    <a:pt x="4646867" y="944785"/>
                  </a:cubicBezTo>
                  <a:lnTo>
                    <a:pt x="4803743" y="944785"/>
                  </a:lnTo>
                  <a:cubicBezTo>
                    <a:pt x="4821841" y="944785"/>
                    <a:pt x="4836605" y="956501"/>
                    <a:pt x="4836605" y="970788"/>
                  </a:cubicBezTo>
                  <a:lnTo>
                    <a:pt x="4836605" y="1108615"/>
                  </a:lnTo>
                  <a:close/>
                  <a:moveTo>
                    <a:pt x="5122450" y="1108615"/>
                  </a:moveTo>
                  <a:cubicBezTo>
                    <a:pt x="5122450" y="1122902"/>
                    <a:pt x="5107686" y="1134618"/>
                    <a:pt x="5089589" y="1134618"/>
                  </a:cubicBezTo>
                  <a:lnTo>
                    <a:pt x="4932712" y="1134618"/>
                  </a:lnTo>
                  <a:cubicBezTo>
                    <a:pt x="4914614" y="1134618"/>
                    <a:pt x="4899851" y="1122902"/>
                    <a:pt x="4899851" y="1108615"/>
                  </a:cubicBezTo>
                  <a:lnTo>
                    <a:pt x="4899851" y="970788"/>
                  </a:lnTo>
                  <a:cubicBezTo>
                    <a:pt x="4899851" y="956501"/>
                    <a:pt x="4914614" y="944785"/>
                    <a:pt x="4932712" y="944785"/>
                  </a:cubicBezTo>
                  <a:lnTo>
                    <a:pt x="5089589" y="944785"/>
                  </a:lnTo>
                  <a:cubicBezTo>
                    <a:pt x="5107686" y="944785"/>
                    <a:pt x="5122450" y="956501"/>
                    <a:pt x="5122450" y="970788"/>
                  </a:cubicBezTo>
                  <a:lnTo>
                    <a:pt x="5122450" y="1108615"/>
                  </a:lnTo>
                  <a:close/>
                  <a:moveTo>
                    <a:pt x="5408295" y="1108615"/>
                  </a:moveTo>
                  <a:cubicBezTo>
                    <a:pt x="5408295" y="1122902"/>
                    <a:pt x="5393531" y="1134618"/>
                    <a:pt x="5375434" y="1134618"/>
                  </a:cubicBezTo>
                  <a:lnTo>
                    <a:pt x="5218557" y="1134618"/>
                  </a:lnTo>
                  <a:cubicBezTo>
                    <a:pt x="5200460" y="1134618"/>
                    <a:pt x="5185696" y="1122902"/>
                    <a:pt x="5185696" y="1108615"/>
                  </a:cubicBezTo>
                  <a:lnTo>
                    <a:pt x="5185696" y="970788"/>
                  </a:lnTo>
                  <a:cubicBezTo>
                    <a:pt x="5185696" y="956501"/>
                    <a:pt x="5200460" y="944785"/>
                    <a:pt x="5218557" y="944785"/>
                  </a:cubicBezTo>
                  <a:lnTo>
                    <a:pt x="5375434" y="944785"/>
                  </a:lnTo>
                  <a:cubicBezTo>
                    <a:pt x="5393531" y="944785"/>
                    <a:pt x="5408295" y="956501"/>
                    <a:pt x="5408295" y="970788"/>
                  </a:cubicBezTo>
                  <a:lnTo>
                    <a:pt x="5408295" y="1108615"/>
                  </a:lnTo>
                  <a:close/>
                  <a:moveTo>
                    <a:pt x="5731098" y="1108615"/>
                  </a:moveTo>
                  <a:cubicBezTo>
                    <a:pt x="5731098" y="1122902"/>
                    <a:pt x="5716334" y="1134618"/>
                    <a:pt x="5698236" y="1134618"/>
                  </a:cubicBezTo>
                  <a:lnTo>
                    <a:pt x="5541360" y="1134618"/>
                  </a:lnTo>
                  <a:cubicBezTo>
                    <a:pt x="5523262" y="1134618"/>
                    <a:pt x="5508498" y="1122902"/>
                    <a:pt x="5508498" y="1108615"/>
                  </a:cubicBezTo>
                  <a:lnTo>
                    <a:pt x="5508498" y="970788"/>
                  </a:lnTo>
                  <a:cubicBezTo>
                    <a:pt x="5508498" y="956501"/>
                    <a:pt x="5523262" y="944785"/>
                    <a:pt x="5541360" y="944785"/>
                  </a:cubicBezTo>
                  <a:lnTo>
                    <a:pt x="5698236" y="944785"/>
                  </a:lnTo>
                  <a:cubicBezTo>
                    <a:pt x="5716334" y="944785"/>
                    <a:pt x="5731098" y="956501"/>
                    <a:pt x="5731098" y="970788"/>
                  </a:cubicBezTo>
                  <a:lnTo>
                    <a:pt x="5731098" y="1108615"/>
                  </a:lnTo>
                  <a:close/>
                  <a:moveTo>
                    <a:pt x="6016943" y="1108615"/>
                  </a:moveTo>
                  <a:cubicBezTo>
                    <a:pt x="6016943" y="1122902"/>
                    <a:pt x="6002179" y="1134618"/>
                    <a:pt x="5984081" y="1134618"/>
                  </a:cubicBezTo>
                  <a:lnTo>
                    <a:pt x="5827205" y="1134618"/>
                  </a:lnTo>
                  <a:cubicBezTo>
                    <a:pt x="5809107" y="1134618"/>
                    <a:pt x="5794344" y="1122902"/>
                    <a:pt x="5794344" y="1108615"/>
                  </a:cubicBezTo>
                  <a:lnTo>
                    <a:pt x="5794344" y="970788"/>
                  </a:lnTo>
                  <a:cubicBezTo>
                    <a:pt x="5794344" y="956501"/>
                    <a:pt x="5809107" y="944785"/>
                    <a:pt x="5827205" y="944785"/>
                  </a:cubicBezTo>
                  <a:lnTo>
                    <a:pt x="5984081" y="944785"/>
                  </a:lnTo>
                  <a:cubicBezTo>
                    <a:pt x="6002179" y="944785"/>
                    <a:pt x="6016943" y="956501"/>
                    <a:pt x="6016943" y="970788"/>
                  </a:cubicBezTo>
                  <a:lnTo>
                    <a:pt x="6016943" y="1108615"/>
                  </a:lnTo>
                  <a:close/>
                  <a:moveTo>
                    <a:pt x="6302788" y="1108615"/>
                  </a:moveTo>
                  <a:cubicBezTo>
                    <a:pt x="6302788" y="1122902"/>
                    <a:pt x="6288024" y="1134618"/>
                    <a:pt x="6269927" y="1134618"/>
                  </a:cubicBezTo>
                  <a:lnTo>
                    <a:pt x="6113050" y="1134618"/>
                  </a:lnTo>
                  <a:cubicBezTo>
                    <a:pt x="6094953" y="1134618"/>
                    <a:pt x="6080189" y="1122902"/>
                    <a:pt x="6080189" y="1108615"/>
                  </a:cubicBezTo>
                  <a:lnTo>
                    <a:pt x="6080189" y="970788"/>
                  </a:lnTo>
                  <a:cubicBezTo>
                    <a:pt x="6080189" y="956501"/>
                    <a:pt x="6094953" y="944785"/>
                    <a:pt x="6113050" y="944785"/>
                  </a:cubicBezTo>
                  <a:lnTo>
                    <a:pt x="6269927" y="944785"/>
                  </a:lnTo>
                  <a:cubicBezTo>
                    <a:pt x="6288024" y="944785"/>
                    <a:pt x="6302788" y="956501"/>
                    <a:pt x="6302788" y="970788"/>
                  </a:cubicBezTo>
                  <a:lnTo>
                    <a:pt x="6302788" y="1108615"/>
                  </a:lnTo>
                  <a:close/>
                  <a:moveTo>
                    <a:pt x="6588633" y="1108615"/>
                  </a:moveTo>
                  <a:cubicBezTo>
                    <a:pt x="6588633" y="1122902"/>
                    <a:pt x="6573869" y="1134618"/>
                    <a:pt x="6555772" y="1134618"/>
                  </a:cubicBezTo>
                  <a:lnTo>
                    <a:pt x="6398895" y="1134618"/>
                  </a:lnTo>
                  <a:cubicBezTo>
                    <a:pt x="6380798" y="1134618"/>
                    <a:pt x="6366034" y="1122902"/>
                    <a:pt x="6366034" y="1108615"/>
                  </a:cubicBezTo>
                  <a:lnTo>
                    <a:pt x="6366034" y="970788"/>
                  </a:lnTo>
                  <a:cubicBezTo>
                    <a:pt x="6366034" y="956501"/>
                    <a:pt x="6380798" y="944785"/>
                    <a:pt x="6398895" y="944785"/>
                  </a:cubicBezTo>
                  <a:lnTo>
                    <a:pt x="6555772" y="944785"/>
                  </a:lnTo>
                  <a:cubicBezTo>
                    <a:pt x="6573869" y="944785"/>
                    <a:pt x="6588633" y="956501"/>
                    <a:pt x="6588633" y="970788"/>
                  </a:cubicBezTo>
                  <a:lnTo>
                    <a:pt x="6588633" y="1108615"/>
                  </a:lnTo>
                  <a:close/>
                  <a:moveTo>
                    <a:pt x="6874478" y="1108615"/>
                  </a:moveTo>
                  <a:cubicBezTo>
                    <a:pt x="6874478" y="1122902"/>
                    <a:pt x="6859715" y="1134618"/>
                    <a:pt x="6841618" y="1134618"/>
                  </a:cubicBezTo>
                  <a:lnTo>
                    <a:pt x="6684740" y="1134618"/>
                  </a:lnTo>
                  <a:cubicBezTo>
                    <a:pt x="6666643" y="1134618"/>
                    <a:pt x="6651879" y="1122902"/>
                    <a:pt x="6651879" y="1108615"/>
                  </a:cubicBezTo>
                  <a:lnTo>
                    <a:pt x="6651879" y="970788"/>
                  </a:lnTo>
                  <a:cubicBezTo>
                    <a:pt x="6651879" y="956501"/>
                    <a:pt x="6666643" y="944785"/>
                    <a:pt x="6684740" y="944785"/>
                  </a:cubicBezTo>
                  <a:lnTo>
                    <a:pt x="6841618" y="944785"/>
                  </a:lnTo>
                  <a:cubicBezTo>
                    <a:pt x="6859715" y="944785"/>
                    <a:pt x="6874478" y="956501"/>
                    <a:pt x="6874478" y="970788"/>
                  </a:cubicBezTo>
                  <a:lnTo>
                    <a:pt x="6874478" y="1108615"/>
                  </a:lnTo>
                  <a:close/>
                  <a:moveTo>
                    <a:pt x="7160324" y="1108615"/>
                  </a:moveTo>
                  <a:cubicBezTo>
                    <a:pt x="7160324" y="1122902"/>
                    <a:pt x="7145560" y="1134618"/>
                    <a:pt x="7127462" y="1134618"/>
                  </a:cubicBezTo>
                  <a:lnTo>
                    <a:pt x="6970586" y="1134618"/>
                  </a:lnTo>
                  <a:cubicBezTo>
                    <a:pt x="6952488" y="1134618"/>
                    <a:pt x="6937724" y="1122902"/>
                    <a:pt x="6937724" y="1108615"/>
                  </a:cubicBezTo>
                  <a:lnTo>
                    <a:pt x="6937724" y="970788"/>
                  </a:lnTo>
                  <a:cubicBezTo>
                    <a:pt x="6937724" y="956501"/>
                    <a:pt x="6952488" y="944785"/>
                    <a:pt x="6970586" y="944785"/>
                  </a:cubicBezTo>
                  <a:lnTo>
                    <a:pt x="7127462" y="944785"/>
                  </a:lnTo>
                  <a:cubicBezTo>
                    <a:pt x="7145560" y="944785"/>
                    <a:pt x="7160324" y="956501"/>
                    <a:pt x="7160324" y="970788"/>
                  </a:cubicBezTo>
                  <a:lnTo>
                    <a:pt x="7160324" y="1108615"/>
                  </a:lnTo>
                  <a:close/>
                  <a:moveTo>
                    <a:pt x="7446169" y="1108615"/>
                  </a:moveTo>
                  <a:cubicBezTo>
                    <a:pt x="7446169" y="1122902"/>
                    <a:pt x="7431405" y="1134618"/>
                    <a:pt x="7413308" y="1134618"/>
                  </a:cubicBezTo>
                  <a:lnTo>
                    <a:pt x="7256431" y="1134618"/>
                  </a:lnTo>
                  <a:cubicBezTo>
                    <a:pt x="7238333" y="1134618"/>
                    <a:pt x="7223570" y="1122902"/>
                    <a:pt x="7223570" y="1108615"/>
                  </a:cubicBezTo>
                  <a:lnTo>
                    <a:pt x="7223570" y="970788"/>
                  </a:lnTo>
                  <a:cubicBezTo>
                    <a:pt x="7223570" y="956501"/>
                    <a:pt x="7238333" y="944785"/>
                    <a:pt x="7256431" y="944785"/>
                  </a:cubicBezTo>
                  <a:lnTo>
                    <a:pt x="7413308" y="944785"/>
                  </a:lnTo>
                  <a:cubicBezTo>
                    <a:pt x="7431405" y="944785"/>
                    <a:pt x="7446169" y="956501"/>
                    <a:pt x="7446169" y="970788"/>
                  </a:cubicBezTo>
                  <a:lnTo>
                    <a:pt x="7446169" y="1108615"/>
                  </a:lnTo>
                  <a:close/>
                  <a:moveTo>
                    <a:pt x="7732014" y="1108615"/>
                  </a:moveTo>
                  <a:cubicBezTo>
                    <a:pt x="7732014" y="1122902"/>
                    <a:pt x="7717251" y="1134618"/>
                    <a:pt x="7699153" y="1134618"/>
                  </a:cubicBezTo>
                  <a:lnTo>
                    <a:pt x="7542277" y="1134618"/>
                  </a:lnTo>
                  <a:cubicBezTo>
                    <a:pt x="7524179" y="1134618"/>
                    <a:pt x="7509415" y="1122902"/>
                    <a:pt x="7509415" y="1108615"/>
                  </a:cubicBezTo>
                  <a:lnTo>
                    <a:pt x="7509415" y="970788"/>
                  </a:lnTo>
                  <a:cubicBezTo>
                    <a:pt x="7509415" y="956501"/>
                    <a:pt x="7524179" y="944785"/>
                    <a:pt x="7542277" y="944785"/>
                  </a:cubicBezTo>
                  <a:lnTo>
                    <a:pt x="7699153" y="944785"/>
                  </a:lnTo>
                  <a:cubicBezTo>
                    <a:pt x="7717251" y="944785"/>
                    <a:pt x="7732014" y="956501"/>
                    <a:pt x="7732014" y="970788"/>
                  </a:cubicBezTo>
                  <a:lnTo>
                    <a:pt x="7732014" y="1108615"/>
                  </a:lnTo>
                  <a:close/>
                  <a:moveTo>
                    <a:pt x="8017860" y="1108615"/>
                  </a:moveTo>
                  <a:cubicBezTo>
                    <a:pt x="8017860" y="1122902"/>
                    <a:pt x="8003095" y="1134618"/>
                    <a:pt x="7984998" y="1134618"/>
                  </a:cubicBezTo>
                  <a:lnTo>
                    <a:pt x="7828121" y="1134618"/>
                  </a:lnTo>
                  <a:cubicBezTo>
                    <a:pt x="7810024" y="1134618"/>
                    <a:pt x="7795260" y="1122902"/>
                    <a:pt x="7795260" y="1108615"/>
                  </a:cubicBezTo>
                  <a:lnTo>
                    <a:pt x="7795260" y="970788"/>
                  </a:lnTo>
                  <a:cubicBezTo>
                    <a:pt x="7795260" y="956501"/>
                    <a:pt x="7810024" y="944785"/>
                    <a:pt x="7828121" y="944785"/>
                  </a:cubicBezTo>
                  <a:lnTo>
                    <a:pt x="7984998" y="944785"/>
                  </a:lnTo>
                  <a:cubicBezTo>
                    <a:pt x="8003095" y="944785"/>
                    <a:pt x="8017860" y="956501"/>
                    <a:pt x="8017860" y="970788"/>
                  </a:cubicBezTo>
                  <a:lnTo>
                    <a:pt x="8017860" y="1108615"/>
                  </a:lnTo>
                  <a:close/>
                  <a:moveTo>
                    <a:pt x="8303705" y="1108615"/>
                  </a:moveTo>
                  <a:cubicBezTo>
                    <a:pt x="8303705" y="1122902"/>
                    <a:pt x="8288941" y="1134618"/>
                    <a:pt x="8270844" y="1134618"/>
                  </a:cubicBezTo>
                  <a:lnTo>
                    <a:pt x="8113967" y="1134618"/>
                  </a:lnTo>
                  <a:cubicBezTo>
                    <a:pt x="8095869" y="1134618"/>
                    <a:pt x="8081105" y="1122902"/>
                    <a:pt x="8081105" y="1108615"/>
                  </a:cubicBezTo>
                  <a:lnTo>
                    <a:pt x="8081105" y="970788"/>
                  </a:lnTo>
                  <a:cubicBezTo>
                    <a:pt x="8081105" y="956501"/>
                    <a:pt x="8095869" y="944785"/>
                    <a:pt x="8113967" y="944785"/>
                  </a:cubicBezTo>
                  <a:lnTo>
                    <a:pt x="8270844" y="944785"/>
                  </a:lnTo>
                  <a:cubicBezTo>
                    <a:pt x="8288941" y="944785"/>
                    <a:pt x="8303705" y="956501"/>
                    <a:pt x="8303705" y="970788"/>
                  </a:cubicBezTo>
                  <a:lnTo>
                    <a:pt x="8303705" y="1108615"/>
                  </a:lnTo>
                  <a:close/>
                  <a:moveTo>
                    <a:pt x="8589550" y="1108615"/>
                  </a:moveTo>
                  <a:cubicBezTo>
                    <a:pt x="8589550" y="1122902"/>
                    <a:pt x="8574786" y="1134618"/>
                    <a:pt x="8556689" y="1134618"/>
                  </a:cubicBezTo>
                  <a:lnTo>
                    <a:pt x="8399812" y="1134618"/>
                  </a:lnTo>
                  <a:cubicBezTo>
                    <a:pt x="8381714" y="1134618"/>
                    <a:pt x="8366951" y="1122902"/>
                    <a:pt x="8366951" y="1108615"/>
                  </a:cubicBezTo>
                  <a:lnTo>
                    <a:pt x="8366951" y="970788"/>
                  </a:lnTo>
                  <a:cubicBezTo>
                    <a:pt x="8366951" y="956501"/>
                    <a:pt x="8381714" y="944785"/>
                    <a:pt x="8399812" y="944785"/>
                  </a:cubicBezTo>
                  <a:lnTo>
                    <a:pt x="8556689" y="944785"/>
                  </a:lnTo>
                  <a:cubicBezTo>
                    <a:pt x="8574786" y="944785"/>
                    <a:pt x="8589550" y="956501"/>
                    <a:pt x="8589550" y="970788"/>
                  </a:cubicBezTo>
                  <a:lnTo>
                    <a:pt x="8589550" y="1108615"/>
                  </a:lnTo>
                  <a:close/>
                  <a:moveTo>
                    <a:pt x="8875395" y="1108615"/>
                  </a:moveTo>
                  <a:cubicBezTo>
                    <a:pt x="8875395" y="1122902"/>
                    <a:pt x="8860631" y="1134618"/>
                    <a:pt x="8842534" y="1134618"/>
                  </a:cubicBezTo>
                  <a:lnTo>
                    <a:pt x="8685657" y="1134618"/>
                  </a:lnTo>
                  <a:cubicBezTo>
                    <a:pt x="8667559" y="1134618"/>
                    <a:pt x="8652796" y="1122902"/>
                    <a:pt x="8652796" y="1108615"/>
                  </a:cubicBezTo>
                  <a:lnTo>
                    <a:pt x="8652796" y="970788"/>
                  </a:lnTo>
                  <a:cubicBezTo>
                    <a:pt x="8652796" y="956501"/>
                    <a:pt x="8667559" y="944785"/>
                    <a:pt x="8685657" y="944785"/>
                  </a:cubicBezTo>
                  <a:lnTo>
                    <a:pt x="8842534" y="944785"/>
                  </a:lnTo>
                  <a:cubicBezTo>
                    <a:pt x="8860631" y="944785"/>
                    <a:pt x="8875395" y="956501"/>
                    <a:pt x="8875395" y="970788"/>
                  </a:cubicBezTo>
                  <a:lnTo>
                    <a:pt x="8875395" y="1108615"/>
                  </a:lnTo>
                  <a:close/>
                  <a:moveTo>
                    <a:pt x="9161240" y="1108615"/>
                  </a:moveTo>
                  <a:cubicBezTo>
                    <a:pt x="9161240" y="1122902"/>
                    <a:pt x="9146477" y="1134618"/>
                    <a:pt x="9128379" y="1134618"/>
                  </a:cubicBezTo>
                  <a:lnTo>
                    <a:pt x="8971502" y="1134618"/>
                  </a:lnTo>
                  <a:cubicBezTo>
                    <a:pt x="8953405" y="1134618"/>
                    <a:pt x="8938641" y="1122902"/>
                    <a:pt x="8938641" y="1108615"/>
                  </a:cubicBezTo>
                  <a:lnTo>
                    <a:pt x="8938641" y="970788"/>
                  </a:lnTo>
                  <a:cubicBezTo>
                    <a:pt x="8938641" y="956501"/>
                    <a:pt x="8953405" y="944785"/>
                    <a:pt x="8971502" y="944785"/>
                  </a:cubicBezTo>
                  <a:lnTo>
                    <a:pt x="9128379" y="944785"/>
                  </a:lnTo>
                  <a:cubicBezTo>
                    <a:pt x="9146477" y="944785"/>
                    <a:pt x="9161240" y="956501"/>
                    <a:pt x="9161240" y="970788"/>
                  </a:cubicBezTo>
                  <a:lnTo>
                    <a:pt x="9161240" y="1108615"/>
                  </a:lnTo>
                  <a:close/>
                  <a:moveTo>
                    <a:pt x="9447086" y="1108615"/>
                  </a:moveTo>
                  <a:cubicBezTo>
                    <a:pt x="9447086" y="1122902"/>
                    <a:pt x="9432322" y="1134618"/>
                    <a:pt x="9414224" y="1134618"/>
                  </a:cubicBezTo>
                  <a:lnTo>
                    <a:pt x="9257348" y="1134618"/>
                  </a:lnTo>
                  <a:cubicBezTo>
                    <a:pt x="9239250" y="1134618"/>
                    <a:pt x="9224486" y="1122902"/>
                    <a:pt x="9224486" y="1108615"/>
                  </a:cubicBezTo>
                  <a:lnTo>
                    <a:pt x="9224486" y="970788"/>
                  </a:lnTo>
                  <a:cubicBezTo>
                    <a:pt x="9224486" y="956501"/>
                    <a:pt x="9239250" y="944785"/>
                    <a:pt x="9257348" y="944785"/>
                  </a:cubicBezTo>
                  <a:lnTo>
                    <a:pt x="9414224" y="944785"/>
                  </a:lnTo>
                  <a:cubicBezTo>
                    <a:pt x="9432322" y="944785"/>
                    <a:pt x="9447086" y="956501"/>
                    <a:pt x="9447086" y="970788"/>
                  </a:cubicBezTo>
                  <a:lnTo>
                    <a:pt x="9447086" y="1108615"/>
                  </a:lnTo>
                  <a:close/>
                  <a:moveTo>
                    <a:pt x="9732931" y="1108615"/>
                  </a:moveTo>
                  <a:cubicBezTo>
                    <a:pt x="9732931" y="1122902"/>
                    <a:pt x="9718167" y="1134618"/>
                    <a:pt x="9700070" y="1134618"/>
                  </a:cubicBezTo>
                  <a:lnTo>
                    <a:pt x="9543192" y="1134618"/>
                  </a:lnTo>
                  <a:cubicBezTo>
                    <a:pt x="9525095" y="1134618"/>
                    <a:pt x="9510332" y="1122902"/>
                    <a:pt x="9510332" y="1108615"/>
                  </a:cubicBezTo>
                  <a:lnTo>
                    <a:pt x="9510332" y="970788"/>
                  </a:lnTo>
                  <a:cubicBezTo>
                    <a:pt x="9510332" y="956501"/>
                    <a:pt x="9525095" y="944785"/>
                    <a:pt x="9543192" y="944785"/>
                  </a:cubicBezTo>
                  <a:lnTo>
                    <a:pt x="9700070" y="944785"/>
                  </a:lnTo>
                  <a:cubicBezTo>
                    <a:pt x="9718167" y="944785"/>
                    <a:pt x="9732931" y="956501"/>
                    <a:pt x="9732931" y="970788"/>
                  </a:cubicBezTo>
                  <a:lnTo>
                    <a:pt x="9732931" y="1108615"/>
                  </a:lnTo>
                  <a:close/>
                  <a:moveTo>
                    <a:pt x="10018776" y="1108615"/>
                  </a:moveTo>
                  <a:cubicBezTo>
                    <a:pt x="10018776" y="1122902"/>
                    <a:pt x="10004013" y="1134618"/>
                    <a:pt x="9985915" y="1134618"/>
                  </a:cubicBezTo>
                  <a:lnTo>
                    <a:pt x="9829038" y="1134618"/>
                  </a:lnTo>
                  <a:cubicBezTo>
                    <a:pt x="9810941" y="1134618"/>
                    <a:pt x="9796176" y="1122902"/>
                    <a:pt x="9796176" y="1108615"/>
                  </a:cubicBezTo>
                  <a:lnTo>
                    <a:pt x="9796176" y="970788"/>
                  </a:lnTo>
                  <a:cubicBezTo>
                    <a:pt x="9796176" y="956501"/>
                    <a:pt x="9810941" y="944785"/>
                    <a:pt x="9829038" y="944785"/>
                  </a:cubicBezTo>
                  <a:lnTo>
                    <a:pt x="9985915" y="944785"/>
                  </a:lnTo>
                  <a:cubicBezTo>
                    <a:pt x="10004013" y="944785"/>
                    <a:pt x="10018776" y="956501"/>
                    <a:pt x="10018776" y="970788"/>
                  </a:cubicBezTo>
                  <a:lnTo>
                    <a:pt x="10018776" y="1108615"/>
                  </a:lnTo>
                  <a:close/>
                  <a:moveTo>
                    <a:pt x="10304621" y="1108615"/>
                  </a:moveTo>
                  <a:cubicBezTo>
                    <a:pt x="10304621" y="1122902"/>
                    <a:pt x="10289858" y="1134618"/>
                    <a:pt x="10271760" y="1134618"/>
                  </a:cubicBezTo>
                  <a:lnTo>
                    <a:pt x="10114884" y="1134618"/>
                  </a:lnTo>
                  <a:cubicBezTo>
                    <a:pt x="10096786" y="1134618"/>
                    <a:pt x="10082022" y="1122902"/>
                    <a:pt x="10082022" y="1108615"/>
                  </a:cubicBezTo>
                  <a:lnTo>
                    <a:pt x="10082022" y="970788"/>
                  </a:lnTo>
                  <a:cubicBezTo>
                    <a:pt x="10082022" y="956501"/>
                    <a:pt x="10096786" y="944785"/>
                    <a:pt x="10114884" y="944785"/>
                  </a:cubicBezTo>
                  <a:lnTo>
                    <a:pt x="10271760" y="944785"/>
                  </a:lnTo>
                  <a:cubicBezTo>
                    <a:pt x="10289858" y="944785"/>
                    <a:pt x="10304621" y="956501"/>
                    <a:pt x="10304621" y="970788"/>
                  </a:cubicBezTo>
                  <a:lnTo>
                    <a:pt x="10304621" y="1108615"/>
                  </a:lnTo>
                  <a:close/>
                  <a:moveTo>
                    <a:pt x="10590466" y="1108615"/>
                  </a:moveTo>
                  <a:cubicBezTo>
                    <a:pt x="10590466" y="1122902"/>
                    <a:pt x="10575703" y="1134618"/>
                    <a:pt x="10557606" y="1134618"/>
                  </a:cubicBezTo>
                  <a:lnTo>
                    <a:pt x="10400728" y="1134618"/>
                  </a:lnTo>
                  <a:cubicBezTo>
                    <a:pt x="10382631" y="1134618"/>
                    <a:pt x="10367867" y="1122902"/>
                    <a:pt x="10367867" y="1108615"/>
                  </a:cubicBezTo>
                  <a:lnTo>
                    <a:pt x="10367867" y="970788"/>
                  </a:lnTo>
                  <a:cubicBezTo>
                    <a:pt x="10367867" y="956501"/>
                    <a:pt x="10382631" y="944785"/>
                    <a:pt x="10400728" y="944785"/>
                  </a:cubicBezTo>
                  <a:lnTo>
                    <a:pt x="10557606" y="944785"/>
                  </a:lnTo>
                  <a:cubicBezTo>
                    <a:pt x="10575703" y="944785"/>
                    <a:pt x="10590466" y="956501"/>
                    <a:pt x="10590466" y="970788"/>
                  </a:cubicBezTo>
                  <a:lnTo>
                    <a:pt x="10590466" y="1108615"/>
                  </a:lnTo>
                  <a:close/>
                  <a:moveTo>
                    <a:pt x="10876312" y="1108615"/>
                  </a:moveTo>
                  <a:cubicBezTo>
                    <a:pt x="10876312" y="1122902"/>
                    <a:pt x="10861547" y="1134618"/>
                    <a:pt x="10843451" y="1134618"/>
                  </a:cubicBezTo>
                  <a:lnTo>
                    <a:pt x="10686573" y="1134618"/>
                  </a:lnTo>
                  <a:cubicBezTo>
                    <a:pt x="10668477" y="1134618"/>
                    <a:pt x="10653712" y="1122902"/>
                    <a:pt x="10653712" y="1108615"/>
                  </a:cubicBezTo>
                  <a:lnTo>
                    <a:pt x="10653712" y="970788"/>
                  </a:lnTo>
                  <a:cubicBezTo>
                    <a:pt x="10653712" y="956501"/>
                    <a:pt x="10668477" y="944785"/>
                    <a:pt x="10686573" y="944785"/>
                  </a:cubicBezTo>
                  <a:lnTo>
                    <a:pt x="10843451" y="944785"/>
                  </a:lnTo>
                  <a:cubicBezTo>
                    <a:pt x="10861547" y="944785"/>
                    <a:pt x="10876312" y="956501"/>
                    <a:pt x="10876312" y="970788"/>
                  </a:cubicBezTo>
                  <a:lnTo>
                    <a:pt x="10876312" y="1108615"/>
                  </a:lnTo>
                  <a:close/>
                  <a:moveTo>
                    <a:pt x="5644706" y="721043"/>
                  </a:moveTo>
                  <a:lnTo>
                    <a:pt x="5644706" y="413575"/>
                  </a:lnTo>
                  <a:cubicBezTo>
                    <a:pt x="5644706" y="356330"/>
                    <a:pt x="5703856" y="309467"/>
                    <a:pt x="5776246" y="309467"/>
                  </a:cubicBezTo>
                  <a:lnTo>
                    <a:pt x="6307455" y="309467"/>
                  </a:lnTo>
                  <a:cubicBezTo>
                    <a:pt x="6379845" y="309467"/>
                    <a:pt x="6438996" y="356330"/>
                    <a:pt x="6438996" y="413575"/>
                  </a:cubicBezTo>
                  <a:lnTo>
                    <a:pt x="6438996" y="721043"/>
                  </a:lnTo>
                  <a:cubicBezTo>
                    <a:pt x="6438996" y="778288"/>
                    <a:pt x="6379845" y="825151"/>
                    <a:pt x="6307455" y="825151"/>
                  </a:cubicBezTo>
                  <a:lnTo>
                    <a:pt x="5776246" y="825151"/>
                  </a:lnTo>
                  <a:cubicBezTo>
                    <a:pt x="5703856" y="825151"/>
                    <a:pt x="5644706" y="778288"/>
                    <a:pt x="5644706" y="721043"/>
                  </a:cubicBezTo>
                  <a:close/>
                  <a:moveTo>
                    <a:pt x="6724841" y="721043"/>
                  </a:moveTo>
                  <a:lnTo>
                    <a:pt x="6724841" y="413575"/>
                  </a:lnTo>
                  <a:cubicBezTo>
                    <a:pt x="6724841" y="356330"/>
                    <a:pt x="6783991" y="309467"/>
                    <a:pt x="6856381" y="309467"/>
                  </a:cubicBezTo>
                  <a:lnTo>
                    <a:pt x="7387590" y="309467"/>
                  </a:lnTo>
                  <a:cubicBezTo>
                    <a:pt x="7459980" y="309467"/>
                    <a:pt x="7519130" y="356330"/>
                    <a:pt x="7519130" y="413575"/>
                  </a:cubicBezTo>
                  <a:lnTo>
                    <a:pt x="7519130" y="721043"/>
                  </a:lnTo>
                  <a:cubicBezTo>
                    <a:pt x="7519130" y="778288"/>
                    <a:pt x="7459980" y="825151"/>
                    <a:pt x="7387590" y="825151"/>
                  </a:cubicBezTo>
                  <a:lnTo>
                    <a:pt x="6856381" y="825151"/>
                  </a:lnTo>
                  <a:cubicBezTo>
                    <a:pt x="6783991" y="825151"/>
                    <a:pt x="6724841" y="778288"/>
                    <a:pt x="6724841" y="721043"/>
                  </a:cubicBezTo>
                  <a:close/>
                  <a:moveTo>
                    <a:pt x="7804976" y="721043"/>
                  </a:moveTo>
                  <a:lnTo>
                    <a:pt x="7804976" y="413575"/>
                  </a:lnTo>
                  <a:cubicBezTo>
                    <a:pt x="7804976" y="356330"/>
                    <a:pt x="7864126" y="309467"/>
                    <a:pt x="7936516" y="309467"/>
                  </a:cubicBezTo>
                  <a:lnTo>
                    <a:pt x="8467725" y="309467"/>
                  </a:lnTo>
                  <a:cubicBezTo>
                    <a:pt x="8540115" y="309467"/>
                    <a:pt x="8599265" y="356330"/>
                    <a:pt x="8599265" y="413575"/>
                  </a:cubicBezTo>
                  <a:lnTo>
                    <a:pt x="8599265" y="721043"/>
                  </a:lnTo>
                  <a:cubicBezTo>
                    <a:pt x="8599265" y="778288"/>
                    <a:pt x="8540115" y="825151"/>
                    <a:pt x="8467725" y="825151"/>
                  </a:cubicBezTo>
                  <a:lnTo>
                    <a:pt x="7936516" y="825151"/>
                  </a:lnTo>
                  <a:cubicBezTo>
                    <a:pt x="7864126" y="825151"/>
                    <a:pt x="7804976" y="778288"/>
                    <a:pt x="7804976" y="721043"/>
                  </a:cubicBezTo>
                  <a:close/>
                  <a:moveTo>
                    <a:pt x="8885111" y="721043"/>
                  </a:moveTo>
                  <a:lnTo>
                    <a:pt x="8885111" y="413575"/>
                  </a:lnTo>
                  <a:cubicBezTo>
                    <a:pt x="8885111" y="356330"/>
                    <a:pt x="8944261" y="309467"/>
                    <a:pt x="9016651" y="309467"/>
                  </a:cubicBezTo>
                  <a:lnTo>
                    <a:pt x="9547860" y="309467"/>
                  </a:lnTo>
                  <a:cubicBezTo>
                    <a:pt x="9620250" y="309467"/>
                    <a:pt x="9679400" y="356330"/>
                    <a:pt x="9679400" y="413575"/>
                  </a:cubicBezTo>
                  <a:lnTo>
                    <a:pt x="9679400" y="721043"/>
                  </a:lnTo>
                  <a:cubicBezTo>
                    <a:pt x="9679400" y="778288"/>
                    <a:pt x="9620250" y="825151"/>
                    <a:pt x="9547860" y="825151"/>
                  </a:cubicBezTo>
                  <a:lnTo>
                    <a:pt x="9016651" y="825151"/>
                  </a:lnTo>
                  <a:cubicBezTo>
                    <a:pt x="8944261" y="825151"/>
                    <a:pt x="8885111" y="778288"/>
                    <a:pt x="8885111" y="721043"/>
                  </a:cubicBezTo>
                  <a:close/>
                  <a:moveTo>
                    <a:pt x="9965245" y="721043"/>
                  </a:moveTo>
                  <a:lnTo>
                    <a:pt x="9965245" y="413575"/>
                  </a:lnTo>
                  <a:cubicBezTo>
                    <a:pt x="9965245" y="356330"/>
                    <a:pt x="10024396" y="309467"/>
                    <a:pt x="10096786" y="309467"/>
                  </a:cubicBezTo>
                  <a:lnTo>
                    <a:pt x="10627995" y="309467"/>
                  </a:lnTo>
                  <a:cubicBezTo>
                    <a:pt x="10700385" y="309467"/>
                    <a:pt x="10759535" y="356330"/>
                    <a:pt x="10759535" y="413575"/>
                  </a:cubicBezTo>
                  <a:lnTo>
                    <a:pt x="10759535" y="721043"/>
                  </a:lnTo>
                  <a:cubicBezTo>
                    <a:pt x="10759535" y="778288"/>
                    <a:pt x="10700385" y="825151"/>
                    <a:pt x="10627995" y="825151"/>
                  </a:cubicBezTo>
                  <a:lnTo>
                    <a:pt x="10096786" y="825151"/>
                  </a:lnTo>
                  <a:cubicBezTo>
                    <a:pt x="10024396" y="825151"/>
                    <a:pt x="9965245" y="778288"/>
                    <a:pt x="9965245" y="721043"/>
                  </a:cubicBezTo>
                  <a:close/>
                </a:path>
              </a:pathLst>
            </a:custGeom>
            <a:solidFill>
              <a:srgbClr val="FFFFFF">
                <a:alpha val="352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0"/>
          <p:cNvSpPr txBox="1">
            <a:spLocks noGrp="1"/>
          </p:cNvSpPr>
          <p:nvPr>
            <p:ph type="title"/>
          </p:nvPr>
        </p:nvSpPr>
        <p:spPr>
          <a:xfrm>
            <a:off x="1948800" y="4014450"/>
            <a:ext cx="5246400" cy="441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3"/>
          <p:cNvPicPr preferRelativeResize="0"/>
          <p:nvPr/>
        </p:nvPicPr>
        <p:blipFill rotWithShape="1">
          <a:blip r:embed="rId2">
            <a:alphaModFix amt="22000"/>
          </a:blip>
          <a:srcRect l="700" r="69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2" hasCustomPrompt="1"/>
          </p:nvPr>
        </p:nvSpPr>
        <p:spPr>
          <a:xfrm>
            <a:off x="1194508" y="172310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3" hasCustomPrompt="1"/>
          </p:nvPr>
        </p:nvSpPr>
        <p:spPr>
          <a:xfrm>
            <a:off x="4789283" y="172310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4" hasCustomPrompt="1"/>
          </p:nvPr>
        </p:nvSpPr>
        <p:spPr>
          <a:xfrm>
            <a:off x="1194508" y="272885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5" hasCustomPrompt="1"/>
          </p:nvPr>
        </p:nvSpPr>
        <p:spPr>
          <a:xfrm>
            <a:off x="4789283" y="272885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6" hasCustomPrompt="1"/>
          </p:nvPr>
        </p:nvSpPr>
        <p:spPr>
          <a:xfrm>
            <a:off x="1194508" y="373460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7" hasCustomPrompt="1"/>
          </p:nvPr>
        </p:nvSpPr>
        <p:spPr>
          <a:xfrm>
            <a:off x="4789283" y="373460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"/>
          </p:nvPr>
        </p:nvSpPr>
        <p:spPr>
          <a:xfrm>
            <a:off x="1929220" y="1723100"/>
            <a:ext cx="2425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8"/>
          </p:nvPr>
        </p:nvSpPr>
        <p:spPr>
          <a:xfrm>
            <a:off x="1929220" y="2728850"/>
            <a:ext cx="2425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9"/>
          </p:nvPr>
        </p:nvSpPr>
        <p:spPr>
          <a:xfrm>
            <a:off x="1929220" y="3734600"/>
            <a:ext cx="2425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3"/>
          </p:nvPr>
        </p:nvSpPr>
        <p:spPr>
          <a:xfrm>
            <a:off x="5523992" y="1723100"/>
            <a:ext cx="2425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4"/>
          </p:nvPr>
        </p:nvSpPr>
        <p:spPr>
          <a:xfrm>
            <a:off x="5523992" y="2728850"/>
            <a:ext cx="2425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5"/>
          </p:nvPr>
        </p:nvSpPr>
        <p:spPr>
          <a:xfrm>
            <a:off x="5523992" y="3734600"/>
            <a:ext cx="24255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Oswald"/>
              <a:buNone/>
              <a:defRPr sz="2400" b="1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grpSp>
        <p:nvGrpSpPr>
          <p:cNvPr id="106" name="Google Shape;106;p13"/>
          <p:cNvGrpSpPr/>
          <p:nvPr/>
        </p:nvGrpSpPr>
        <p:grpSpPr>
          <a:xfrm>
            <a:off x="302987" y="288516"/>
            <a:ext cx="8538026" cy="4566468"/>
            <a:chOff x="5802027" y="1564324"/>
            <a:chExt cx="3636452" cy="1944916"/>
          </a:xfrm>
        </p:grpSpPr>
        <p:sp>
          <p:nvSpPr>
            <p:cNvPr id="107" name="Google Shape;107;p13"/>
            <p:cNvSpPr/>
            <p:nvPr/>
          </p:nvSpPr>
          <p:spPr>
            <a:xfrm>
              <a:off x="5802027" y="1564324"/>
              <a:ext cx="379245" cy="1944916"/>
            </a:xfrm>
            <a:custGeom>
              <a:avLst/>
              <a:gdLst/>
              <a:ahLst/>
              <a:cxnLst/>
              <a:rect l="l" t="t" r="r" b="b"/>
              <a:pathLst>
                <a:path w="379245" h="1944916" extrusionOk="0">
                  <a:moveTo>
                    <a:pt x="379246" y="0"/>
                  </a:moveTo>
                  <a:lnTo>
                    <a:pt x="0" y="0"/>
                  </a:lnTo>
                  <a:lnTo>
                    <a:pt x="0" y="1944917"/>
                  </a:lnTo>
                  <a:lnTo>
                    <a:pt x="379246" y="194491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9059234" y="1564324"/>
              <a:ext cx="379245" cy="1944916"/>
            </a:xfrm>
            <a:custGeom>
              <a:avLst/>
              <a:gdLst/>
              <a:ahLst/>
              <a:cxnLst/>
              <a:rect l="l" t="t" r="r" b="b"/>
              <a:pathLst>
                <a:path w="379245" h="1944916" extrusionOk="0">
                  <a:moveTo>
                    <a:pt x="0" y="1944917"/>
                  </a:moveTo>
                  <a:lnTo>
                    <a:pt x="379245" y="1944917"/>
                  </a:lnTo>
                  <a:lnTo>
                    <a:pt x="379245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3"/>
          <p:cNvSpPr/>
          <p:nvPr/>
        </p:nvSpPr>
        <p:spPr>
          <a:xfrm>
            <a:off x="8566974" y="414360"/>
            <a:ext cx="159300" cy="15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5"/>
          <p:cNvPicPr preferRelativeResize="0"/>
          <p:nvPr/>
        </p:nvPicPr>
        <p:blipFill rotWithShape="1">
          <a:blip r:embed="rId2">
            <a:alphaModFix amt="29000"/>
          </a:blip>
          <a:srcRect l="337" r="347"/>
          <a:stretch/>
        </p:blipFill>
        <p:spPr>
          <a:xfrm>
            <a:off x="0" y="0"/>
            <a:ext cx="9144002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/>
          <p:nvPr/>
        </p:nvSpPr>
        <p:spPr>
          <a:xfrm rot="719251">
            <a:off x="-3314458" y="4493587"/>
            <a:ext cx="8161065" cy="873510"/>
          </a:xfrm>
          <a:custGeom>
            <a:avLst/>
            <a:gdLst/>
            <a:ahLst/>
            <a:cxnLst/>
            <a:rect l="l" t="t" r="r" b="b"/>
            <a:pathLst>
              <a:path w="10935747" h="1165860" extrusionOk="0">
                <a:moveTo>
                  <a:pt x="5467826" y="0"/>
                </a:moveTo>
                <a:lnTo>
                  <a:pt x="0" y="0"/>
                </a:lnTo>
                <a:lnTo>
                  <a:pt x="0" y="1165860"/>
                </a:lnTo>
                <a:lnTo>
                  <a:pt x="10935748" y="1165860"/>
                </a:lnTo>
                <a:lnTo>
                  <a:pt x="10935748" y="0"/>
                </a:lnTo>
                <a:lnTo>
                  <a:pt x="5467922" y="0"/>
                </a:lnTo>
                <a:close/>
                <a:moveTo>
                  <a:pt x="10672572" y="57245"/>
                </a:moveTo>
                <a:cubicBezTo>
                  <a:pt x="10672572" y="42958"/>
                  <a:pt x="10687336" y="31242"/>
                  <a:pt x="10705434" y="31242"/>
                </a:cubicBezTo>
                <a:lnTo>
                  <a:pt x="10862310" y="31242"/>
                </a:lnTo>
                <a:cubicBezTo>
                  <a:pt x="10880408" y="31242"/>
                  <a:pt x="10895171" y="42958"/>
                  <a:pt x="10895171" y="57245"/>
                </a:cubicBezTo>
                <a:lnTo>
                  <a:pt x="10895171" y="195072"/>
                </a:lnTo>
                <a:cubicBezTo>
                  <a:pt x="10895171" y="209360"/>
                  <a:pt x="10880408" y="221075"/>
                  <a:pt x="10862310" y="221075"/>
                </a:cubicBezTo>
                <a:lnTo>
                  <a:pt x="10705434" y="221075"/>
                </a:lnTo>
                <a:cubicBezTo>
                  <a:pt x="10687336" y="221075"/>
                  <a:pt x="10672572" y="209360"/>
                  <a:pt x="10672572" y="195072"/>
                </a:cubicBezTo>
                <a:lnTo>
                  <a:pt x="10672572" y="57245"/>
                </a:lnTo>
                <a:close/>
                <a:moveTo>
                  <a:pt x="10386726" y="57245"/>
                </a:moveTo>
                <a:cubicBezTo>
                  <a:pt x="10386726" y="42958"/>
                  <a:pt x="10401491" y="31242"/>
                  <a:pt x="10419588" y="31242"/>
                </a:cubicBezTo>
                <a:lnTo>
                  <a:pt x="10576465" y="31242"/>
                </a:lnTo>
                <a:cubicBezTo>
                  <a:pt x="10594563" y="31242"/>
                  <a:pt x="10609326" y="42958"/>
                  <a:pt x="10609326" y="57245"/>
                </a:cubicBezTo>
                <a:lnTo>
                  <a:pt x="10609326" y="195072"/>
                </a:lnTo>
                <a:cubicBezTo>
                  <a:pt x="10609326" y="209360"/>
                  <a:pt x="10594563" y="221075"/>
                  <a:pt x="10576465" y="221075"/>
                </a:cubicBezTo>
                <a:lnTo>
                  <a:pt x="10419588" y="221075"/>
                </a:lnTo>
                <a:cubicBezTo>
                  <a:pt x="10401491" y="221075"/>
                  <a:pt x="10386726" y="209360"/>
                  <a:pt x="10386726" y="195072"/>
                </a:cubicBezTo>
                <a:lnTo>
                  <a:pt x="10386726" y="57245"/>
                </a:lnTo>
                <a:close/>
                <a:moveTo>
                  <a:pt x="10100881" y="57245"/>
                </a:moveTo>
                <a:cubicBezTo>
                  <a:pt x="10100881" y="42958"/>
                  <a:pt x="10115645" y="31242"/>
                  <a:pt x="10133743" y="31242"/>
                </a:cubicBezTo>
                <a:lnTo>
                  <a:pt x="10290620" y="31242"/>
                </a:lnTo>
                <a:cubicBezTo>
                  <a:pt x="10308717" y="31242"/>
                  <a:pt x="10323480" y="42958"/>
                  <a:pt x="10323480" y="57245"/>
                </a:cubicBezTo>
                <a:lnTo>
                  <a:pt x="10323480" y="195072"/>
                </a:lnTo>
                <a:cubicBezTo>
                  <a:pt x="10323480" y="209360"/>
                  <a:pt x="10308717" y="221075"/>
                  <a:pt x="10290620" y="221075"/>
                </a:cubicBezTo>
                <a:lnTo>
                  <a:pt x="10133743" y="221075"/>
                </a:lnTo>
                <a:cubicBezTo>
                  <a:pt x="10115645" y="221075"/>
                  <a:pt x="10100881" y="209360"/>
                  <a:pt x="10100881" y="195072"/>
                </a:cubicBezTo>
                <a:lnTo>
                  <a:pt x="10100881" y="57245"/>
                </a:lnTo>
                <a:close/>
                <a:moveTo>
                  <a:pt x="9815036" y="57245"/>
                </a:moveTo>
                <a:cubicBezTo>
                  <a:pt x="9815036" y="42958"/>
                  <a:pt x="9829800" y="31242"/>
                  <a:pt x="9847898" y="31242"/>
                </a:cubicBezTo>
                <a:lnTo>
                  <a:pt x="10004774" y="31242"/>
                </a:lnTo>
                <a:cubicBezTo>
                  <a:pt x="10022872" y="31242"/>
                  <a:pt x="10037635" y="42958"/>
                  <a:pt x="10037635" y="57245"/>
                </a:cubicBezTo>
                <a:lnTo>
                  <a:pt x="10037635" y="195072"/>
                </a:lnTo>
                <a:cubicBezTo>
                  <a:pt x="10037635" y="209360"/>
                  <a:pt x="10022872" y="221075"/>
                  <a:pt x="10004774" y="221075"/>
                </a:cubicBezTo>
                <a:lnTo>
                  <a:pt x="9847898" y="221075"/>
                </a:lnTo>
                <a:cubicBezTo>
                  <a:pt x="9829800" y="221075"/>
                  <a:pt x="9815036" y="209360"/>
                  <a:pt x="9815036" y="195072"/>
                </a:cubicBezTo>
                <a:lnTo>
                  <a:pt x="9815036" y="57245"/>
                </a:lnTo>
                <a:close/>
                <a:moveTo>
                  <a:pt x="9529191" y="57245"/>
                </a:moveTo>
                <a:cubicBezTo>
                  <a:pt x="9529191" y="42958"/>
                  <a:pt x="9543955" y="31242"/>
                  <a:pt x="9562052" y="31242"/>
                </a:cubicBezTo>
                <a:lnTo>
                  <a:pt x="9718929" y="31242"/>
                </a:lnTo>
                <a:cubicBezTo>
                  <a:pt x="9737027" y="31242"/>
                  <a:pt x="9751790" y="42958"/>
                  <a:pt x="9751790" y="57245"/>
                </a:cubicBezTo>
                <a:lnTo>
                  <a:pt x="9751790" y="195072"/>
                </a:lnTo>
                <a:cubicBezTo>
                  <a:pt x="9751790" y="209360"/>
                  <a:pt x="9737027" y="221075"/>
                  <a:pt x="9718929" y="221075"/>
                </a:cubicBezTo>
                <a:lnTo>
                  <a:pt x="9562052" y="221075"/>
                </a:lnTo>
                <a:cubicBezTo>
                  <a:pt x="9543955" y="221075"/>
                  <a:pt x="9529191" y="209360"/>
                  <a:pt x="9529191" y="195072"/>
                </a:cubicBezTo>
                <a:lnTo>
                  <a:pt x="9529191" y="57245"/>
                </a:lnTo>
                <a:close/>
                <a:moveTo>
                  <a:pt x="9243346" y="57245"/>
                </a:moveTo>
                <a:cubicBezTo>
                  <a:pt x="9243346" y="42958"/>
                  <a:pt x="9258109" y="31242"/>
                  <a:pt x="9276207" y="31242"/>
                </a:cubicBezTo>
                <a:lnTo>
                  <a:pt x="9433084" y="31242"/>
                </a:lnTo>
                <a:cubicBezTo>
                  <a:pt x="9451181" y="31242"/>
                  <a:pt x="9465945" y="42958"/>
                  <a:pt x="9465945" y="57245"/>
                </a:cubicBezTo>
                <a:lnTo>
                  <a:pt x="9465945" y="195072"/>
                </a:lnTo>
                <a:cubicBezTo>
                  <a:pt x="9465945" y="209360"/>
                  <a:pt x="9451181" y="221075"/>
                  <a:pt x="9433084" y="221075"/>
                </a:cubicBezTo>
                <a:lnTo>
                  <a:pt x="9276207" y="221075"/>
                </a:lnTo>
                <a:cubicBezTo>
                  <a:pt x="9258109" y="221075"/>
                  <a:pt x="9243346" y="209360"/>
                  <a:pt x="9243346" y="195072"/>
                </a:cubicBezTo>
                <a:lnTo>
                  <a:pt x="9243346" y="57245"/>
                </a:lnTo>
                <a:close/>
                <a:moveTo>
                  <a:pt x="8957500" y="57245"/>
                </a:moveTo>
                <a:cubicBezTo>
                  <a:pt x="8957500" y="42958"/>
                  <a:pt x="8972264" y="31242"/>
                  <a:pt x="8990362" y="31242"/>
                </a:cubicBezTo>
                <a:lnTo>
                  <a:pt x="9147239" y="31242"/>
                </a:lnTo>
                <a:cubicBezTo>
                  <a:pt x="9165336" y="31242"/>
                  <a:pt x="9180100" y="42958"/>
                  <a:pt x="9180100" y="57245"/>
                </a:cubicBezTo>
                <a:lnTo>
                  <a:pt x="9180100" y="195072"/>
                </a:lnTo>
                <a:cubicBezTo>
                  <a:pt x="9180100" y="209360"/>
                  <a:pt x="9165336" y="221075"/>
                  <a:pt x="9147239" y="221075"/>
                </a:cubicBezTo>
                <a:lnTo>
                  <a:pt x="8990362" y="221075"/>
                </a:lnTo>
                <a:cubicBezTo>
                  <a:pt x="8972264" y="221075"/>
                  <a:pt x="8957500" y="209360"/>
                  <a:pt x="8957500" y="195072"/>
                </a:cubicBezTo>
                <a:lnTo>
                  <a:pt x="8957500" y="57245"/>
                </a:lnTo>
                <a:close/>
                <a:moveTo>
                  <a:pt x="8671655" y="57245"/>
                </a:moveTo>
                <a:cubicBezTo>
                  <a:pt x="8671655" y="42958"/>
                  <a:pt x="8686419" y="31242"/>
                  <a:pt x="8704516" y="31242"/>
                </a:cubicBezTo>
                <a:lnTo>
                  <a:pt x="8861393" y="31242"/>
                </a:lnTo>
                <a:cubicBezTo>
                  <a:pt x="8879491" y="31242"/>
                  <a:pt x="8894255" y="42958"/>
                  <a:pt x="8894255" y="57245"/>
                </a:cubicBezTo>
                <a:lnTo>
                  <a:pt x="8894255" y="195072"/>
                </a:lnTo>
                <a:cubicBezTo>
                  <a:pt x="8894255" y="209360"/>
                  <a:pt x="8879491" y="221075"/>
                  <a:pt x="8861393" y="221075"/>
                </a:cubicBezTo>
                <a:lnTo>
                  <a:pt x="8704516" y="221075"/>
                </a:lnTo>
                <a:cubicBezTo>
                  <a:pt x="8686419" y="221075"/>
                  <a:pt x="8671655" y="209360"/>
                  <a:pt x="8671655" y="195072"/>
                </a:cubicBezTo>
                <a:lnTo>
                  <a:pt x="8671655" y="57245"/>
                </a:lnTo>
                <a:close/>
                <a:moveTo>
                  <a:pt x="8385810" y="57245"/>
                </a:moveTo>
                <a:cubicBezTo>
                  <a:pt x="8385810" y="42958"/>
                  <a:pt x="8400574" y="31242"/>
                  <a:pt x="8418671" y="31242"/>
                </a:cubicBezTo>
                <a:lnTo>
                  <a:pt x="8575548" y="31242"/>
                </a:lnTo>
                <a:cubicBezTo>
                  <a:pt x="8593645" y="31242"/>
                  <a:pt x="8608409" y="42958"/>
                  <a:pt x="8608409" y="57245"/>
                </a:cubicBezTo>
                <a:lnTo>
                  <a:pt x="8608409" y="195072"/>
                </a:lnTo>
                <a:cubicBezTo>
                  <a:pt x="8608409" y="209360"/>
                  <a:pt x="8593645" y="221075"/>
                  <a:pt x="8575548" y="221075"/>
                </a:cubicBezTo>
                <a:lnTo>
                  <a:pt x="8418671" y="221075"/>
                </a:lnTo>
                <a:cubicBezTo>
                  <a:pt x="8400574" y="221075"/>
                  <a:pt x="8385810" y="209360"/>
                  <a:pt x="8385810" y="195072"/>
                </a:cubicBezTo>
                <a:lnTo>
                  <a:pt x="8385810" y="57245"/>
                </a:lnTo>
                <a:close/>
                <a:moveTo>
                  <a:pt x="8099965" y="57245"/>
                </a:moveTo>
                <a:cubicBezTo>
                  <a:pt x="8099965" y="42958"/>
                  <a:pt x="8114729" y="31242"/>
                  <a:pt x="8132827" y="31242"/>
                </a:cubicBezTo>
                <a:lnTo>
                  <a:pt x="8289703" y="31242"/>
                </a:lnTo>
                <a:cubicBezTo>
                  <a:pt x="8307801" y="31242"/>
                  <a:pt x="8322564" y="42958"/>
                  <a:pt x="8322564" y="57245"/>
                </a:cubicBezTo>
                <a:lnTo>
                  <a:pt x="8322564" y="195072"/>
                </a:lnTo>
                <a:cubicBezTo>
                  <a:pt x="8322564" y="209360"/>
                  <a:pt x="8307801" y="221075"/>
                  <a:pt x="8289703" y="221075"/>
                </a:cubicBezTo>
                <a:lnTo>
                  <a:pt x="8132827" y="221075"/>
                </a:lnTo>
                <a:cubicBezTo>
                  <a:pt x="8114729" y="221075"/>
                  <a:pt x="8099965" y="209360"/>
                  <a:pt x="8099965" y="195072"/>
                </a:cubicBezTo>
                <a:lnTo>
                  <a:pt x="8099965" y="57245"/>
                </a:lnTo>
                <a:close/>
                <a:moveTo>
                  <a:pt x="7814120" y="57245"/>
                </a:moveTo>
                <a:cubicBezTo>
                  <a:pt x="7814120" y="42958"/>
                  <a:pt x="7828883" y="31242"/>
                  <a:pt x="7846981" y="31242"/>
                </a:cubicBezTo>
                <a:lnTo>
                  <a:pt x="8003858" y="31242"/>
                </a:lnTo>
                <a:cubicBezTo>
                  <a:pt x="8021955" y="31242"/>
                  <a:pt x="8036719" y="42958"/>
                  <a:pt x="8036719" y="57245"/>
                </a:cubicBezTo>
                <a:lnTo>
                  <a:pt x="8036719" y="195072"/>
                </a:lnTo>
                <a:cubicBezTo>
                  <a:pt x="8036719" y="209360"/>
                  <a:pt x="8021955" y="221075"/>
                  <a:pt x="8003858" y="221075"/>
                </a:cubicBezTo>
                <a:lnTo>
                  <a:pt x="7846981" y="221075"/>
                </a:lnTo>
                <a:cubicBezTo>
                  <a:pt x="7828883" y="221075"/>
                  <a:pt x="7814120" y="209360"/>
                  <a:pt x="7814120" y="195072"/>
                </a:cubicBezTo>
                <a:lnTo>
                  <a:pt x="7814120" y="57245"/>
                </a:lnTo>
                <a:close/>
                <a:moveTo>
                  <a:pt x="7528274" y="57245"/>
                </a:moveTo>
                <a:cubicBezTo>
                  <a:pt x="7528274" y="42958"/>
                  <a:pt x="7543038" y="31242"/>
                  <a:pt x="7561136" y="31242"/>
                </a:cubicBezTo>
                <a:lnTo>
                  <a:pt x="7718012" y="31242"/>
                </a:lnTo>
                <a:cubicBezTo>
                  <a:pt x="7736110" y="31242"/>
                  <a:pt x="7750874" y="42958"/>
                  <a:pt x="7750874" y="57245"/>
                </a:cubicBezTo>
                <a:lnTo>
                  <a:pt x="7750874" y="195072"/>
                </a:lnTo>
                <a:cubicBezTo>
                  <a:pt x="7750874" y="209360"/>
                  <a:pt x="7736110" y="221075"/>
                  <a:pt x="7718012" y="221075"/>
                </a:cubicBezTo>
                <a:lnTo>
                  <a:pt x="7561136" y="221075"/>
                </a:lnTo>
                <a:cubicBezTo>
                  <a:pt x="7543038" y="221075"/>
                  <a:pt x="7528274" y="209360"/>
                  <a:pt x="7528274" y="195072"/>
                </a:cubicBezTo>
                <a:lnTo>
                  <a:pt x="7528274" y="57245"/>
                </a:lnTo>
                <a:close/>
                <a:moveTo>
                  <a:pt x="7242429" y="57245"/>
                </a:moveTo>
                <a:cubicBezTo>
                  <a:pt x="7242429" y="42958"/>
                  <a:pt x="7257193" y="31242"/>
                  <a:pt x="7275290" y="31242"/>
                </a:cubicBezTo>
                <a:lnTo>
                  <a:pt x="7432168" y="31242"/>
                </a:lnTo>
                <a:cubicBezTo>
                  <a:pt x="7450265" y="31242"/>
                  <a:pt x="7465028" y="42958"/>
                  <a:pt x="7465028" y="57245"/>
                </a:cubicBezTo>
                <a:lnTo>
                  <a:pt x="7465028" y="195072"/>
                </a:lnTo>
                <a:cubicBezTo>
                  <a:pt x="7465028" y="209360"/>
                  <a:pt x="7450265" y="221075"/>
                  <a:pt x="7432168" y="221075"/>
                </a:cubicBezTo>
                <a:lnTo>
                  <a:pt x="7275290" y="221075"/>
                </a:lnTo>
                <a:cubicBezTo>
                  <a:pt x="7257193" y="221075"/>
                  <a:pt x="7242429" y="209360"/>
                  <a:pt x="7242429" y="195072"/>
                </a:cubicBezTo>
                <a:lnTo>
                  <a:pt x="7242429" y="57245"/>
                </a:lnTo>
                <a:close/>
                <a:moveTo>
                  <a:pt x="6956584" y="57245"/>
                </a:moveTo>
                <a:cubicBezTo>
                  <a:pt x="6956584" y="42958"/>
                  <a:pt x="6971348" y="31242"/>
                  <a:pt x="6989445" y="31242"/>
                </a:cubicBezTo>
                <a:lnTo>
                  <a:pt x="7146322" y="31242"/>
                </a:lnTo>
                <a:cubicBezTo>
                  <a:pt x="7164419" y="31242"/>
                  <a:pt x="7179183" y="42958"/>
                  <a:pt x="7179183" y="57245"/>
                </a:cubicBezTo>
                <a:lnTo>
                  <a:pt x="7179183" y="195072"/>
                </a:lnTo>
                <a:cubicBezTo>
                  <a:pt x="7179183" y="209360"/>
                  <a:pt x="7164419" y="221075"/>
                  <a:pt x="7146322" y="221075"/>
                </a:cubicBezTo>
                <a:lnTo>
                  <a:pt x="6989445" y="221075"/>
                </a:lnTo>
                <a:cubicBezTo>
                  <a:pt x="6971348" y="221075"/>
                  <a:pt x="6956584" y="209360"/>
                  <a:pt x="6956584" y="195072"/>
                </a:cubicBezTo>
                <a:lnTo>
                  <a:pt x="6956584" y="57245"/>
                </a:lnTo>
                <a:close/>
                <a:moveTo>
                  <a:pt x="6670739" y="57245"/>
                </a:moveTo>
                <a:cubicBezTo>
                  <a:pt x="6670739" y="42958"/>
                  <a:pt x="6685503" y="31242"/>
                  <a:pt x="6703600" y="31242"/>
                </a:cubicBezTo>
                <a:lnTo>
                  <a:pt x="6860477" y="31242"/>
                </a:lnTo>
                <a:cubicBezTo>
                  <a:pt x="6878574" y="31242"/>
                  <a:pt x="6893338" y="42958"/>
                  <a:pt x="6893338" y="57245"/>
                </a:cubicBezTo>
                <a:lnTo>
                  <a:pt x="6893338" y="195072"/>
                </a:lnTo>
                <a:cubicBezTo>
                  <a:pt x="6893338" y="209360"/>
                  <a:pt x="6878574" y="221075"/>
                  <a:pt x="6860477" y="221075"/>
                </a:cubicBezTo>
                <a:lnTo>
                  <a:pt x="6703600" y="221075"/>
                </a:lnTo>
                <a:cubicBezTo>
                  <a:pt x="6685503" y="221075"/>
                  <a:pt x="6670739" y="209360"/>
                  <a:pt x="6670739" y="195072"/>
                </a:cubicBezTo>
                <a:lnTo>
                  <a:pt x="6670739" y="57245"/>
                </a:lnTo>
                <a:close/>
                <a:moveTo>
                  <a:pt x="6384894" y="57245"/>
                </a:moveTo>
                <a:cubicBezTo>
                  <a:pt x="6384894" y="42958"/>
                  <a:pt x="6399657" y="31242"/>
                  <a:pt x="6417755" y="31242"/>
                </a:cubicBezTo>
                <a:lnTo>
                  <a:pt x="6574631" y="31242"/>
                </a:lnTo>
                <a:cubicBezTo>
                  <a:pt x="6592729" y="31242"/>
                  <a:pt x="6607493" y="42958"/>
                  <a:pt x="6607493" y="57245"/>
                </a:cubicBezTo>
                <a:lnTo>
                  <a:pt x="6607493" y="195072"/>
                </a:lnTo>
                <a:cubicBezTo>
                  <a:pt x="6607493" y="209360"/>
                  <a:pt x="6592729" y="221075"/>
                  <a:pt x="6574631" y="221075"/>
                </a:cubicBezTo>
                <a:lnTo>
                  <a:pt x="6417755" y="221075"/>
                </a:lnTo>
                <a:cubicBezTo>
                  <a:pt x="6399657" y="221075"/>
                  <a:pt x="6384894" y="209360"/>
                  <a:pt x="6384894" y="195072"/>
                </a:cubicBezTo>
                <a:lnTo>
                  <a:pt x="6384894" y="57245"/>
                </a:lnTo>
                <a:close/>
                <a:moveTo>
                  <a:pt x="6099048" y="57245"/>
                </a:moveTo>
                <a:cubicBezTo>
                  <a:pt x="6099048" y="42958"/>
                  <a:pt x="6113812" y="31242"/>
                  <a:pt x="6131910" y="31242"/>
                </a:cubicBezTo>
                <a:lnTo>
                  <a:pt x="6288786" y="31242"/>
                </a:lnTo>
                <a:cubicBezTo>
                  <a:pt x="6306884" y="31242"/>
                  <a:pt x="6321648" y="42958"/>
                  <a:pt x="6321648" y="57245"/>
                </a:cubicBezTo>
                <a:lnTo>
                  <a:pt x="6321648" y="195072"/>
                </a:lnTo>
                <a:cubicBezTo>
                  <a:pt x="6321648" y="209360"/>
                  <a:pt x="6306884" y="221075"/>
                  <a:pt x="6288786" y="221075"/>
                </a:cubicBezTo>
                <a:lnTo>
                  <a:pt x="6131910" y="221075"/>
                </a:lnTo>
                <a:cubicBezTo>
                  <a:pt x="6113812" y="221075"/>
                  <a:pt x="6099048" y="209360"/>
                  <a:pt x="6099048" y="195072"/>
                </a:cubicBezTo>
                <a:lnTo>
                  <a:pt x="6099048" y="57245"/>
                </a:lnTo>
                <a:close/>
                <a:moveTo>
                  <a:pt x="5813203" y="57245"/>
                </a:moveTo>
                <a:cubicBezTo>
                  <a:pt x="5813203" y="42958"/>
                  <a:pt x="5827967" y="31242"/>
                  <a:pt x="5846064" y="31242"/>
                </a:cubicBezTo>
                <a:lnTo>
                  <a:pt x="6002941" y="31242"/>
                </a:lnTo>
                <a:cubicBezTo>
                  <a:pt x="6021039" y="31242"/>
                  <a:pt x="6035802" y="42958"/>
                  <a:pt x="6035802" y="57245"/>
                </a:cubicBezTo>
                <a:lnTo>
                  <a:pt x="6035802" y="195072"/>
                </a:lnTo>
                <a:cubicBezTo>
                  <a:pt x="6035802" y="209360"/>
                  <a:pt x="6021039" y="221075"/>
                  <a:pt x="6002941" y="221075"/>
                </a:cubicBezTo>
                <a:lnTo>
                  <a:pt x="5846064" y="221075"/>
                </a:lnTo>
                <a:cubicBezTo>
                  <a:pt x="5827967" y="221075"/>
                  <a:pt x="5813203" y="209360"/>
                  <a:pt x="5813203" y="195072"/>
                </a:cubicBezTo>
                <a:lnTo>
                  <a:pt x="5813203" y="57245"/>
                </a:lnTo>
                <a:close/>
                <a:moveTo>
                  <a:pt x="5527358" y="57245"/>
                </a:moveTo>
                <a:cubicBezTo>
                  <a:pt x="5527358" y="42958"/>
                  <a:pt x="5542121" y="31242"/>
                  <a:pt x="5560219" y="31242"/>
                </a:cubicBezTo>
                <a:lnTo>
                  <a:pt x="5717095" y="31242"/>
                </a:lnTo>
                <a:cubicBezTo>
                  <a:pt x="5735193" y="31242"/>
                  <a:pt x="5749957" y="42958"/>
                  <a:pt x="5749957" y="57245"/>
                </a:cubicBezTo>
                <a:lnTo>
                  <a:pt x="5749957" y="195072"/>
                </a:lnTo>
                <a:cubicBezTo>
                  <a:pt x="5749957" y="209360"/>
                  <a:pt x="5735193" y="221075"/>
                  <a:pt x="5717095" y="221075"/>
                </a:cubicBezTo>
                <a:lnTo>
                  <a:pt x="5560219" y="221075"/>
                </a:lnTo>
                <a:cubicBezTo>
                  <a:pt x="5542121" y="221075"/>
                  <a:pt x="5527358" y="209360"/>
                  <a:pt x="5527358" y="195072"/>
                </a:cubicBezTo>
                <a:lnTo>
                  <a:pt x="5527358" y="57245"/>
                </a:lnTo>
                <a:close/>
                <a:moveTo>
                  <a:pt x="5204555" y="57245"/>
                </a:moveTo>
                <a:cubicBezTo>
                  <a:pt x="5204555" y="42958"/>
                  <a:pt x="5219319" y="31242"/>
                  <a:pt x="5237417" y="31242"/>
                </a:cubicBezTo>
                <a:lnTo>
                  <a:pt x="5394294" y="31242"/>
                </a:lnTo>
                <a:cubicBezTo>
                  <a:pt x="5412391" y="31242"/>
                  <a:pt x="5427155" y="42958"/>
                  <a:pt x="5427155" y="57245"/>
                </a:cubicBezTo>
                <a:lnTo>
                  <a:pt x="5427155" y="195072"/>
                </a:lnTo>
                <a:cubicBezTo>
                  <a:pt x="5427155" y="209360"/>
                  <a:pt x="5412391" y="221075"/>
                  <a:pt x="5394294" y="221075"/>
                </a:cubicBezTo>
                <a:lnTo>
                  <a:pt x="5237417" y="221075"/>
                </a:lnTo>
                <a:cubicBezTo>
                  <a:pt x="5219319" y="221075"/>
                  <a:pt x="5204555" y="209360"/>
                  <a:pt x="5204555" y="195072"/>
                </a:cubicBezTo>
                <a:lnTo>
                  <a:pt x="5204555" y="57245"/>
                </a:lnTo>
                <a:close/>
                <a:moveTo>
                  <a:pt x="4918710" y="57245"/>
                </a:moveTo>
                <a:cubicBezTo>
                  <a:pt x="4918710" y="42958"/>
                  <a:pt x="4933474" y="31242"/>
                  <a:pt x="4951571" y="31242"/>
                </a:cubicBezTo>
                <a:lnTo>
                  <a:pt x="5108448" y="31242"/>
                </a:lnTo>
                <a:cubicBezTo>
                  <a:pt x="5126545" y="31242"/>
                  <a:pt x="5141310" y="42958"/>
                  <a:pt x="5141310" y="57245"/>
                </a:cubicBezTo>
                <a:lnTo>
                  <a:pt x="5141310" y="195072"/>
                </a:lnTo>
                <a:cubicBezTo>
                  <a:pt x="5141310" y="209360"/>
                  <a:pt x="5126545" y="221075"/>
                  <a:pt x="5108448" y="221075"/>
                </a:cubicBezTo>
                <a:lnTo>
                  <a:pt x="4951571" y="221075"/>
                </a:lnTo>
                <a:cubicBezTo>
                  <a:pt x="4933474" y="221075"/>
                  <a:pt x="4918710" y="209360"/>
                  <a:pt x="4918710" y="195072"/>
                </a:cubicBezTo>
                <a:lnTo>
                  <a:pt x="4918710" y="57245"/>
                </a:lnTo>
                <a:close/>
                <a:moveTo>
                  <a:pt x="4632865" y="57245"/>
                </a:moveTo>
                <a:cubicBezTo>
                  <a:pt x="4632865" y="42958"/>
                  <a:pt x="4647629" y="31242"/>
                  <a:pt x="4665726" y="31242"/>
                </a:cubicBezTo>
                <a:lnTo>
                  <a:pt x="4822603" y="31242"/>
                </a:lnTo>
                <a:cubicBezTo>
                  <a:pt x="4840700" y="31242"/>
                  <a:pt x="4855464" y="42958"/>
                  <a:pt x="4855464" y="57245"/>
                </a:cubicBezTo>
                <a:lnTo>
                  <a:pt x="4855464" y="195072"/>
                </a:lnTo>
                <a:cubicBezTo>
                  <a:pt x="4855464" y="209360"/>
                  <a:pt x="4840700" y="221075"/>
                  <a:pt x="4822603" y="221075"/>
                </a:cubicBezTo>
                <a:lnTo>
                  <a:pt x="4665726" y="221075"/>
                </a:lnTo>
                <a:cubicBezTo>
                  <a:pt x="4647629" y="221075"/>
                  <a:pt x="4632865" y="209360"/>
                  <a:pt x="4632865" y="195072"/>
                </a:cubicBezTo>
                <a:lnTo>
                  <a:pt x="4632865" y="57245"/>
                </a:lnTo>
                <a:close/>
                <a:moveTo>
                  <a:pt x="4347020" y="57245"/>
                </a:moveTo>
                <a:cubicBezTo>
                  <a:pt x="4347020" y="42958"/>
                  <a:pt x="4361783" y="31242"/>
                  <a:pt x="4379881" y="31242"/>
                </a:cubicBezTo>
                <a:lnTo>
                  <a:pt x="4536758" y="31242"/>
                </a:lnTo>
                <a:cubicBezTo>
                  <a:pt x="4554855" y="31242"/>
                  <a:pt x="4569619" y="42958"/>
                  <a:pt x="4569619" y="57245"/>
                </a:cubicBezTo>
                <a:lnTo>
                  <a:pt x="4569619" y="195072"/>
                </a:lnTo>
                <a:cubicBezTo>
                  <a:pt x="4569619" y="209360"/>
                  <a:pt x="4554855" y="221075"/>
                  <a:pt x="4536758" y="221075"/>
                </a:cubicBezTo>
                <a:lnTo>
                  <a:pt x="4379881" y="221075"/>
                </a:lnTo>
                <a:cubicBezTo>
                  <a:pt x="4361783" y="221075"/>
                  <a:pt x="4347020" y="209360"/>
                  <a:pt x="4347020" y="195072"/>
                </a:cubicBezTo>
                <a:lnTo>
                  <a:pt x="4347020" y="57245"/>
                </a:lnTo>
                <a:close/>
                <a:moveTo>
                  <a:pt x="4061174" y="57245"/>
                </a:moveTo>
                <a:cubicBezTo>
                  <a:pt x="4061174" y="42958"/>
                  <a:pt x="4075938" y="31242"/>
                  <a:pt x="4094036" y="31242"/>
                </a:cubicBezTo>
                <a:lnTo>
                  <a:pt x="4250913" y="31242"/>
                </a:lnTo>
                <a:cubicBezTo>
                  <a:pt x="4269010" y="31242"/>
                  <a:pt x="4283774" y="42958"/>
                  <a:pt x="4283774" y="57245"/>
                </a:cubicBezTo>
                <a:lnTo>
                  <a:pt x="4283774" y="195072"/>
                </a:lnTo>
                <a:cubicBezTo>
                  <a:pt x="4283774" y="209360"/>
                  <a:pt x="4269010" y="221075"/>
                  <a:pt x="4250913" y="221075"/>
                </a:cubicBezTo>
                <a:lnTo>
                  <a:pt x="4094036" y="221075"/>
                </a:lnTo>
                <a:cubicBezTo>
                  <a:pt x="4075938" y="221075"/>
                  <a:pt x="4061174" y="209360"/>
                  <a:pt x="4061174" y="195072"/>
                </a:cubicBezTo>
                <a:lnTo>
                  <a:pt x="4061174" y="57245"/>
                </a:lnTo>
                <a:close/>
                <a:moveTo>
                  <a:pt x="3775329" y="57245"/>
                </a:moveTo>
                <a:cubicBezTo>
                  <a:pt x="3775329" y="42958"/>
                  <a:pt x="3790093" y="31242"/>
                  <a:pt x="3808190" y="31242"/>
                </a:cubicBezTo>
                <a:lnTo>
                  <a:pt x="3965067" y="31242"/>
                </a:lnTo>
                <a:cubicBezTo>
                  <a:pt x="3983165" y="31242"/>
                  <a:pt x="3997928" y="42958"/>
                  <a:pt x="3997928" y="57245"/>
                </a:cubicBezTo>
                <a:lnTo>
                  <a:pt x="3997928" y="195072"/>
                </a:lnTo>
                <a:cubicBezTo>
                  <a:pt x="3997928" y="209360"/>
                  <a:pt x="3983165" y="221075"/>
                  <a:pt x="3965067" y="221075"/>
                </a:cubicBezTo>
                <a:lnTo>
                  <a:pt x="3808190" y="221075"/>
                </a:lnTo>
                <a:cubicBezTo>
                  <a:pt x="3790093" y="221075"/>
                  <a:pt x="3775329" y="209360"/>
                  <a:pt x="3775329" y="195072"/>
                </a:cubicBezTo>
                <a:lnTo>
                  <a:pt x="3775329" y="57245"/>
                </a:lnTo>
                <a:close/>
                <a:moveTo>
                  <a:pt x="3489484" y="57245"/>
                </a:moveTo>
                <a:cubicBezTo>
                  <a:pt x="3489484" y="42958"/>
                  <a:pt x="3504248" y="31242"/>
                  <a:pt x="3522345" y="31242"/>
                </a:cubicBezTo>
                <a:lnTo>
                  <a:pt x="3679222" y="31242"/>
                </a:lnTo>
                <a:cubicBezTo>
                  <a:pt x="3697320" y="31242"/>
                  <a:pt x="3712083" y="42958"/>
                  <a:pt x="3712083" y="57245"/>
                </a:cubicBezTo>
                <a:lnTo>
                  <a:pt x="3712083" y="195072"/>
                </a:lnTo>
                <a:cubicBezTo>
                  <a:pt x="3712083" y="209360"/>
                  <a:pt x="3697320" y="221075"/>
                  <a:pt x="3679222" y="221075"/>
                </a:cubicBezTo>
                <a:lnTo>
                  <a:pt x="3522345" y="221075"/>
                </a:lnTo>
                <a:cubicBezTo>
                  <a:pt x="3504248" y="221075"/>
                  <a:pt x="3489484" y="209360"/>
                  <a:pt x="3489484" y="195072"/>
                </a:cubicBezTo>
                <a:lnTo>
                  <a:pt x="3489484" y="57245"/>
                </a:lnTo>
                <a:close/>
                <a:moveTo>
                  <a:pt x="3203639" y="57245"/>
                </a:moveTo>
                <a:cubicBezTo>
                  <a:pt x="3203639" y="42958"/>
                  <a:pt x="3218403" y="31242"/>
                  <a:pt x="3236500" y="31242"/>
                </a:cubicBezTo>
                <a:lnTo>
                  <a:pt x="3393377" y="31242"/>
                </a:lnTo>
                <a:cubicBezTo>
                  <a:pt x="3411474" y="31242"/>
                  <a:pt x="3426238" y="42958"/>
                  <a:pt x="3426238" y="57245"/>
                </a:cubicBezTo>
                <a:lnTo>
                  <a:pt x="3426238" y="195072"/>
                </a:lnTo>
                <a:cubicBezTo>
                  <a:pt x="3426238" y="209360"/>
                  <a:pt x="3411474" y="221075"/>
                  <a:pt x="3393377" y="221075"/>
                </a:cubicBezTo>
                <a:lnTo>
                  <a:pt x="3236500" y="221075"/>
                </a:lnTo>
                <a:cubicBezTo>
                  <a:pt x="3218403" y="221075"/>
                  <a:pt x="3203639" y="209360"/>
                  <a:pt x="3203639" y="195072"/>
                </a:cubicBezTo>
                <a:lnTo>
                  <a:pt x="3203639" y="57245"/>
                </a:lnTo>
                <a:close/>
                <a:moveTo>
                  <a:pt x="2917793" y="57245"/>
                </a:moveTo>
                <a:cubicBezTo>
                  <a:pt x="2917793" y="42958"/>
                  <a:pt x="2932557" y="31242"/>
                  <a:pt x="2950655" y="31242"/>
                </a:cubicBezTo>
                <a:lnTo>
                  <a:pt x="3107531" y="31242"/>
                </a:lnTo>
                <a:cubicBezTo>
                  <a:pt x="3125629" y="31242"/>
                  <a:pt x="3140393" y="42958"/>
                  <a:pt x="3140393" y="57245"/>
                </a:cubicBezTo>
                <a:lnTo>
                  <a:pt x="3140393" y="195072"/>
                </a:lnTo>
                <a:cubicBezTo>
                  <a:pt x="3140393" y="209360"/>
                  <a:pt x="3125629" y="221075"/>
                  <a:pt x="3107531" y="221075"/>
                </a:cubicBezTo>
                <a:lnTo>
                  <a:pt x="2950655" y="221075"/>
                </a:lnTo>
                <a:cubicBezTo>
                  <a:pt x="2932557" y="221075"/>
                  <a:pt x="2917793" y="209360"/>
                  <a:pt x="2917793" y="195072"/>
                </a:cubicBezTo>
                <a:lnTo>
                  <a:pt x="2917793" y="57245"/>
                </a:lnTo>
                <a:close/>
                <a:moveTo>
                  <a:pt x="2631948" y="57245"/>
                </a:moveTo>
                <a:cubicBezTo>
                  <a:pt x="2631948" y="42958"/>
                  <a:pt x="2646712" y="31242"/>
                  <a:pt x="2664809" y="31242"/>
                </a:cubicBezTo>
                <a:lnTo>
                  <a:pt x="2821686" y="31242"/>
                </a:lnTo>
                <a:cubicBezTo>
                  <a:pt x="2839784" y="31242"/>
                  <a:pt x="2854547" y="42958"/>
                  <a:pt x="2854547" y="57245"/>
                </a:cubicBezTo>
                <a:lnTo>
                  <a:pt x="2854547" y="195072"/>
                </a:lnTo>
                <a:cubicBezTo>
                  <a:pt x="2854547" y="209360"/>
                  <a:pt x="2839784" y="221075"/>
                  <a:pt x="2821686" y="221075"/>
                </a:cubicBezTo>
                <a:lnTo>
                  <a:pt x="2664809" y="221075"/>
                </a:lnTo>
                <a:cubicBezTo>
                  <a:pt x="2646712" y="221075"/>
                  <a:pt x="2631948" y="209360"/>
                  <a:pt x="2631948" y="195072"/>
                </a:cubicBezTo>
                <a:lnTo>
                  <a:pt x="2631948" y="57245"/>
                </a:lnTo>
                <a:close/>
                <a:moveTo>
                  <a:pt x="2346103" y="57245"/>
                </a:moveTo>
                <a:cubicBezTo>
                  <a:pt x="2346103" y="42958"/>
                  <a:pt x="2360867" y="31242"/>
                  <a:pt x="2378964" y="31242"/>
                </a:cubicBezTo>
                <a:lnTo>
                  <a:pt x="2535841" y="31242"/>
                </a:lnTo>
                <a:cubicBezTo>
                  <a:pt x="2553938" y="31242"/>
                  <a:pt x="2568702" y="42958"/>
                  <a:pt x="2568702" y="57245"/>
                </a:cubicBezTo>
                <a:lnTo>
                  <a:pt x="2568702" y="195072"/>
                </a:lnTo>
                <a:cubicBezTo>
                  <a:pt x="2568702" y="209360"/>
                  <a:pt x="2553938" y="221075"/>
                  <a:pt x="2535841" y="221075"/>
                </a:cubicBezTo>
                <a:lnTo>
                  <a:pt x="2378964" y="221075"/>
                </a:lnTo>
                <a:cubicBezTo>
                  <a:pt x="2360867" y="221075"/>
                  <a:pt x="2346103" y="209360"/>
                  <a:pt x="2346103" y="195072"/>
                </a:cubicBezTo>
                <a:lnTo>
                  <a:pt x="2346103" y="57245"/>
                </a:lnTo>
                <a:close/>
                <a:moveTo>
                  <a:pt x="2060258" y="57245"/>
                </a:moveTo>
                <a:cubicBezTo>
                  <a:pt x="2060258" y="42958"/>
                  <a:pt x="2075021" y="31242"/>
                  <a:pt x="2093119" y="31242"/>
                </a:cubicBezTo>
                <a:lnTo>
                  <a:pt x="2249996" y="31242"/>
                </a:lnTo>
                <a:cubicBezTo>
                  <a:pt x="2268093" y="31242"/>
                  <a:pt x="2282857" y="42958"/>
                  <a:pt x="2282857" y="57245"/>
                </a:cubicBezTo>
                <a:lnTo>
                  <a:pt x="2282857" y="195072"/>
                </a:lnTo>
                <a:cubicBezTo>
                  <a:pt x="2282857" y="209360"/>
                  <a:pt x="2268093" y="221075"/>
                  <a:pt x="2249996" y="221075"/>
                </a:cubicBezTo>
                <a:lnTo>
                  <a:pt x="2093119" y="221075"/>
                </a:lnTo>
                <a:cubicBezTo>
                  <a:pt x="2075021" y="221075"/>
                  <a:pt x="2060258" y="209360"/>
                  <a:pt x="2060258" y="195072"/>
                </a:cubicBezTo>
                <a:lnTo>
                  <a:pt x="2060258" y="57245"/>
                </a:lnTo>
                <a:close/>
                <a:moveTo>
                  <a:pt x="1774412" y="57245"/>
                </a:moveTo>
                <a:cubicBezTo>
                  <a:pt x="1774412" y="42958"/>
                  <a:pt x="1789176" y="31242"/>
                  <a:pt x="1807274" y="31242"/>
                </a:cubicBezTo>
                <a:lnTo>
                  <a:pt x="1964150" y="31242"/>
                </a:lnTo>
                <a:cubicBezTo>
                  <a:pt x="1982248" y="31242"/>
                  <a:pt x="1997012" y="42958"/>
                  <a:pt x="1997012" y="57245"/>
                </a:cubicBezTo>
                <a:lnTo>
                  <a:pt x="1997012" y="195072"/>
                </a:lnTo>
                <a:cubicBezTo>
                  <a:pt x="1997012" y="209360"/>
                  <a:pt x="1982248" y="221075"/>
                  <a:pt x="1964150" y="221075"/>
                </a:cubicBezTo>
                <a:lnTo>
                  <a:pt x="1807274" y="221075"/>
                </a:lnTo>
                <a:cubicBezTo>
                  <a:pt x="1789176" y="221075"/>
                  <a:pt x="1774412" y="209360"/>
                  <a:pt x="1774412" y="195072"/>
                </a:cubicBezTo>
                <a:lnTo>
                  <a:pt x="1774412" y="57245"/>
                </a:lnTo>
                <a:close/>
                <a:moveTo>
                  <a:pt x="1488567" y="57245"/>
                </a:moveTo>
                <a:cubicBezTo>
                  <a:pt x="1488567" y="42958"/>
                  <a:pt x="1503331" y="31242"/>
                  <a:pt x="1521428" y="31242"/>
                </a:cubicBezTo>
                <a:lnTo>
                  <a:pt x="1678305" y="31242"/>
                </a:lnTo>
                <a:cubicBezTo>
                  <a:pt x="1696403" y="31242"/>
                  <a:pt x="1711166" y="42958"/>
                  <a:pt x="1711166" y="57245"/>
                </a:cubicBezTo>
                <a:lnTo>
                  <a:pt x="1711166" y="195072"/>
                </a:lnTo>
                <a:cubicBezTo>
                  <a:pt x="1711166" y="209360"/>
                  <a:pt x="1696403" y="221075"/>
                  <a:pt x="1678305" y="221075"/>
                </a:cubicBezTo>
                <a:lnTo>
                  <a:pt x="1521428" y="221075"/>
                </a:lnTo>
                <a:cubicBezTo>
                  <a:pt x="1503331" y="221075"/>
                  <a:pt x="1488567" y="209360"/>
                  <a:pt x="1488567" y="195072"/>
                </a:cubicBezTo>
                <a:lnTo>
                  <a:pt x="1488567" y="57245"/>
                </a:lnTo>
                <a:close/>
                <a:moveTo>
                  <a:pt x="1202722" y="57245"/>
                </a:moveTo>
                <a:cubicBezTo>
                  <a:pt x="1202722" y="42958"/>
                  <a:pt x="1217486" y="31242"/>
                  <a:pt x="1235583" y="31242"/>
                </a:cubicBezTo>
                <a:lnTo>
                  <a:pt x="1392460" y="31242"/>
                </a:lnTo>
                <a:cubicBezTo>
                  <a:pt x="1410557" y="31242"/>
                  <a:pt x="1425321" y="42958"/>
                  <a:pt x="1425321" y="57245"/>
                </a:cubicBezTo>
                <a:lnTo>
                  <a:pt x="1425321" y="195072"/>
                </a:lnTo>
                <a:cubicBezTo>
                  <a:pt x="1425321" y="209360"/>
                  <a:pt x="1410557" y="221075"/>
                  <a:pt x="1392460" y="221075"/>
                </a:cubicBezTo>
                <a:lnTo>
                  <a:pt x="1235583" y="221075"/>
                </a:lnTo>
                <a:cubicBezTo>
                  <a:pt x="1217486" y="221075"/>
                  <a:pt x="1202722" y="209360"/>
                  <a:pt x="1202722" y="195072"/>
                </a:cubicBezTo>
                <a:lnTo>
                  <a:pt x="1202722" y="57245"/>
                </a:lnTo>
                <a:close/>
                <a:moveTo>
                  <a:pt x="916877" y="57245"/>
                </a:moveTo>
                <a:cubicBezTo>
                  <a:pt x="916877" y="42958"/>
                  <a:pt x="931640" y="31242"/>
                  <a:pt x="949738" y="31242"/>
                </a:cubicBezTo>
                <a:lnTo>
                  <a:pt x="1106615" y="31242"/>
                </a:lnTo>
                <a:cubicBezTo>
                  <a:pt x="1124712" y="31242"/>
                  <a:pt x="1139476" y="42958"/>
                  <a:pt x="1139476" y="57245"/>
                </a:cubicBezTo>
                <a:lnTo>
                  <a:pt x="1139476" y="195072"/>
                </a:lnTo>
                <a:cubicBezTo>
                  <a:pt x="1139476" y="209360"/>
                  <a:pt x="1124712" y="221075"/>
                  <a:pt x="1106615" y="221075"/>
                </a:cubicBezTo>
                <a:lnTo>
                  <a:pt x="949738" y="221075"/>
                </a:lnTo>
                <a:cubicBezTo>
                  <a:pt x="931640" y="221075"/>
                  <a:pt x="916877" y="209360"/>
                  <a:pt x="916877" y="195072"/>
                </a:cubicBezTo>
                <a:lnTo>
                  <a:pt x="916877" y="57245"/>
                </a:lnTo>
                <a:close/>
                <a:moveTo>
                  <a:pt x="631031" y="57245"/>
                </a:moveTo>
                <a:cubicBezTo>
                  <a:pt x="631031" y="42958"/>
                  <a:pt x="645795" y="31242"/>
                  <a:pt x="663893" y="31242"/>
                </a:cubicBezTo>
                <a:lnTo>
                  <a:pt x="820769" y="31242"/>
                </a:lnTo>
                <a:cubicBezTo>
                  <a:pt x="838867" y="31242"/>
                  <a:pt x="853631" y="42958"/>
                  <a:pt x="853631" y="57245"/>
                </a:cubicBezTo>
                <a:lnTo>
                  <a:pt x="853631" y="195072"/>
                </a:lnTo>
                <a:cubicBezTo>
                  <a:pt x="853631" y="209360"/>
                  <a:pt x="838867" y="221075"/>
                  <a:pt x="820769" y="221075"/>
                </a:cubicBezTo>
                <a:lnTo>
                  <a:pt x="663893" y="221075"/>
                </a:lnTo>
                <a:cubicBezTo>
                  <a:pt x="645795" y="221075"/>
                  <a:pt x="631031" y="209360"/>
                  <a:pt x="631031" y="195072"/>
                </a:cubicBezTo>
                <a:lnTo>
                  <a:pt x="631031" y="57245"/>
                </a:lnTo>
                <a:close/>
                <a:moveTo>
                  <a:pt x="345186" y="57245"/>
                </a:moveTo>
                <a:cubicBezTo>
                  <a:pt x="345186" y="42958"/>
                  <a:pt x="359950" y="31242"/>
                  <a:pt x="378047" y="31242"/>
                </a:cubicBezTo>
                <a:lnTo>
                  <a:pt x="534924" y="31242"/>
                </a:lnTo>
                <a:cubicBezTo>
                  <a:pt x="553022" y="31242"/>
                  <a:pt x="567785" y="42958"/>
                  <a:pt x="567785" y="57245"/>
                </a:cubicBezTo>
                <a:lnTo>
                  <a:pt x="567785" y="195072"/>
                </a:lnTo>
                <a:cubicBezTo>
                  <a:pt x="567785" y="209360"/>
                  <a:pt x="553022" y="221075"/>
                  <a:pt x="534924" y="221075"/>
                </a:cubicBezTo>
                <a:lnTo>
                  <a:pt x="378047" y="221075"/>
                </a:lnTo>
                <a:cubicBezTo>
                  <a:pt x="359950" y="221075"/>
                  <a:pt x="345186" y="209360"/>
                  <a:pt x="345186" y="195072"/>
                </a:cubicBezTo>
                <a:lnTo>
                  <a:pt x="345186" y="57245"/>
                </a:lnTo>
                <a:close/>
                <a:moveTo>
                  <a:pt x="59341" y="57245"/>
                </a:moveTo>
                <a:cubicBezTo>
                  <a:pt x="59341" y="42958"/>
                  <a:pt x="74105" y="31242"/>
                  <a:pt x="92202" y="31242"/>
                </a:cubicBezTo>
                <a:lnTo>
                  <a:pt x="249079" y="31242"/>
                </a:lnTo>
                <a:cubicBezTo>
                  <a:pt x="267176" y="31242"/>
                  <a:pt x="281940" y="42958"/>
                  <a:pt x="281940" y="57245"/>
                </a:cubicBezTo>
                <a:lnTo>
                  <a:pt x="281940" y="195072"/>
                </a:lnTo>
                <a:cubicBezTo>
                  <a:pt x="281940" y="209360"/>
                  <a:pt x="267176" y="221075"/>
                  <a:pt x="249079" y="221075"/>
                </a:cubicBezTo>
                <a:lnTo>
                  <a:pt x="92583" y="221075"/>
                </a:lnTo>
                <a:cubicBezTo>
                  <a:pt x="74486" y="221075"/>
                  <a:pt x="59722" y="209360"/>
                  <a:pt x="59722" y="195072"/>
                </a:cubicBezTo>
                <a:lnTo>
                  <a:pt x="59722" y="57245"/>
                </a:lnTo>
                <a:close/>
                <a:moveTo>
                  <a:pt x="5290947" y="413575"/>
                </a:moveTo>
                <a:lnTo>
                  <a:pt x="5290947" y="721043"/>
                </a:lnTo>
                <a:cubicBezTo>
                  <a:pt x="5290947" y="778288"/>
                  <a:pt x="5231797" y="825151"/>
                  <a:pt x="5159407" y="825151"/>
                </a:cubicBezTo>
                <a:lnTo>
                  <a:pt x="4628198" y="825151"/>
                </a:lnTo>
                <a:cubicBezTo>
                  <a:pt x="4555808" y="825151"/>
                  <a:pt x="4496657" y="778288"/>
                  <a:pt x="4496657" y="721043"/>
                </a:cubicBezTo>
                <a:lnTo>
                  <a:pt x="4496657" y="413575"/>
                </a:lnTo>
                <a:cubicBezTo>
                  <a:pt x="4496657" y="356330"/>
                  <a:pt x="4555808" y="309467"/>
                  <a:pt x="4628198" y="309467"/>
                </a:cubicBezTo>
                <a:lnTo>
                  <a:pt x="5159407" y="309467"/>
                </a:lnTo>
                <a:cubicBezTo>
                  <a:pt x="5231797" y="309467"/>
                  <a:pt x="5290947" y="356330"/>
                  <a:pt x="5290947" y="413575"/>
                </a:cubicBezTo>
                <a:close/>
                <a:moveTo>
                  <a:pt x="4210812" y="413575"/>
                </a:moveTo>
                <a:lnTo>
                  <a:pt x="4210812" y="721043"/>
                </a:lnTo>
                <a:cubicBezTo>
                  <a:pt x="4210812" y="778288"/>
                  <a:pt x="4151662" y="825151"/>
                  <a:pt x="4079272" y="825151"/>
                </a:cubicBezTo>
                <a:lnTo>
                  <a:pt x="3548063" y="825151"/>
                </a:lnTo>
                <a:cubicBezTo>
                  <a:pt x="3475673" y="825151"/>
                  <a:pt x="3416522" y="778288"/>
                  <a:pt x="3416522" y="721043"/>
                </a:cubicBezTo>
                <a:lnTo>
                  <a:pt x="3416522" y="413575"/>
                </a:lnTo>
                <a:cubicBezTo>
                  <a:pt x="3416522" y="356330"/>
                  <a:pt x="3475673" y="309467"/>
                  <a:pt x="3548063" y="309467"/>
                </a:cubicBezTo>
                <a:lnTo>
                  <a:pt x="4079272" y="309467"/>
                </a:lnTo>
                <a:cubicBezTo>
                  <a:pt x="4151662" y="309467"/>
                  <a:pt x="4210812" y="356330"/>
                  <a:pt x="4210812" y="413575"/>
                </a:cubicBezTo>
                <a:close/>
                <a:moveTo>
                  <a:pt x="3130677" y="413575"/>
                </a:moveTo>
                <a:lnTo>
                  <a:pt x="3130677" y="721043"/>
                </a:lnTo>
                <a:cubicBezTo>
                  <a:pt x="3130677" y="778288"/>
                  <a:pt x="3071527" y="825151"/>
                  <a:pt x="2999137" y="825151"/>
                </a:cubicBezTo>
                <a:lnTo>
                  <a:pt x="2467928" y="825151"/>
                </a:lnTo>
                <a:cubicBezTo>
                  <a:pt x="2395538" y="825151"/>
                  <a:pt x="2336387" y="778288"/>
                  <a:pt x="2336387" y="721043"/>
                </a:cubicBezTo>
                <a:lnTo>
                  <a:pt x="2336387" y="413575"/>
                </a:lnTo>
                <a:cubicBezTo>
                  <a:pt x="2336387" y="356330"/>
                  <a:pt x="2395538" y="309467"/>
                  <a:pt x="2467928" y="309467"/>
                </a:cubicBezTo>
                <a:lnTo>
                  <a:pt x="2999137" y="309467"/>
                </a:lnTo>
                <a:cubicBezTo>
                  <a:pt x="3071527" y="309467"/>
                  <a:pt x="3130677" y="356330"/>
                  <a:pt x="3130677" y="413575"/>
                </a:cubicBezTo>
                <a:close/>
                <a:moveTo>
                  <a:pt x="2050542" y="413575"/>
                </a:moveTo>
                <a:lnTo>
                  <a:pt x="2050542" y="721043"/>
                </a:lnTo>
                <a:cubicBezTo>
                  <a:pt x="2050542" y="778288"/>
                  <a:pt x="1991392" y="825151"/>
                  <a:pt x="1919002" y="825151"/>
                </a:cubicBezTo>
                <a:lnTo>
                  <a:pt x="1387793" y="825151"/>
                </a:lnTo>
                <a:cubicBezTo>
                  <a:pt x="1315403" y="825151"/>
                  <a:pt x="1256252" y="778288"/>
                  <a:pt x="1256252" y="721043"/>
                </a:cubicBezTo>
                <a:lnTo>
                  <a:pt x="1256252" y="413575"/>
                </a:lnTo>
                <a:cubicBezTo>
                  <a:pt x="1256252" y="356330"/>
                  <a:pt x="1315403" y="309467"/>
                  <a:pt x="1387793" y="309467"/>
                </a:cubicBezTo>
                <a:lnTo>
                  <a:pt x="1919002" y="309467"/>
                </a:lnTo>
                <a:cubicBezTo>
                  <a:pt x="1991392" y="309467"/>
                  <a:pt x="2050542" y="356330"/>
                  <a:pt x="2050542" y="413575"/>
                </a:cubicBezTo>
                <a:close/>
                <a:moveTo>
                  <a:pt x="970407" y="413575"/>
                </a:moveTo>
                <a:lnTo>
                  <a:pt x="970407" y="721043"/>
                </a:lnTo>
                <a:cubicBezTo>
                  <a:pt x="970407" y="778288"/>
                  <a:pt x="911257" y="825151"/>
                  <a:pt x="838867" y="825151"/>
                </a:cubicBezTo>
                <a:lnTo>
                  <a:pt x="307658" y="825151"/>
                </a:lnTo>
                <a:cubicBezTo>
                  <a:pt x="235268" y="825151"/>
                  <a:pt x="176117" y="778288"/>
                  <a:pt x="176117" y="721043"/>
                </a:cubicBezTo>
                <a:lnTo>
                  <a:pt x="176117" y="413575"/>
                </a:lnTo>
                <a:cubicBezTo>
                  <a:pt x="176117" y="356330"/>
                  <a:pt x="235268" y="309467"/>
                  <a:pt x="307658" y="309467"/>
                </a:cubicBezTo>
                <a:lnTo>
                  <a:pt x="838867" y="309467"/>
                </a:lnTo>
                <a:cubicBezTo>
                  <a:pt x="911257" y="309467"/>
                  <a:pt x="970407" y="356330"/>
                  <a:pt x="970407" y="413575"/>
                </a:cubicBezTo>
                <a:close/>
                <a:moveTo>
                  <a:pt x="263081" y="1108615"/>
                </a:moveTo>
                <a:cubicBezTo>
                  <a:pt x="263081" y="1122902"/>
                  <a:pt x="248317" y="1134618"/>
                  <a:pt x="230219" y="1134618"/>
                </a:cubicBezTo>
                <a:lnTo>
                  <a:pt x="73343" y="1134618"/>
                </a:lnTo>
                <a:cubicBezTo>
                  <a:pt x="55245" y="1134618"/>
                  <a:pt x="40481" y="1122902"/>
                  <a:pt x="40481" y="1108615"/>
                </a:cubicBezTo>
                <a:lnTo>
                  <a:pt x="40481" y="970788"/>
                </a:lnTo>
                <a:cubicBezTo>
                  <a:pt x="40481" y="956501"/>
                  <a:pt x="55245" y="944785"/>
                  <a:pt x="73343" y="944785"/>
                </a:cubicBezTo>
                <a:lnTo>
                  <a:pt x="230219" y="944785"/>
                </a:lnTo>
                <a:cubicBezTo>
                  <a:pt x="248317" y="944785"/>
                  <a:pt x="263081" y="956501"/>
                  <a:pt x="263081" y="970788"/>
                </a:cubicBezTo>
                <a:lnTo>
                  <a:pt x="263081" y="1108615"/>
                </a:lnTo>
                <a:close/>
                <a:moveTo>
                  <a:pt x="548926" y="1108615"/>
                </a:moveTo>
                <a:cubicBezTo>
                  <a:pt x="548926" y="1122902"/>
                  <a:pt x="534162" y="1134618"/>
                  <a:pt x="516065" y="1134618"/>
                </a:cubicBezTo>
                <a:lnTo>
                  <a:pt x="359188" y="1134618"/>
                </a:lnTo>
                <a:cubicBezTo>
                  <a:pt x="341090" y="1134618"/>
                  <a:pt x="326326" y="1122902"/>
                  <a:pt x="326326" y="1108615"/>
                </a:cubicBezTo>
                <a:lnTo>
                  <a:pt x="326326" y="970788"/>
                </a:lnTo>
                <a:cubicBezTo>
                  <a:pt x="326326" y="956501"/>
                  <a:pt x="341090" y="944785"/>
                  <a:pt x="359188" y="944785"/>
                </a:cubicBezTo>
                <a:lnTo>
                  <a:pt x="516065" y="944785"/>
                </a:lnTo>
                <a:cubicBezTo>
                  <a:pt x="534162" y="944785"/>
                  <a:pt x="548926" y="956501"/>
                  <a:pt x="548926" y="970788"/>
                </a:cubicBezTo>
                <a:lnTo>
                  <a:pt x="548926" y="1108615"/>
                </a:lnTo>
                <a:close/>
                <a:moveTo>
                  <a:pt x="834771" y="1108615"/>
                </a:moveTo>
                <a:cubicBezTo>
                  <a:pt x="834771" y="1122902"/>
                  <a:pt x="820007" y="1134618"/>
                  <a:pt x="801910" y="1134618"/>
                </a:cubicBezTo>
                <a:lnTo>
                  <a:pt x="645033" y="1134618"/>
                </a:lnTo>
                <a:cubicBezTo>
                  <a:pt x="626936" y="1134618"/>
                  <a:pt x="612172" y="1122902"/>
                  <a:pt x="612172" y="1108615"/>
                </a:cubicBezTo>
                <a:lnTo>
                  <a:pt x="612172" y="970788"/>
                </a:lnTo>
                <a:cubicBezTo>
                  <a:pt x="612172" y="956501"/>
                  <a:pt x="626936" y="944785"/>
                  <a:pt x="645033" y="944785"/>
                </a:cubicBezTo>
                <a:lnTo>
                  <a:pt x="801910" y="944785"/>
                </a:lnTo>
                <a:cubicBezTo>
                  <a:pt x="820007" y="944785"/>
                  <a:pt x="834771" y="956501"/>
                  <a:pt x="834771" y="970788"/>
                </a:cubicBezTo>
                <a:lnTo>
                  <a:pt x="834771" y="1108615"/>
                </a:lnTo>
                <a:close/>
                <a:moveTo>
                  <a:pt x="1120616" y="1108615"/>
                </a:moveTo>
                <a:cubicBezTo>
                  <a:pt x="1120616" y="1122902"/>
                  <a:pt x="1105853" y="1134618"/>
                  <a:pt x="1087755" y="1134618"/>
                </a:cubicBezTo>
                <a:lnTo>
                  <a:pt x="930878" y="1134618"/>
                </a:lnTo>
                <a:cubicBezTo>
                  <a:pt x="912781" y="1134618"/>
                  <a:pt x="898017" y="1122902"/>
                  <a:pt x="898017" y="1108615"/>
                </a:cubicBezTo>
                <a:lnTo>
                  <a:pt x="898017" y="970788"/>
                </a:lnTo>
                <a:cubicBezTo>
                  <a:pt x="898017" y="956501"/>
                  <a:pt x="912781" y="944785"/>
                  <a:pt x="930878" y="944785"/>
                </a:cubicBezTo>
                <a:lnTo>
                  <a:pt x="1087755" y="944785"/>
                </a:lnTo>
                <a:cubicBezTo>
                  <a:pt x="1105853" y="944785"/>
                  <a:pt x="1120616" y="956501"/>
                  <a:pt x="1120616" y="970788"/>
                </a:cubicBezTo>
                <a:lnTo>
                  <a:pt x="1120616" y="1108615"/>
                </a:lnTo>
                <a:close/>
                <a:moveTo>
                  <a:pt x="1406462" y="1108615"/>
                </a:moveTo>
                <a:cubicBezTo>
                  <a:pt x="1406462" y="1122902"/>
                  <a:pt x="1391698" y="1134618"/>
                  <a:pt x="1373600" y="1134618"/>
                </a:cubicBezTo>
                <a:lnTo>
                  <a:pt x="1216724" y="1134618"/>
                </a:lnTo>
                <a:cubicBezTo>
                  <a:pt x="1198626" y="1134618"/>
                  <a:pt x="1183862" y="1122902"/>
                  <a:pt x="1183862" y="1108615"/>
                </a:cubicBezTo>
                <a:lnTo>
                  <a:pt x="1183862" y="970788"/>
                </a:lnTo>
                <a:cubicBezTo>
                  <a:pt x="1183862" y="956501"/>
                  <a:pt x="1198626" y="944785"/>
                  <a:pt x="1216724" y="944785"/>
                </a:cubicBezTo>
                <a:lnTo>
                  <a:pt x="1373600" y="944785"/>
                </a:lnTo>
                <a:cubicBezTo>
                  <a:pt x="1391698" y="944785"/>
                  <a:pt x="1406462" y="956501"/>
                  <a:pt x="1406462" y="970788"/>
                </a:cubicBezTo>
                <a:lnTo>
                  <a:pt x="1406462" y="1108615"/>
                </a:lnTo>
                <a:close/>
                <a:moveTo>
                  <a:pt x="1692307" y="1108615"/>
                </a:moveTo>
                <a:cubicBezTo>
                  <a:pt x="1692307" y="1122902"/>
                  <a:pt x="1677543" y="1134618"/>
                  <a:pt x="1659446" y="1134618"/>
                </a:cubicBezTo>
                <a:lnTo>
                  <a:pt x="1502569" y="1134618"/>
                </a:lnTo>
                <a:cubicBezTo>
                  <a:pt x="1484471" y="1134618"/>
                  <a:pt x="1469708" y="1122902"/>
                  <a:pt x="1469708" y="1108615"/>
                </a:cubicBezTo>
                <a:lnTo>
                  <a:pt x="1469708" y="970788"/>
                </a:lnTo>
                <a:cubicBezTo>
                  <a:pt x="1469708" y="956501"/>
                  <a:pt x="1484471" y="944785"/>
                  <a:pt x="1502569" y="944785"/>
                </a:cubicBezTo>
                <a:lnTo>
                  <a:pt x="1659446" y="944785"/>
                </a:lnTo>
                <a:cubicBezTo>
                  <a:pt x="1677543" y="944785"/>
                  <a:pt x="1692307" y="956501"/>
                  <a:pt x="1692307" y="970788"/>
                </a:cubicBezTo>
                <a:lnTo>
                  <a:pt x="1692307" y="1108615"/>
                </a:lnTo>
                <a:close/>
                <a:moveTo>
                  <a:pt x="1978152" y="1108615"/>
                </a:moveTo>
                <a:cubicBezTo>
                  <a:pt x="1978152" y="1122902"/>
                  <a:pt x="1963388" y="1134618"/>
                  <a:pt x="1945291" y="1134618"/>
                </a:cubicBezTo>
                <a:lnTo>
                  <a:pt x="1788414" y="1134618"/>
                </a:lnTo>
                <a:cubicBezTo>
                  <a:pt x="1770317" y="1134618"/>
                  <a:pt x="1755553" y="1122902"/>
                  <a:pt x="1755553" y="1108615"/>
                </a:cubicBezTo>
                <a:lnTo>
                  <a:pt x="1755553" y="970788"/>
                </a:lnTo>
                <a:cubicBezTo>
                  <a:pt x="1755553" y="956501"/>
                  <a:pt x="1770317" y="944785"/>
                  <a:pt x="1788414" y="944785"/>
                </a:cubicBezTo>
                <a:lnTo>
                  <a:pt x="1945291" y="944785"/>
                </a:lnTo>
                <a:cubicBezTo>
                  <a:pt x="1963388" y="944785"/>
                  <a:pt x="1978152" y="956501"/>
                  <a:pt x="1978152" y="970788"/>
                </a:cubicBezTo>
                <a:lnTo>
                  <a:pt x="1978152" y="1108615"/>
                </a:lnTo>
                <a:close/>
                <a:moveTo>
                  <a:pt x="2263997" y="1108615"/>
                </a:moveTo>
                <a:cubicBezTo>
                  <a:pt x="2263997" y="1122902"/>
                  <a:pt x="2249234" y="1134618"/>
                  <a:pt x="2231136" y="1134618"/>
                </a:cubicBezTo>
                <a:lnTo>
                  <a:pt x="2074259" y="1134618"/>
                </a:lnTo>
                <a:cubicBezTo>
                  <a:pt x="2056162" y="1134618"/>
                  <a:pt x="2041398" y="1122902"/>
                  <a:pt x="2041398" y="1108615"/>
                </a:cubicBezTo>
                <a:lnTo>
                  <a:pt x="2041398" y="970788"/>
                </a:lnTo>
                <a:cubicBezTo>
                  <a:pt x="2041398" y="956501"/>
                  <a:pt x="2056162" y="944785"/>
                  <a:pt x="2074259" y="944785"/>
                </a:cubicBezTo>
                <a:lnTo>
                  <a:pt x="2231136" y="944785"/>
                </a:lnTo>
                <a:cubicBezTo>
                  <a:pt x="2249234" y="944785"/>
                  <a:pt x="2263997" y="956501"/>
                  <a:pt x="2263997" y="970788"/>
                </a:cubicBezTo>
                <a:lnTo>
                  <a:pt x="2263997" y="1108615"/>
                </a:lnTo>
                <a:close/>
                <a:moveTo>
                  <a:pt x="2549843" y="1108615"/>
                </a:moveTo>
                <a:cubicBezTo>
                  <a:pt x="2549843" y="1122902"/>
                  <a:pt x="2535079" y="1134618"/>
                  <a:pt x="2516981" y="1134618"/>
                </a:cubicBezTo>
                <a:lnTo>
                  <a:pt x="2360105" y="1134618"/>
                </a:lnTo>
                <a:cubicBezTo>
                  <a:pt x="2342007" y="1134618"/>
                  <a:pt x="2327243" y="1122902"/>
                  <a:pt x="2327243" y="1108615"/>
                </a:cubicBezTo>
                <a:lnTo>
                  <a:pt x="2327243" y="970788"/>
                </a:lnTo>
                <a:cubicBezTo>
                  <a:pt x="2327243" y="956501"/>
                  <a:pt x="2342007" y="944785"/>
                  <a:pt x="2360105" y="944785"/>
                </a:cubicBezTo>
                <a:lnTo>
                  <a:pt x="2516981" y="944785"/>
                </a:lnTo>
                <a:cubicBezTo>
                  <a:pt x="2535079" y="944785"/>
                  <a:pt x="2549843" y="956501"/>
                  <a:pt x="2549843" y="970788"/>
                </a:cubicBezTo>
                <a:lnTo>
                  <a:pt x="2549843" y="1108615"/>
                </a:lnTo>
                <a:close/>
                <a:moveTo>
                  <a:pt x="2835688" y="1108615"/>
                </a:moveTo>
                <a:cubicBezTo>
                  <a:pt x="2835688" y="1122902"/>
                  <a:pt x="2820924" y="1134618"/>
                  <a:pt x="2802827" y="1134618"/>
                </a:cubicBezTo>
                <a:lnTo>
                  <a:pt x="2645950" y="1134618"/>
                </a:lnTo>
                <a:cubicBezTo>
                  <a:pt x="2627853" y="1134618"/>
                  <a:pt x="2613089" y="1122902"/>
                  <a:pt x="2613089" y="1108615"/>
                </a:cubicBezTo>
                <a:lnTo>
                  <a:pt x="2613089" y="970788"/>
                </a:lnTo>
                <a:cubicBezTo>
                  <a:pt x="2613089" y="956501"/>
                  <a:pt x="2627853" y="944785"/>
                  <a:pt x="2645950" y="944785"/>
                </a:cubicBezTo>
                <a:lnTo>
                  <a:pt x="2802827" y="944785"/>
                </a:lnTo>
                <a:cubicBezTo>
                  <a:pt x="2820924" y="944785"/>
                  <a:pt x="2835688" y="956501"/>
                  <a:pt x="2835688" y="970788"/>
                </a:cubicBezTo>
                <a:lnTo>
                  <a:pt x="2835688" y="1108615"/>
                </a:lnTo>
                <a:close/>
                <a:moveTo>
                  <a:pt x="3121533" y="1108615"/>
                </a:moveTo>
                <a:cubicBezTo>
                  <a:pt x="3121533" y="1122902"/>
                  <a:pt x="3106770" y="1134618"/>
                  <a:pt x="3088672" y="1134618"/>
                </a:cubicBezTo>
                <a:lnTo>
                  <a:pt x="2931795" y="1134618"/>
                </a:lnTo>
                <a:cubicBezTo>
                  <a:pt x="2913698" y="1134618"/>
                  <a:pt x="2898934" y="1122902"/>
                  <a:pt x="2898934" y="1108615"/>
                </a:cubicBezTo>
                <a:lnTo>
                  <a:pt x="2898934" y="970788"/>
                </a:lnTo>
                <a:cubicBezTo>
                  <a:pt x="2898934" y="956501"/>
                  <a:pt x="2913698" y="944785"/>
                  <a:pt x="2931795" y="944785"/>
                </a:cubicBezTo>
                <a:lnTo>
                  <a:pt x="3088672" y="944785"/>
                </a:lnTo>
                <a:cubicBezTo>
                  <a:pt x="3106770" y="944785"/>
                  <a:pt x="3121533" y="956501"/>
                  <a:pt x="3121533" y="970788"/>
                </a:cubicBezTo>
                <a:lnTo>
                  <a:pt x="3121533" y="1108615"/>
                </a:lnTo>
                <a:close/>
                <a:moveTo>
                  <a:pt x="3407378" y="1108615"/>
                </a:moveTo>
                <a:cubicBezTo>
                  <a:pt x="3407378" y="1122902"/>
                  <a:pt x="3392615" y="1134618"/>
                  <a:pt x="3374517" y="1134618"/>
                </a:cubicBezTo>
                <a:lnTo>
                  <a:pt x="3217640" y="1134618"/>
                </a:lnTo>
                <a:cubicBezTo>
                  <a:pt x="3199543" y="1134618"/>
                  <a:pt x="3184779" y="1122902"/>
                  <a:pt x="3184779" y="1108615"/>
                </a:cubicBezTo>
                <a:lnTo>
                  <a:pt x="3184779" y="970788"/>
                </a:lnTo>
                <a:cubicBezTo>
                  <a:pt x="3184779" y="956501"/>
                  <a:pt x="3199543" y="944785"/>
                  <a:pt x="3217640" y="944785"/>
                </a:cubicBezTo>
                <a:lnTo>
                  <a:pt x="3374517" y="944785"/>
                </a:lnTo>
                <a:cubicBezTo>
                  <a:pt x="3392615" y="944785"/>
                  <a:pt x="3407378" y="956501"/>
                  <a:pt x="3407378" y="970788"/>
                </a:cubicBezTo>
                <a:lnTo>
                  <a:pt x="3407378" y="1108615"/>
                </a:lnTo>
                <a:close/>
                <a:moveTo>
                  <a:pt x="3693224" y="1108615"/>
                </a:moveTo>
                <a:cubicBezTo>
                  <a:pt x="3693224" y="1122902"/>
                  <a:pt x="3678460" y="1134618"/>
                  <a:pt x="3660362" y="1134618"/>
                </a:cubicBezTo>
                <a:lnTo>
                  <a:pt x="3503486" y="1134618"/>
                </a:lnTo>
                <a:cubicBezTo>
                  <a:pt x="3485388" y="1134618"/>
                  <a:pt x="3470624" y="1122902"/>
                  <a:pt x="3470624" y="1108615"/>
                </a:cubicBezTo>
                <a:lnTo>
                  <a:pt x="3470624" y="970788"/>
                </a:lnTo>
                <a:cubicBezTo>
                  <a:pt x="3470624" y="956501"/>
                  <a:pt x="3485388" y="944785"/>
                  <a:pt x="3503486" y="944785"/>
                </a:cubicBezTo>
                <a:lnTo>
                  <a:pt x="3660362" y="944785"/>
                </a:lnTo>
                <a:cubicBezTo>
                  <a:pt x="3678460" y="944785"/>
                  <a:pt x="3693224" y="956501"/>
                  <a:pt x="3693224" y="970788"/>
                </a:cubicBezTo>
                <a:lnTo>
                  <a:pt x="3693224" y="1108615"/>
                </a:lnTo>
                <a:close/>
                <a:moveTo>
                  <a:pt x="3979069" y="1108615"/>
                </a:moveTo>
                <a:cubicBezTo>
                  <a:pt x="3979069" y="1122902"/>
                  <a:pt x="3964305" y="1134618"/>
                  <a:pt x="3946208" y="1134618"/>
                </a:cubicBezTo>
                <a:lnTo>
                  <a:pt x="3789331" y="1134618"/>
                </a:lnTo>
                <a:cubicBezTo>
                  <a:pt x="3771233" y="1134618"/>
                  <a:pt x="3756470" y="1122902"/>
                  <a:pt x="3756470" y="1108615"/>
                </a:cubicBezTo>
                <a:lnTo>
                  <a:pt x="3756470" y="970788"/>
                </a:lnTo>
                <a:cubicBezTo>
                  <a:pt x="3756470" y="956501"/>
                  <a:pt x="3771233" y="944785"/>
                  <a:pt x="3789331" y="944785"/>
                </a:cubicBezTo>
                <a:lnTo>
                  <a:pt x="3946208" y="944785"/>
                </a:lnTo>
                <a:cubicBezTo>
                  <a:pt x="3964305" y="944785"/>
                  <a:pt x="3979069" y="956501"/>
                  <a:pt x="3979069" y="970788"/>
                </a:cubicBezTo>
                <a:lnTo>
                  <a:pt x="3979069" y="1108615"/>
                </a:lnTo>
                <a:close/>
                <a:moveTo>
                  <a:pt x="4264914" y="1108615"/>
                </a:moveTo>
                <a:cubicBezTo>
                  <a:pt x="4264914" y="1122902"/>
                  <a:pt x="4250150" y="1134618"/>
                  <a:pt x="4232053" y="1134618"/>
                </a:cubicBezTo>
                <a:lnTo>
                  <a:pt x="4075176" y="1134618"/>
                </a:lnTo>
                <a:cubicBezTo>
                  <a:pt x="4057079" y="1134618"/>
                  <a:pt x="4042315" y="1122902"/>
                  <a:pt x="4042315" y="1108615"/>
                </a:cubicBezTo>
                <a:lnTo>
                  <a:pt x="4042315" y="970788"/>
                </a:lnTo>
                <a:cubicBezTo>
                  <a:pt x="4042315" y="956501"/>
                  <a:pt x="4057079" y="944785"/>
                  <a:pt x="4075176" y="944785"/>
                </a:cubicBezTo>
                <a:lnTo>
                  <a:pt x="4232053" y="944785"/>
                </a:lnTo>
                <a:cubicBezTo>
                  <a:pt x="4250150" y="944785"/>
                  <a:pt x="4264914" y="956501"/>
                  <a:pt x="4264914" y="970788"/>
                </a:cubicBezTo>
                <a:lnTo>
                  <a:pt x="4264914" y="1108615"/>
                </a:lnTo>
                <a:close/>
                <a:moveTo>
                  <a:pt x="4550759" y="1108615"/>
                </a:moveTo>
                <a:cubicBezTo>
                  <a:pt x="4550759" y="1122902"/>
                  <a:pt x="4535996" y="1134618"/>
                  <a:pt x="4517898" y="1134618"/>
                </a:cubicBezTo>
                <a:lnTo>
                  <a:pt x="4361022" y="1134618"/>
                </a:lnTo>
                <a:cubicBezTo>
                  <a:pt x="4342924" y="1134618"/>
                  <a:pt x="4328160" y="1122902"/>
                  <a:pt x="4328160" y="1108615"/>
                </a:cubicBezTo>
                <a:lnTo>
                  <a:pt x="4328160" y="970788"/>
                </a:lnTo>
                <a:cubicBezTo>
                  <a:pt x="4328160" y="956501"/>
                  <a:pt x="4342924" y="944785"/>
                  <a:pt x="4361022" y="944785"/>
                </a:cubicBezTo>
                <a:lnTo>
                  <a:pt x="4517898" y="944785"/>
                </a:lnTo>
                <a:cubicBezTo>
                  <a:pt x="4535996" y="944785"/>
                  <a:pt x="4550759" y="956501"/>
                  <a:pt x="4550759" y="970788"/>
                </a:cubicBezTo>
                <a:lnTo>
                  <a:pt x="4550759" y="1108615"/>
                </a:lnTo>
                <a:close/>
                <a:moveTo>
                  <a:pt x="4836605" y="1108615"/>
                </a:moveTo>
                <a:cubicBezTo>
                  <a:pt x="4836605" y="1122902"/>
                  <a:pt x="4821841" y="1134618"/>
                  <a:pt x="4803743" y="1134618"/>
                </a:cubicBezTo>
                <a:lnTo>
                  <a:pt x="4646867" y="1134618"/>
                </a:lnTo>
                <a:cubicBezTo>
                  <a:pt x="4628769" y="1134618"/>
                  <a:pt x="4614006" y="1122902"/>
                  <a:pt x="4614006" y="1108615"/>
                </a:cubicBezTo>
                <a:lnTo>
                  <a:pt x="4614006" y="970788"/>
                </a:lnTo>
                <a:cubicBezTo>
                  <a:pt x="4614006" y="956501"/>
                  <a:pt x="4628769" y="944785"/>
                  <a:pt x="4646867" y="944785"/>
                </a:cubicBezTo>
                <a:lnTo>
                  <a:pt x="4803743" y="944785"/>
                </a:lnTo>
                <a:cubicBezTo>
                  <a:pt x="4821841" y="944785"/>
                  <a:pt x="4836605" y="956501"/>
                  <a:pt x="4836605" y="970788"/>
                </a:cubicBezTo>
                <a:lnTo>
                  <a:pt x="4836605" y="1108615"/>
                </a:lnTo>
                <a:close/>
                <a:moveTo>
                  <a:pt x="5122450" y="1108615"/>
                </a:moveTo>
                <a:cubicBezTo>
                  <a:pt x="5122450" y="1122902"/>
                  <a:pt x="5107686" y="1134618"/>
                  <a:pt x="5089589" y="1134618"/>
                </a:cubicBezTo>
                <a:lnTo>
                  <a:pt x="4932712" y="1134618"/>
                </a:lnTo>
                <a:cubicBezTo>
                  <a:pt x="4914614" y="1134618"/>
                  <a:pt x="4899851" y="1122902"/>
                  <a:pt x="4899851" y="1108615"/>
                </a:cubicBezTo>
                <a:lnTo>
                  <a:pt x="4899851" y="970788"/>
                </a:lnTo>
                <a:cubicBezTo>
                  <a:pt x="4899851" y="956501"/>
                  <a:pt x="4914614" y="944785"/>
                  <a:pt x="4932712" y="944785"/>
                </a:cubicBezTo>
                <a:lnTo>
                  <a:pt x="5089589" y="944785"/>
                </a:lnTo>
                <a:cubicBezTo>
                  <a:pt x="5107686" y="944785"/>
                  <a:pt x="5122450" y="956501"/>
                  <a:pt x="5122450" y="970788"/>
                </a:cubicBezTo>
                <a:lnTo>
                  <a:pt x="5122450" y="1108615"/>
                </a:lnTo>
                <a:close/>
                <a:moveTo>
                  <a:pt x="5408295" y="1108615"/>
                </a:moveTo>
                <a:cubicBezTo>
                  <a:pt x="5408295" y="1122902"/>
                  <a:pt x="5393531" y="1134618"/>
                  <a:pt x="5375434" y="1134618"/>
                </a:cubicBezTo>
                <a:lnTo>
                  <a:pt x="5218557" y="1134618"/>
                </a:lnTo>
                <a:cubicBezTo>
                  <a:pt x="5200460" y="1134618"/>
                  <a:pt x="5185696" y="1122902"/>
                  <a:pt x="5185696" y="1108615"/>
                </a:cubicBezTo>
                <a:lnTo>
                  <a:pt x="5185696" y="970788"/>
                </a:lnTo>
                <a:cubicBezTo>
                  <a:pt x="5185696" y="956501"/>
                  <a:pt x="5200460" y="944785"/>
                  <a:pt x="5218557" y="944785"/>
                </a:cubicBezTo>
                <a:lnTo>
                  <a:pt x="5375434" y="944785"/>
                </a:lnTo>
                <a:cubicBezTo>
                  <a:pt x="5393531" y="944785"/>
                  <a:pt x="5408295" y="956501"/>
                  <a:pt x="5408295" y="970788"/>
                </a:cubicBezTo>
                <a:lnTo>
                  <a:pt x="5408295" y="1108615"/>
                </a:lnTo>
                <a:close/>
                <a:moveTo>
                  <a:pt x="5731098" y="1108615"/>
                </a:moveTo>
                <a:cubicBezTo>
                  <a:pt x="5731098" y="1122902"/>
                  <a:pt x="5716334" y="1134618"/>
                  <a:pt x="5698236" y="1134618"/>
                </a:cubicBezTo>
                <a:lnTo>
                  <a:pt x="5541360" y="1134618"/>
                </a:lnTo>
                <a:cubicBezTo>
                  <a:pt x="5523262" y="1134618"/>
                  <a:pt x="5508498" y="1122902"/>
                  <a:pt x="5508498" y="1108615"/>
                </a:cubicBezTo>
                <a:lnTo>
                  <a:pt x="5508498" y="970788"/>
                </a:lnTo>
                <a:cubicBezTo>
                  <a:pt x="5508498" y="956501"/>
                  <a:pt x="5523262" y="944785"/>
                  <a:pt x="5541360" y="944785"/>
                </a:cubicBezTo>
                <a:lnTo>
                  <a:pt x="5698236" y="944785"/>
                </a:lnTo>
                <a:cubicBezTo>
                  <a:pt x="5716334" y="944785"/>
                  <a:pt x="5731098" y="956501"/>
                  <a:pt x="5731098" y="970788"/>
                </a:cubicBezTo>
                <a:lnTo>
                  <a:pt x="5731098" y="1108615"/>
                </a:lnTo>
                <a:close/>
                <a:moveTo>
                  <a:pt x="6016943" y="1108615"/>
                </a:moveTo>
                <a:cubicBezTo>
                  <a:pt x="6016943" y="1122902"/>
                  <a:pt x="6002179" y="1134618"/>
                  <a:pt x="5984081" y="1134618"/>
                </a:cubicBezTo>
                <a:lnTo>
                  <a:pt x="5827205" y="1134618"/>
                </a:lnTo>
                <a:cubicBezTo>
                  <a:pt x="5809107" y="1134618"/>
                  <a:pt x="5794344" y="1122902"/>
                  <a:pt x="5794344" y="1108615"/>
                </a:cubicBezTo>
                <a:lnTo>
                  <a:pt x="5794344" y="970788"/>
                </a:lnTo>
                <a:cubicBezTo>
                  <a:pt x="5794344" y="956501"/>
                  <a:pt x="5809107" y="944785"/>
                  <a:pt x="5827205" y="944785"/>
                </a:cubicBezTo>
                <a:lnTo>
                  <a:pt x="5984081" y="944785"/>
                </a:lnTo>
                <a:cubicBezTo>
                  <a:pt x="6002179" y="944785"/>
                  <a:pt x="6016943" y="956501"/>
                  <a:pt x="6016943" y="970788"/>
                </a:cubicBezTo>
                <a:lnTo>
                  <a:pt x="6016943" y="1108615"/>
                </a:lnTo>
                <a:close/>
                <a:moveTo>
                  <a:pt x="6302788" y="1108615"/>
                </a:moveTo>
                <a:cubicBezTo>
                  <a:pt x="6302788" y="1122902"/>
                  <a:pt x="6288024" y="1134618"/>
                  <a:pt x="6269927" y="1134618"/>
                </a:cubicBezTo>
                <a:lnTo>
                  <a:pt x="6113050" y="1134618"/>
                </a:lnTo>
                <a:cubicBezTo>
                  <a:pt x="6094953" y="1134618"/>
                  <a:pt x="6080189" y="1122902"/>
                  <a:pt x="6080189" y="1108615"/>
                </a:cubicBezTo>
                <a:lnTo>
                  <a:pt x="6080189" y="970788"/>
                </a:lnTo>
                <a:cubicBezTo>
                  <a:pt x="6080189" y="956501"/>
                  <a:pt x="6094953" y="944785"/>
                  <a:pt x="6113050" y="944785"/>
                </a:cubicBezTo>
                <a:lnTo>
                  <a:pt x="6269927" y="944785"/>
                </a:lnTo>
                <a:cubicBezTo>
                  <a:pt x="6288024" y="944785"/>
                  <a:pt x="6302788" y="956501"/>
                  <a:pt x="6302788" y="970788"/>
                </a:cubicBezTo>
                <a:lnTo>
                  <a:pt x="6302788" y="1108615"/>
                </a:lnTo>
                <a:close/>
                <a:moveTo>
                  <a:pt x="6588633" y="1108615"/>
                </a:moveTo>
                <a:cubicBezTo>
                  <a:pt x="6588633" y="1122902"/>
                  <a:pt x="6573869" y="1134618"/>
                  <a:pt x="6555772" y="1134618"/>
                </a:cubicBezTo>
                <a:lnTo>
                  <a:pt x="6398895" y="1134618"/>
                </a:lnTo>
                <a:cubicBezTo>
                  <a:pt x="6380798" y="1134618"/>
                  <a:pt x="6366034" y="1122902"/>
                  <a:pt x="6366034" y="1108615"/>
                </a:cubicBezTo>
                <a:lnTo>
                  <a:pt x="6366034" y="970788"/>
                </a:lnTo>
                <a:cubicBezTo>
                  <a:pt x="6366034" y="956501"/>
                  <a:pt x="6380798" y="944785"/>
                  <a:pt x="6398895" y="944785"/>
                </a:cubicBezTo>
                <a:lnTo>
                  <a:pt x="6555772" y="944785"/>
                </a:lnTo>
                <a:cubicBezTo>
                  <a:pt x="6573869" y="944785"/>
                  <a:pt x="6588633" y="956501"/>
                  <a:pt x="6588633" y="970788"/>
                </a:cubicBezTo>
                <a:lnTo>
                  <a:pt x="6588633" y="1108615"/>
                </a:lnTo>
                <a:close/>
                <a:moveTo>
                  <a:pt x="6874478" y="1108615"/>
                </a:moveTo>
                <a:cubicBezTo>
                  <a:pt x="6874478" y="1122902"/>
                  <a:pt x="6859715" y="1134618"/>
                  <a:pt x="6841618" y="1134618"/>
                </a:cubicBezTo>
                <a:lnTo>
                  <a:pt x="6684740" y="1134618"/>
                </a:lnTo>
                <a:cubicBezTo>
                  <a:pt x="6666643" y="1134618"/>
                  <a:pt x="6651879" y="1122902"/>
                  <a:pt x="6651879" y="1108615"/>
                </a:cubicBezTo>
                <a:lnTo>
                  <a:pt x="6651879" y="970788"/>
                </a:lnTo>
                <a:cubicBezTo>
                  <a:pt x="6651879" y="956501"/>
                  <a:pt x="6666643" y="944785"/>
                  <a:pt x="6684740" y="944785"/>
                </a:cubicBezTo>
                <a:lnTo>
                  <a:pt x="6841618" y="944785"/>
                </a:lnTo>
                <a:cubicBezTo>
                  <a:pt x="6859715" y="944785"/>
                  <a:pt x="6874478" y="956501"/>
                  <a:pt x="6874478" y="970788"/>
                </a:cubicBezTo>
                <a:lnTo>
                  <a:pt x="6874478" y="1108615"/>
                </a:lnTo>
                <a:close/>
                <a:moveTo>
                  <a:pt x="7160324" y="1108615"/>
                </a:moveTo>
                <a:cubicBezTo>
                  <a:pt x="7160324" y="1122902"/>
                  <a:pt x="7145560" y="1134618"/>
                  <a:pt x="7127462" y="1134618"/>
                </a:cubicBezTo>
                <a:lnTo>
                  <a:pt x="6970586" y="1134618"/>
                </a:lnTo>
                <a:cubicBezTo>
                  <a:pt x="6952488" y="1134618"/>
                  <a:pt x="6937724" y="1122902"/>
                  <a:pt x="6937724" y="1108615"/>
                </a:cubicBezTo>
                <a:lnTo>
                  <a:pt x="6937724" y="970788"/>
                </a:lnTo>
                <a:cubicBezTo>
                  <a:pt x="6937724" y="956501"/>
                  <a:pt x="6952488" y="944785"/>
                  <a:pt x="6970586" y="944785"/>
                </a:cubicBezTo>
                <a:lnTo>
                  <a:pt x="7127462" y="944785"/>
                </a:lnTo>
                <a:cubicBezTo>
                  <a:pt x="7145560" y="944785"/>
                  <a:pt x="7160324" y="956501"/>
                  <a:pt x="7160324" y="970788"/>
                </a:cubicBezTo>
                <a:lnTo>
                  <a:pt x="7160324" y="1108615"/>
                </a:lnTo>
                <a:close/>
                <a:moveTo>
                  <a:pt x="7446169" y="1108615"/>
                </a:moveTo>
                <a:cubicBezTo>
                  <a:pt x="7446169" y="1122902"/>
                  <a:pt x="7431405" y="1134618"/>
                  <a:pt x="7413308" y="1134618"/>
                </a:cubicBezTo>
                <a:lnTo>
                  <a:pt x="7256431" y="1134618"/>
                </a:lnTo>
                <a:cubicBezTo>
                  <a:pt x="7238333" y="1134618"/>
                  <a:pt x="7223570" y="1122902"/>
                  <a:pt x="7223570" y="1108615"/>
                </a:cubicBezTo>
                <a:lnTo>
                  <a:pt x="7223570" y="970788"/>
                </a:lnTo>
                <a:cubicBezTo>
                  <a:pt x="7223570" y="956501"/>
                  <a:pt x="7238333" y="944785"/>
                  <a:pt x="7256431" y="944785"/>
                </a:cubicBezTo>
                <a:lnTo>
                  <a:pt x="7413308" y="944785"/>
                </a:lnTo>
                <a:cubicBezTo>
                  <a:pt x="7431405" y="944785"/>
                  <a:pt x="7446169" y="956501"/>
                  <a:pt x="7446169" y="970788"/>
                </a:cubicBezTo>
                <a:lnTo>
                  <a:pt x="7446169" y="1108615"/>
                </a:lnTo>
                <a:close/>
                <a:moveTo>
                  <a:pt x="7732014" y="1108615"/>
                </a:moveTo>
                <a:cubicBezTo>
                  <a:pt x="7732014" y="1122902"/>
                  <a:pt x="7717251" y="1134618"/>
                  <a:pt x="7699153" y="1134618"/>
                </a:cubicBezTo>
                <a:lnTo>
                  <a:pt x="7542277" y="1134618"/>
                </a:lnTo>
                <a:cubicBezTo>
                  <a:pt x="7524179" y="1134618"/>
                  <a:pt x="7509415" y="1122902"/>
                  <a:pt x="7509415" y="1108615"/>
                </a:cubicBezTo>
                <a:lnTo>
                  <a:pt x="7509415" y="970788"/>
                </a:lnTo>
                <a:cubicBezTo>
                  <a:pt x="7509415" y="956501"/>
                  <a:pt x="7524179" y="944785"/>
                  <a:pt x="7542277" y="944785"/>
                </a:cubicBezTo>
                <a:lnTo>
                  <a:pt x="7699153" y="944785"/>
                </a:lnTo>
                <a:cubicBezTo>
                  <a:pt x="7717251" y="944785"/>
                  <a:pt x="7732014" y="956501"/>
                  <a:pt x="7732014" y="970788"/>
                </a:cubicBezTo>
                <a:lnTo>
                  <a:pt x="7732014" y="1108615"/>
                </a:lnTo>
                <a:close/>
                <a:moveTo>
                  <a:pt x="8017860" y="1108615"/>
                </a:moveTo>
                <a:cubicBezTo>
                  <a:pt x="8017860" y="1122902"/>
                  <a:pt x="8003095" y="1134618"/>
                  <a:pt x="7984998" y="1134618"/>
                </a:cubicBezTo>
                <a:lnTo>
                  <a:pt x="7828121" y="1134618"/>
                </a:lnTo>
                <a:cubicBezTo>
                  <a:pt x="7810024" y="1134618"/>
                  <a:pt x="7795260" y="1122902"/>
                  <a:pt x="7795260" y="1108615"/>
                </a:cubicBezTo>
                <a:lnTo>
                  <a:pt x="7795260" y="970788"/>
                </a:lnTo>
                <a:cubicBezTo>
                  <a:pt x="7795260" y="956501"/>
                  <a:pt x="7810024" y="944785"/>
                  <a:pt x="7828121" y="944785"/>
                </a:cubicBezTo>
                <a:lnTo>
                  <a:pt x="7984998" y="944785"/>
                </a:lnTo>
                <a:cubicBezTo>
                  <a:pt x="8003095" y="944785"/>
                  <a:pt x="8017860" y="956501"/>
                  <a:pt x="8017860" y="970788"/>
                </a:cubicBezTo>
                <a:lnTo>
                  <a:pt x="8017860" y="1108615"/>
                </a:lnTo>
                <a:close/>
                <a:moveTo>
                  <a:pt x="8303705" y="1108615"/>
                </a:moveTo>
                <a:cubicBezTo>
                  <a:pt x="8303705" y="1122902"/>
                  <a:pt x="8288941" y="1134618"/>
                  <a:pt x="8270844" y="1134618"/>
                </a:cubicBezTo>
                <a:lnTo>
                  <a:pt x="8113967" y="1134618"/>
                </a:lnTo>
                <a:cubicBezTo>
                  <a:pt x="8095869" y="1134618"/>
                  <a:pt x="8081105" y="1122902"/>
                  <a:pt x="8081105" y="1108615"/>
                </a:cubicBezTo>
                <a:lnTo>
                  <a:pt x="8081105" y="970788"/>
                </a:lnTo>
                <a:cubicBezTo>
                  <a:pt x="8081105" y="956501"/>
                  <a:pt x="8095869" y="944785"/>
                  <a:pt x="8113967" y="944785"/>
                </a:cubicBezTo>
                <a:lnTo>
                  <a:pt x="8270844" y="944785"/>
                </a:lnTo>
                <a:cubicBezTo>
                  <a:pt x="8288941" y="944785"/>
                  <a:pt x="8303705" y="956501"/>
                  <a:pt x="8303705" y="970788"/>
                </a:cubicBezTo>
                <a:lnTo>
                  <a:pt x="8303705" y="1108615"/>
                </a:lnTo>
                <a:close/>
                <a:moveTo>
                  <a:pt x="8589550" y="1108615"/>
                </a:moveTo>
                <a:cubicBezTo>
                  <a:pt x="8589550" y="1122902"/>
                  <a:pt x="8574786" y="1134618"/>
                  <a:pt x="8556689" y="1134618"/>
                </a:cubicBezTo>
                <a:lnTo>
                  <a:pt x="8399812" y="1134618"/>
                </a:lnTo>
                <a:cubicBezTo>
                  <a:pt x="8381714" y="1134618"/>
                  <a:pt x="8366951" y="1122902"/>
                  <a:pt x="8366951" y="1108615"/>
                </a:cubicBezTo>
                <a:lnTo>
                  <a:pt x="8366951" y="970788"/>
                </a:lnTo>
                <a:cubicBezTo>
                  <a:pt x="8366951" y="956501"/>
                  <a:pt x="8381714" y="944785"/>
                  <a:pt x="8399812" y="944785"/>
                </a:cubicBezTo>
                <a:lnTo>
                  <a:pt x="8556689" y="944785"/>
                </a:lnTo>
                <a:cubicBezTo>
                  <a:pt x="8574786" y="944785"/>
                  <a:pt x="8589550" y="956501"/>
                  <a:pt x="8589550" y="970788"/>
                </a:cubicBezTo>
                <a:lnTo>
                  <a:pt x="8589550" y="1108615"/>
                </a:lnTo>
                <a:close/>
                <a:moveTo>
                  <a:pt x="8875395" y="1108615"/>
                </a:moveTo>
                <a:cubicBezTo>
                  <a:pt x="8875395" y="1122902"/>
                  <a:pt x="8860631" y="1134618"/>
                  <a:pt x="8842534" y="1134618"/>
                </a:cubicBezTo>
                <a:lnTo>
                  <a:pt x="8685657" y="1134618"/>
                </a:lnTo>
                <a:cubicBezTo>
                  <a:pt x="8667559" y="1134618"/>
                  <a:pt x="8652796" y="1122902"/>
                  <a:pt x="8652796" y="1108615"/>
                </a:cubicBezTo>
                <a:lnTo>
                  <a:pt x="8652796" y="970788"/>
                </a:lnTo>
                <a:cubicBezTo>
                  <a:pt x="8652796" y="956501"/>
                  <a:pt x="8667559" y="944785"/>
                  <a:pt x="8685657" y="944785"/>
                </a:cubicBezTo>
                <a:lnTo>
                  <a:pt x="8842534" y="944785"/>
                </a:lnTo>
                <a:cubicBezTo>
                  <a:pt x="8860631" y="944785"/>
                  <a:pt x="8875395" y="956501"/>
                  <a:pt x="8875395" y="970788"/>
                </a:cubicBezTo>
                <a:lnTo>
                  <a:pt x="8875395" y="1108615"/>
                </a:lnTo>
                <a:close/>
                <a:moveTo>
                  <a:pt x="9161240" y="1108615"/>
                </a:moveTo>
                <a:cubicBezTo>
                  <a:pt x="9161240" y="1122902"/>
                  <a:pt x="9146477" y="1134618"/>
                  <a:pt x="9128379" y="1134618"/>
                </a:cubicBezTo>
                <a:lnTo>
                  <a:pt x="8971502" y="1134618"/>
                </a:lnTo>
                <a:cubicBezTo>
                  <a:pt x="8953405" y="1134618"/>
                  <a:pt x="8938641" y="1122902"/>
                  <a:pt x="8938641" y="1108615"/>
                </a:cubicBezTo>
                <a:lnTo>
                  <a:pt x="8938641" y="970788"/>
                </a:lnTo>
                <a:cubicBezTo>
                  <a:pt x="8938641" y="956501"/>
                  <a:pt x="8953405" y="944785"/>
                  <a:pt x="8971502" y="944785"/>
                </a:cubicBezTo>
                <a:lnTo>
                  <a:pt x="9128379" y="944785"/>
                </a:lnTo>
                <a:cubicBezTo>
                  <a:pt x="9146477" y="944785"/>
                  <a:pt x="9161240" y="956501"/>
                  <a:pt x="9161240" y="970788"/>
                </a:cubicBezTo>
                <a:lnTo>
                  <a:pt x="9161240" y="1108615"/>
                </a:lnTo>
                <a:close/>
                <a:moveTo>
                  <a:pt x="9447086" y="1108615"/>
                </a:moveTo>
                <a:cubicBezTo>
                  <a:pt x="9447086" y="1122902"/>
                  <a:pt x="9432322" y="1134618"/>
                  <a:pt x="9414224" y="1134618"/>
                </a:cubicBezTo>
                <a:lnTo>
                  <a:pt x="9257348" y="1134618"/>
                </a:lnTo>
                <a:cubicBezTo>
                  <a:pt x="9239250" y="1134618"/>
                  <a:pt x="9224486" y="1122902"/>
                  <a:pt x="9224486" y="1108615"/>
                </a:cubicBezTo>
                <a:lnTo>
                  <a:pt x="9224486" y="970788"/>
                </a:lnTo>
                <a:cubicBezTo>
                  <a:pt x="9224486" y="956501"/>
                  <a:pt x="9239250" y="944785"/>
                  <a:pt x="9257348" y="944785"/>
                </a:cubicBezTo>
                <a:lnTo>
                  <a:pt x="9414224" y="944785"/>
                </a:lnTo>
                <a:cubicBezTo>
                  <a:pt x="9432322" y="944785"/>
                  <a:pt x="9447086" y="956501"/>
                  <a:pt x="9447086" y="970788"/>
                </a:cubicBezTo>
                <a:lnTo>
                  <a:pt x="9447086" y="1108615"/>
                </a:lnTo>
                <a:close/>
                <a:moveTo>
                  <a:pt x="9732931" y="1108615"/>
                </a:moveTo>
                <a:cubicBezTo>
                  <a:pt x="9732931" y="1122902"/>
                  <a:pt x="9718167" y="1134618"/>
                  <a:pt x="9700070" y="1134618"/>
                </a:cubicBezTo>
                <a:lnTo>
                  <a:pt x="9543192" y="1134618"/>
                </a:lnTo>
                <a:cubicBezTo>
                  <a:pt x="9525095" y="1134618"/>
                  <a:pt x="9510332" y="1122902"/>
                  <a:pt x="9510332" y="1108615"/>
                </a:cubicBezTo>
                <a:lnTo>
                  <a:pt x="9510332" y="970788"/>
                </a:lnTo>
                <a:cubicBezTo>
                  <a:pt x="9510332" y="956501"/>
                  <a:pt x="9525095" y="944785"/>
                  <a:pt x="9543192" y="944785"/>
                </a:cubicBezTo>
                <a:lnTo>
                  <a:pt x="9700070" y="944785"/>
                </a:lnTo>
                <a:cubicBezTo>
                  <a:pt x="9718167" y="944785"/>
                  <a:pt x="9732931" y="956501"/>
                  <a:pt x="9732931" y="970788"/>
                </a:cubicBezTo>
                <a:lnTo>
                  <a:pt x="9732931" y="1108615"/>
                </a:lnTo>
                <a:close/>
                <a:moveTo>
                  <a:pt x="10018776" y="1108615"/>
                </a:moveTo>
                <a:cubicBezTo>
                  <a:pt x="10018776" y="1122902"/>
                  <a:pt x="10004013" y="1134618"/>
                  <a:pt x="9985915" y="1134618"/>
                </a:cubicBezTo>
                <a:lnTo>
                  <a:pt x="9829038" y="1134618"/>
                </a:lnTo>
                <a:cubicBezTo>
                  <a:pt x="9810941" y="1134618"/>
                  <a:pt x="9796176" y="1122902"/>
                  <a:pt x="9796176" y="1108615"/>
                </a:cubicBezTo>
                <a:lnTo>
                  <a:pt x="9796176" y="970788"/>
                </a:lnTo>
                <a:cubicBezTo>
                  <a:pt x="9796176" y="956501"/>
                  <a:pt x="9810941" y="944785"/>
                  <a:pt x="9829038" y="944785"/>
                </a:cubicBezTo>
                <a:lnTo>
                  <a:pt x="9985915" y="944785"/>
                </a:lnTo>
                <a:cubicBezTo>
                  <a:pt x="10004013" y="944785"/>
                  <a:pt x="10018776" y="956501"/>
                  <a:pt x="10018776" y="970788"/>
                </a:cubicBezTo>
                <a:lnTo>
                  <a:pt x="10018776" y="1108615"/>
                </a:lnTo>
                <a:close/>
                <a:moveTo>
                  <a:pt x="10304621" y="1108615"/>
                </a:moveTo>
                <a:cubicBezTo>
                  <a:pt x="10304621" y="1122902"/>
                  <a:pt x="10289858" y="1134618"/>
                  <a:pt x="10271760" y="1134618"/>
                </a:cubicBezTo>
                <a:lnTo>
                  <a:pt x="10114884" y="1134618"/>
                </a:lnTo>
                <a:cubicBezTo>
                  <a:pt x="10096786" y="1134618"/>
                  <a:pt x="10082022" y="1122902"/>
                  <a:pt x="10082022" y="1108615"/>
                </a:cubicBezTo>
                <a:lnTo>
                  <a:pt x="10082022" y="970788"/>
                </a:lnTo>
                <a:cubicBezTo>
                  <a:pt x="10082022" y="956501"/>
                  <a:pt x="10096786" y="944785"/>
                  <a:pt x="10114884" y="944785"/>
                </a:cubicBezTo>
                <a:lnTo>
                  <a:pt x="10271760" y="944785"/>
                </a:lnTo>
                <a:cubicBezTo>
                  <a:pt x="10289858" y="944785"/>
                  <a:pt x="10304621" y="956501"/>
                  <a:pt x="10304621" y="970788"/>
                </a:cubicBezTo>
                <a:lnTo>
                  <a:pt x="10304621" y="1108615"/>
                </a:lnTo>
                <a:close/>
                <a:moveTo>
                  <a:pt x="10590466" y="1108615"/>
                </a:moveTo>
                <a:cubicBezTo>
                  <a:pt x="10590466" y="1122902"/>
                  <a:pt x="10575703" y="1134618"/>
                  <a:pt x="10557606" y="1134618"/>
                </a:cubicBezTo>
                <a:lnTo>
                  <a:pt x="10400728" y="1134618"/>
                </a:lnTo>
                <a:cubicBezTo>
                  <a:pt x="10382631" y="1134618"/>
                  <a:pt x="10367867" y="1122902"/>
                  <a:pt x="10367867" y="1108615"/>
                </a:cubicBezTo>
                <a:lnTo>
                  <a:pt x="10367867" y="970788"/>
                </a:lnTo>
                <a:cubicBezTo>
                  <a:pt x="10367867" y="956501"/>
                  <a:pt x="10382631" y="944785"/>
                  <a:pt x="10400728" y="944785"/>
                </a:cubicBezTo>
                <a:lnTo>
                  <a:pt x="10557606" y="944785"/>
                </a:lnTo>
                <a:cubicBezTo>
                  <a:pt x="10575703" y="944785"/>
                  <a:pt x="10590466" y="956501"/>
                  <a:pt x="10590466" y="970788"/>
                </a:cubicBezTo>
                <a:lnTo>
                  <a:pt x="10590466" y="1108615"/>
                </a:lnTo>
                <a:close/>
                <a:moveTo>
                  <a:pt x="10876312" y="1108615"/>
                </a:moveTo>
                <a:cubicBezTo>
                  <a:pt x="10876312" y="1122902"/>
                  <a:pt x="10861547" y="1134618"/>
                  <a:pt x="10843451" y="1134618"/>
                </a:cubicBezTo>
                <a:lnTo>
                  <a:pt x="10686573" y="1134618"/>
                </a:lnTo>
                <a:cubicBezTo>
                  <a:pt x="10668477" y="1134618"/>
                  <a:pt x="10653712" y="1122902"/>
                  <a:pt x="10653712" y="1108615"/>
                </a:cubicBezTo>
                <a:lnTo>
                  <a:pt x="10653712" y="970788"/>
                </a:lnTo>
                <a:cubicBezTo>
                  <a:pt x="10653712" y="956501"/>
                  <a:pt x="10668477" y="944785"/>
                  <a:pt x="10686573" y="944785"/>
                </a:cubicBezTo>
                <a:lnTo>
                  <a:pt x="10843451" y="944785"/>
                </a:lnTo>
                <a:cubicBezTo>
                  <a:pt x="10861547" y="944785"/>
                  <a:pt x="10876312" y="956501"/>
                  <a:pt x="10876312" y="970788"/>
                </a:cubicBezTo>
                <a:lnTo>
                  <a:pt x="10876312" y="1108615"/>
                </a:lnTo>
                <a:close/>
                <a:moveTo>
                  <a:pt x="5644706" y="721043"/>
                </a:moveTo>
                <a:lnTo>
                  <a:pt x="5644706" y="413575"/>
                </a:lnTo>
                <a:cubicBezTo>
                  <a:pt x="5644706" y="356330"/>
                  <a:pt x="5703856" y="309467"/>
                  <a:pt x="5776246" y="309467"/>
                </a:cubicBezTo>
                <a:lnTo>
                  <a:pt x="6307455" y="309467"/>
                </a:lnTo>
                <a:cubicBezTo>
                  <a:pt x="6379845" y="309467"/>
                  <a:pt x="6438996" y="356330"/>
                  <a:pt x="6438996" y="413575"/>
                </a:cubicBezTo>
                <a:lnTo>
                  <a:pt x="6438996" y="721043"/>
                </a:lnTo>
                <a:cubicBezTo>
                  <a:pt x="6438996" y="778288"/>
                  <a:pt x="6379845" y="825151"/>
                  <a:pt x="6307455" y="825151"/>
                </a:cubicBezTo>
                <a:lnTo>
                  <a:pt x="5776246" y="825151"/>
                </a:lnTo>
                <a:cubicBezTo>
                  <a:pt x="5703856" y="825151"/>
                  <a:pt x="5644706" y="778288"/>
                  <a:pt x="5644706" y="721043"/>
                </a:cubicBezTo>
                <a:close/>
                <a:moveTo>
                  <a:pt x="6724841" y="721043"/>
                </a:moveTo>
                <a:lnTo>
                  <a:pt x="6724841" y="413575"/>
                </a:lnTo>
                <a:cubicBezTo>
                  <a:pt x="6724841" y="356330"/>
                  <a:pt x="6783991" y="309467"/>
                  <a:pt x="6856381" y="309467"/>
                </a:cubicBezTo>
                <a:lnTo>
                  <a:pt x="7387590" y="309467"/>
                </a:lnTo>
                <a:cubicBezTo>
                  <a:pt x="7459980" y="309467"/>
                  <a:pt x="7519130" y="356330"/>
                  <a:pt x="7519130" y="413575"/>
                </a:cubicBezTo>
                <a:lnTo>
                  <a:pt x="7519130" y="721043"/>
                </a:lnTo>
                <a:cubicBezTo>
                  <a:pt x="7519130" y="778288"/>
                  <a:pt x="7459980" y="825151"/>
                  <a:pt x="7387590" y="825151"/>
                </a:cubicBezTo>
                <a:lnTo>
                  <a:pt x="6856381" y="825151"/>
                </a:lnTo>
                <a:cubicBezTo>
                  <a:pt x="6783991" y="825151"/>
                  <a:pt x="6724841" y="778288"/>
                  <a:pt x="6724841" y="721043"/>
                </a:cubicBezTo>
                <a:close/>
                <a:moveTo>
                  <a:pt x="7804976" y="721043"/>
                </a:moveTo>
                <a:lnTo>
                  <a:pt x="7804976" y="413575"/>
                </a:lnTo>
                <a:cubicBezTo>
                  <a:pt x="7804976" y="356330"/>
                  <a:pt x="7864126" y="309467"/>
                  <a:pt x="7936516" y="309467"/>
                </a:cubicBezTo>
                <a:lnTo>
                  <a:pt x="8467725" y="309467"/>
                </a:lnTo>
                <a:cubicBezTo>
                  <a:pt x="8540115" y="309467"/>
                  <a:pt x="8599265" y="356330"/>
                  <a:pt x="8599265" y="413575"/>
                </a:cubicBezTo>
                <a:lnTo>
                  <a:pt x="8599265" y="721043"/>
                </a:lnTo>
                <a:cubicBezTo>
                  <a:pt x="8599265" y="778288"/>
                  <a:pt x="8540115" y="825151"/>
                  <a:pt x="8467725" y="825151"/>
                </a:cubicBezTo>
                <a:lnTo>
                  <a:pt x="7936516" y="825151"/>
                </a:lnTo>
                <a:cubicBezTo>
                  <a:pt x="7864126" y="825151"/>
                  <a:pt x="7804976" y="778288"/>
                  <a:pt x="7804976" y="721043"/>
                </a:cubicBezTo>
                <a:close/>
                <a:moveTo>
                  <a:pt x="8885111" y="721043"/>
                </a:moveTo>
                <a:lnTo>
                  <a:pt x="8885111" y="413575"/>
                </a:lnTo>
                <a:cubicBezTo>
                  <a:pt x="8885111" y="356330"/>
                  <a:pt x="8944261" y="309467"/>
                  <a:pt x="9016651" y="309467"/>
                </a:cubicBezTo>
                <a:lnTo>
                  <a:pt x="9547860" y="309467"/>
                </a:lnTo>
                <a:cubicBezTo>
                  <a:pt x="9620250" y="309467"/>
                  <a:pt x="9679400" y="356330"/>
                  <a:pt x="9679400" y="413575"/>
                </a:cubicBezTo>
                <a:lnTo>
                  <a:pt x="9679400" y="721043"/>
                </a:lnTo>
                <a:cubicBezTo>
                  <a:pt x="9679400" y="778288"/>
                  <a:pt x="9620250" y="825151"/>
                  <a:pt x="9547860" y="825151"/>
                </a:cubicBezTo>
                <a:lnTo>
                  <a:pt x="9016651" y="825151"/>
                </a:lnTo>
                <a:cubicBezTo>
                  <a:pt x="8944261" y="825151"/>
                  <a:pt x="8885111" y="778288"/>
                  <a:pt x="8885111" y="721043"/>
                </a:cubicBezTo>
                <a:close/>
                <a:moveTo>
                  <a:pt x="9965245" y="721043"/>
                </a:moveTo>
                <a:lnTo>
                  <a:pt x="9965245" y="413575"/>
                </a:lnTo>
                <a:cubicBezTo>
                  <a:pt x="9965245" y="356330"/>
                  <a:pt x="10024396" y="309467"/>
                  <a:pt x="10096786" y="309467"/>
                </a:cubicBezTo>
                <a:lnTo>
                  <a:pt x="10627995" y="309467"/>
                </a:lnTo>
                <a:cubicBezTo>
                  <a:pt x="10700385" y="309467"/>
                  <a:pt x="10759535" y="356330"/>
                  <a:pt x="10759535" y="413575"/>
                </a:cubicBezTo>
                <a:lnTo>
                  <a:pt x="10759535" y="721043"/>
                </a:lnTo>
                <a:cubicBezTo>
                  <a:pt x="10759535" y="778288"/>
                  <a:pt x="10700385" y="825151"/>
                  <a:pt x="10627995" y="825151"/>
                </a:cubicBezTo>
                <a:lnTo>
                  <a:pt x="10096786" y="825151"/>
                </a:lnTo>
                <a:cubicBezTo>
                  <a:pt x="10024396" y="825151"/>
                  <a:pt x="9965245" y="778288"/>
                  <a:pt x="9965245" y="721043"/>
                </a:cubicBezTo>
                <a:close/>
              </a:path>
            </a:pathLst>
          </a:custGeom>
          <a:solidFill>
            <a:srgbClr val="FFFFFF">
              <a:alpha val="352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p25"/>
          <p:cNvGrpSpPr/>
          <p:nvPr/>
        </p:nvGrpSpPr>
        <p:grpSpPr>
          <a:xfrm>
            <a:off x="302987" y="288516"/>
            <a:ext cx="8538026" cy="4566468"/>
            <a:chOff x="5802027" y="1564324"/>
            <a:chExt cx="3636452" cy="1944916"/>
          </a:xfrm>
        </p:grpSpPr>
        <p:sp>
          <p:nvSpPr>
            <p:cNvPr id="227" name="Google Shape;227;p25"/>
            <p:cNvSpPr/>
            <p:nvPr/>
          </p:nvSpPr>
          <p:spPr>
            <a:xfrm>
              <a:off x="5802027" y="1564324"/>
              <a:ext cx="379245" cy="1944916"/>
            </a:xfrm>
            <a:custGeom>
              <a:avLst/>
              <a:gdLst/>
              <a:ahLst/>
              <a:cxnLst/>
              <a:rect l="l" t="t" r="r" b="b"/>
              <a:pathLst>
                <a:path w="379245" h="1944916" extrusionOk="0">
                  <a:moveTo>
                    <a:pt x="379246" y="0"/>
                  </a:moveTo>
                  <a:lnTo>
                    <a:pt x="0" y="0"/>
                  </a:lnTo>
                  <a:lnTo>
                    <a:pt x="0" y="1944917"/>
                  </a:lnTo>
                  <a:lnTo>
                    <a:pt x="379246" y="194491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25"/>
            <p:cNvSpPr/>
            <p:nvPr/>
          </p:nvSpPr>
          <p:spPr>
            <a:xfrm>
              <a:off x="9059234" y="1564324"/>
              <a:ext cx="379245" cy="1944916"/>
            </a:xfrm>
            <a:custGeom>
              <a:avLst/>
              <a:gdLst/>
              <a:ahLst/>
              <a:cxnLst/>
              <a:rect l="l" t="t" r="r" b="b"/>
              <a:pathLst>
                <a:path w="379245" h="1944916" extrusionOk="0">
                  <a:moveTo>
                    <a:pt x="0" y="1944917"/>
                  </a:moveTo>
                  <a:lnTo>
                    <a:pt x="379245" y="1944917"/>
                  </a:lnTo>
                  <a:lnTo>
                    <a:pt x="379245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25"/>
          <p:cNvSpPr/>
          <p:nvPr/>
        </p:nvSpPr>
        <p:spPr>
          <a:xfrm>
            <a:off x="8566974" y="414360"/>
            <a:ext cx="159300" cy="15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6"/>
          <p:cNvPicPr preferRelativeResize="0"/>
          <p:nvPr/>
        </p:nvPicPr>
        <p:blipFill rotWithShape="1">
          <a:blip r:embed="rId2">
            <a:alphaModFix amt="30000"/>
          </a:blip>
          <a:srcRect t="9" b="19"/>
          <a:stretch/>
        </p:blipFill>
        <p:spPr>
          <a:xfrm>
            <a:off x="0" y="0"/>
            <a:ext cx="9144002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26"/>
          <p:cNvGrpSpPr/>
          <p:nvPr/>
        </p:nvGrpSpPr>
        <p:grpSpPr>
          <a:xfrm>
            <a:off x="-183080" y="-571645"/>
            <a:ext cx="9510160" cy="6286790"/>
            <a:chOff x="-183080" y="-608350"/>
            <a:chExt cx="9510160" cy="6286790"/>
          </a:xfrm>
        </p:grpSpPr>
        <p:sp>
          <p:nvSpPr>
            <p:cNvPr id="233" name="Google Shape;233;p26"/>
            <p:cNvSpPr/>
            <p:nvPr/>
          </p:nvSpPr>
          <p:spPr>
            <a:xfrm>
              <a:off x="-183080" y="4523725"/>
              <a:ext cx="9510160" cy="1154715"/>
            </a:xfrm>
            <a:custGeom>
              <a:avLst/>
              <a:gdLst/>
              <a:ahLst/>
              <a:cxnLst/>
              <a:rect l="l" t="t" r="r" b="b"/>
              <a:pathLst>
                <a:path w="10566844" h="1283017" extrusionOk="0">
                  <a:moveTo>
                    <a:pt x="5283423" y="0"/>
                  </a:moveTo>
                  <a:lnTo>
                    <a:pt x="0" y="0"/>
                  </a:lnTo>
                  <a:lnTo>
                    <a:pt x="0" y="1283018"/>
                  </a:lnTo>
                  <a:lnTo>
                    <a:pt x="10566845" y="1283018"/>
                  </a:lnTo>
                  <a:lnTo>
                    <a:pt x="10566845" y="0"/>
                  </a:lnTo>
                  <a:lnTo>
                    <a:pt x="5283423" y="0"/>
                  </a:lnTo>
                  <a:close/>
                  <a:moveTo>
                    <a:pt x="254222" y="1220057"/>
                  </a:moveTo>
                  <a:cubicBezTo>
                    <a:pt x="254222" y="1235774"/>
                    <a:pt x="239935" y="1248728"/>
                    <a:pt x="222409" y="1248728"/>
                  </a:cubicBezTo>
                  <a:lnTo>
                    <a:pt x="70866" y="1248728"/>
                  </a:lnTo>
                  <a:cubicBezTo>
                    <a:pt x="53435" y="1248728"/>
                    <a:pt x="39053" y="1235869"/>
                    <a:pt x="39053" y="1220057"/>
                  </a:cubicBezTo>
                  <a:lnTo>
                    <a:pt x="39053" y="1068324"/>
                  </a:lnTo>
                  <a:cubicBezTo>
                    <a:pt x="39053" y="1052608"/>
                    <a:pt x="53340" y="1039654"/>
                    <a:pt x="70866" y="1039654"/>
                  </a:cubicBezTo>
                  <a:lnTo>
                    <a:pt x="222409" y="1039654"/>
                  </a:lnTo>
                  <a:cubicBezTo>
                    <a:pt x="239840" y="1039654"/>
                    <a:pt x="254222" y="1052513"/>
                    <a:pt x="254222" y="1068324"/>
                  </a:cubicBezTo>
                  <a:lnTo>
                    <a:pt x="254222" y="1220057"/>
                  </a:lnTo>
                  <a:close/>
                  <a:moveTo>
                    <a:pt x="530447" y="1220057"/>
                  </a:moveTo>
                  <a:cubicBezTo>
                    <a:pt x="530447" y="1235774"/>
                    <a:pt x="516160" y="1248728"/>
                    <a:pt x="498634" y="1248728"/>
                  </a:cubicBezTo>
                  <a:lnTo>
                    <a:pt x="347091" y="1248728"/>
                  </a:lnTo>
                  <a:cubicBezTo>
                    <a:pt x="329660" y="1248728"/>
                    <a:pt x="315278" y="1235869"/>
                    <a:pt x="315278" y="1220057"/>
                  </a:cubicBezTo>
                  <a:lnTo>
                    <a:pt x="315278" y="1068324"/>
                  </a:lnTo>
                  <a:cubicBezTo>
                    <a:pt x="315278" y="1052608"/>
                    <a:pt x="329565" y="1039654"/>
                    <a:pt x="347091" y="1039654"/>
                  </a:cubicBezTo>
                  <a:lnTo>
                    <a:pt x="498634" y="1039654"/>
                  </a:lnTo>
                  <a:cubicBezTo>
                    <a:pt x="516065" y="1039654"/>
                    <a:pt x="530447" y="1052513"/>
                    <a:pt x="530447" y="1068324"/>
                  </a:cubicBezTo>
                  <a:lnTo>
                    <a:pt x="530447" y="1220057"/>
                  </a:lnTo>
                  <a:close/>
                  <a:moveTo>
                    <a:pt x="806672" y="1220057"/>
                  </a:moveTo>
                  <a:cubicBezTo>
                    <a:pt x="806672" y="1235774"/>
                    <a:pt x="792385" y="1248728"/>
                    <a:pt x="774859" y="1248728"/>
                  </a:cubicBezTo>
                  <a:lnTo>
                    <a:pt x="623316" y="1248728"/>
                  </a:lnTo>
                  <a:cubicBezTo>
                    <a:pt x="605885" y="1248728"/>
                    <a:pt x="591503" y="1235869"/>
                    <a:pt x="591503" y="1220057"/>
                  </a:cubicBezTo>
                  <a:lnTo>
                    <a:pt x="591503" y="1068324"/>
                  </a:lnTo>
                  <a:cubicBezTo>
                    <a:pt x="591503" y="1052608"/>
                    <a:pt x="605790" y="1039654"/>
                    <a:pt x="623316" y="1039654"/>
                  </a:cubicBezTo>
                  <a:lnTo>
                    <a:pt x="774859" y="1039654"/>
                  </a:lnTo>
                  <a:cubicBezTo>
                    <a:pt x="792290" y="1039654"/>
                    <a:pt x="806672" y="1052513"/>
                    <a:pt x="806672" y="1068324"/>
                  </a:cubicBezTo>
                  <a:lnTo>
                    <a:pt x="806672" y="1220057"/>
                  </a:lnTo>
                  <a:close/>
                  <a:moveTo>
                    <a:pt x="1082897" y="1220057"/>
                  </a:moveTo>
                  <a:cubicBezTo>
                    <a:pt x="1082897" y="1235774"/>
                    <a:pt x="1068610" y="1248728"/>
                    <a:pt x="1051084" y="1248728"/>
                  </a:cubicBezTo>
                  <a:lnTo>
                    <a:pt x="899541" y="1248728"/>
                  </a:lnTo>
                  <a:cubicBezTo>
                    <a:pt x="882110" y="1248728"/>
                    <a:pt x="867728" y="1235869"/>
                    <a:pt x="867728" y="1220057"/>
                  </a:cubicBezTo>
                  <a:lnTo>
                    <a:pt x="867728" y="1068324"/>
                  </a:lnTo>
                  <a:cubicBezTo>
                    <a:pt x="867728" y="1052608"/>
                    <a:pt x="882015" y="1039654"/>
                    <a:pt x="899541" y="1039654"/>
                  </a:cubicBezTo>
                  <a:lnTo>
                    <a:pt x="1051084" y="1039654"/>
                  </a:lnTo>
                  <a:cubicBezTo>
                    <a:pt x="1068515" y="1039654"/>
                    <a:pt x="1082897" y="1052513"/>
                    <a:pt x="1082897" y="1068324"/>
                  </a:cubicBezTo>
                  <a:lnTo>
                    <a:pt x="1082897" y="1220057"/>
                  </a:lnTo>
                  <a:close/>
                  <a:moveTo>
                    <a:pt x="1359122" y="1220057"/>
                  </a:moveTo>
                  <a:cubicBezTo>
                    <a:pt x="1359122" y="1235774"/>
                    <a:pt x="1344835" y="1248728"/>
                    <a:pt x="1327309" y="1248728"/>
                  </a:cubicBezTo>
                  <a:lnTo>
                    <a:pt x="1175766" y="1248728"/>
                  </a:lnTo>
                  <a:cubicBezTo>
                    <a:pt x="1158335" y="1248728"/>
                    <a:pt x="1143953" y="1235869"/>
                    <a:pt x="1143953" y="1220057"/>
                  </a:cubicBezTo>
                  <a:lnTo>
                    <a:pt x="1143953" y="1068324"/>
                  </a:lnTo>
                  <a:cubicBezTo>
                    <a:pt x="1143953" y="1052608"/>
                    <a:pt x="1158240" y="1039654"/>
                    <a:pt x="1175766" y="1039654"/>
                  </a:cubicBezTo>
                  <a:lnTo>
                    <a:pt x="1327309" y="1039654"/>
                  </a:lnTo>
                  <a:cubicBezTo>
                    <a:pt x="1344739" y="1039654"/>
                    <a:pt x="1359122" y="1052513"/>
                    <a:pt x="1359122" y="1068324"/>
                  </a:cubicBezTo>
                  <a:lnTo>
                    <a:pt x="1359122" y="1220057"/>
                  </a:lnTo>
                  <a:close/>
                  <a:moveTo>
                    <a:pt x="1635347" y="1220057"/>
                  </a:moveTo>
                  <a:cubicBezTo>
                    <a:pt x="1635347" y="1235774"/>
                    <a:pt x="1621060" y="1248728"/>
                    <a:pt x="1603534" y="1248728"/>
                  </a:cubicBezTo>
                  <a:lnTo>
                    <a:pt x="1451991" y="1248728"/>
                  </a:lnTo>
                  <a:cubicBezTo>
                    <a:pt x="1434560" y="1248728"/>
                    <a:pt x="1420178" y="1235869"/>
                    <a:pt x="1420178" y="1220057"/>
                  </a:cubicBezTo>
                  <a:lnTo>
                    <a:pt x="1420178" y="1068324"/>
                  </a:lnTo>
                  <a:cubicBezTo>
                    <a:pt x="1420178" y="1052608"/>
                    <a:pt x="1434465" y="1039654"/>
                    <a:pt x="1451991" y="1039654"/>
                  </a:cubicBezTo>
                  <a:lnTo>
                    <a:pt x="1603534" y="1039654"/>
                  </a:lnTo>
                  <a:cubicBezTo>
                    <a:pt x="1620964" y="1039654"/>
                    <a:pt x="1635347" y="1052513"/>
                    <a:pt x="1635347" y="1068324"/>
                  </a:cubicBezTo>
                  <a:lnTo>
                    <a:pt x="1635347" y="1220057"/>
                  </a:lnTo>
                  <a:close/>
                  <a:moveTo>
                    <a:pt x="1911572" y="1220057"/>
                  </a:moveTo>
                  <a:cubicBezTo>
                    <a:pt x="1911572" y="1235774"/>
                    <a:pt x="1897285" y="1248728"/>
                    <a:pt x="1879759" y="1248728"/>
                  </a:cubicBezTo>
                  <a:lnTo>
                    <a:pt x="1728216" y="1248728"/>
                  </a:lnTo>
                  <a:cubicBezTo>
                    <a:pt x="1710785" y="1248728"/>
                    <a:pt x="1696403" y="1235869"/>
                    <a:pt x="1696403" y="1220057"/>
                  </a:cubicBezTo>
                  <a:lnTo>
                    <a:pt x="1696403" y="1068324"/>
                  </a:lnTo>
                  <a:cubicBezTo>
                    <a:pt x="1696403" y="1052608"/>
                    <a:pt x="1710690" y="1039654"/>
                    <a:pt x="1728216" y="1039654"/>
                  </a:cubicBezTo>
                  <a:lnTo>
                    <a:pt x="1879759" y="1039654"/>
                  </a:lnTo>
                  <a:cubicBezTo>
                    <a:pt x="1897189" y="1039654"/>
                    <a:pt x="1911572" y="1052513"/>
                    <a:pt x="1911572" y="1068324"/>
                  </a:cubicBezTo>
                  <a:lnTo>
                    <a:pt x="1911572" y="1220057"/>
                  </a:lnTo>
                  <a:close/>
                  <a:moveTo>
                    <a:pt x="2187797" y="1220057"/>
                  </a:moveTo>
                  <a:cubicBezTo>
                    <a:pt x="2187797" y="1235774"/>
                    <a:pt x="2173510" y="1248728"/>
                    <a:pt x="2155984" y="1248728"/>
                  </a:cubicBezTo>
                  <a:lnTo>
                    <a:pt x="2004441" y="1248728"/>
                  </a:lnTo>
                  <a:cubicBezTo>
                    <a:pt x="1987010" y="1248728"/>
                    <a:pt x="1972628" y="1235869"/>
                    <a:pt x="1972628" y="1220057"/>
                  </a:cubicBezTo>
                  <a:lnTo>
                    <a:pt x="1972628" y="1068324"/>
                  </a:lnTo>
                  <a:cubicBezTo>
                    <a:pt x="1972628" y="1052608"/>
                    <a:pt x="1986915" y="1039654"/>
                    <a:pt x="2004441" y="1039654"/>
                  </a:cubicBezTo>
                  <a:lnTo>
                    <a:pt x="2155984" y="1039654"/>
                  </a:lnTo>
                  <a:cubicBezTo>
                    <a:pt x="2173415" y="1039654"/>
                    <a:pt x="2187797" y="1052513"/>
                    <a:pt x="2187797" y="1068324"/>
                  </a:cubicBezTo>
                  <a:lnTo>
                    <a:pt x="2187797" y="1220057"/>
                  </a:lnTo>
                  <a:close/>
                  <a:moveTo>
                    <a:pt x="2464022" y="1220057"/>
                  </a:moveTo>
                  <a:cubicBezTo>
                    <a:pt x="2464022" y="1235774"/>
                    <a:pt x="2449735" y="1248728"/>
                    <a:pt x="2432209" y="1248728"/>
                  </a:cubicBezTo>
                  <a:lnTo>
                    <a:pt x="2280666" y="1248728"/>
                  </a:lnTo>
                  <a:cubicBezTo>
                    <a:pt x="2263235" y="1248728"/>
                    <a:pt x="2248853" y="1235869"/>
                    <a:pt x="2248853" y="1220057"/>
                  </a:cubicBezTo>
                  <a:lnTo>
                    <a:pt x="2248853" y="1068324"/>
                  </a:lnTo>
                  <a:cubicBezTo>
                    <a:pt x="2248853" y="1052608"/>
                    <a:pt x="2263140" y="1039654"/>
                    <a:pt x="2280666" y="1039654"/>
                  </a:cubicBezTo>
                  <a:lnTo>
                    <a:pt x="2432209" y="1039654"/>
                  </a:lnTo>
                  <a:cubicBezTo>
                    <a:pt x="2449640" y="1039654"/>
                    <a:pt x="2464022" y="1052513"/>
                    <a:pt x="2464022" y="1068324"/>
                  </a:cubicBezTo>
                  <a:lnTo>
                    <a:pt x="2464022" y="1220057"/>
                  </a:lnTo>
                  <a:close/>
                  <a:moveTo>
                    <a:pt x="2740247" y="1220057"/>
                  </a:moveTo>
                  <a:cubicBezTo>
                    <a:pt x="2740247" y="1235774"/>
                    <a:pt x="2725960" y="1248728"/>
                    <a:pt x="2708434" y="1248728"/>
                  </a:cubicBezTo>
                  <a:lnTo>
                    <a:pt x="2556891" y="1248728"/>
                  </a:lnTo>
                  <a:cubicBezTo>
                    <a:pt x="2539460" y="1248728"/>
                    <a:pt x="2525078" y="1235869"/>
                    <a:pt x="2525078" y="1220057"/>
                  </a:cubicBezTo>
                  <a:lnTo>
                    <a:pt x="2525078" y="1068324"/>
                  </a:lnTo>
                  <a:cubicBezTo>
                    <a:pt x="2525078" y="1052608"/>
                    <a:pt x="2539365" y="1039654"/>
                    <a:pt x="2556891" y="1039654"/>
                  </a:cubicBezTo>
                  <a:lnTo>
                    <a:pt x="2708434" y="1039654"/>
                  </a:lnTo>
                  <a:cubicBezTo>
                    <a:pt x="2725865" y="1039654"/>
                    <a:pt x="2740247" y="1052513"/>
                    <a:pt x="2740247" y="1068324"/>
                  </a:cubicBezTo>
                  <a:lnTo>
                    <a:pt x="2740247" y="1220057"/>
                  </a:lnTo>
                  <a:close/>
                  <a:moveTo>
                    <a:pt x="3016472" y="1220057"/>
                  </a:moveTo>
                  <a:cubicBezTo>
                    <a:pt x="3016472" y="1235774"/>
                    <a:pt x="3002185" y="1248728"/>
                    <a:pt x="2984659" y="1248728"/>
                  </a:cubicBezTo>
                  <a:lnTo>
                    <a:pt x="2833116" y="1248728"/>
                  </a:lnTo>
                  <a:cubicBezTo>
                    <a:pt x="2815685" y="1248728"/>
                    <a:pt x="2801303" y="1235869"/>
                    <a:pt x="2801303" y="1220057"/>
                  </a:cubicBezTo>
                  <a:lnTo>
                    <a:pt x="2801303" y="1068324"/>
                  </a:lnTo>
                  <a:cubicBezTo>
                    <a:pt x="2801303" y="1052608"/>
                    <a:pt x="2815590" y="1039654"/>
                    <a:pt x="2833116" y="1039654"/>
                  </a:cubicBezTo>
                  <a:lnTo>
                    <a:pt x="2984659" y="1039654"/>
                  </a:lnTo>
                  <a:cubicBezTo>
                    <a:pt x="3002090" y="1039654"/>
                    <a:pt x="3016472" y="1052513"/>
                    <a:pt x="3016472" y="1068324"/>
                  </a:cubicBezTo>
                  <a:lnTo>
                    <a:pt x="3016472" y="1220057"/>
                  </a:lnTo>
                  <a:close/>
                  <a:moveTo>
                    <a:pt x="3292697" y="1220057"/>
                  </a:moveTo>
                  <a:cubicBezTo>
                    <a:pt x="3292697" y="1235774"/>
                    <a:pt x="3278410" y="1248728"/>
                    <a:pt x="3260884" y="1248728"/>
                  </a:cubicBezTo>
                  <a:lnTo>
                    <a:pt x="3109341" y="1248728"/>
                  </a:lnTo>
                  <a:cubicBezTo>
                    <a:pt x="3091910" y="1248728"/>
                    <a:pt x="3077528" y="1235869"/>
                    <a:pt x="3077528" y="1220057"/>
                  </a:cubicBezTo>
                  <a:lnTo>
                    <a:pt x="3077528" y="1068324"/>
                  </a:lnTo>
                  <a:cubicBezTo>
                    <a:pt x="3077528" y="1052608"/>
                    <a:pt x="3091815" y="1039654"/>
                    <a:pt x="3109341" y="1039654"/>
                  </a:cubicBezTo>
                  <a:lnTo>
                    <a:pt x="3260884" y="1039654"/>
                  </a:lnTo>
                  <a:cubicBezTo>
                    <a:pt x="3278315" y="1039654"/>
                    <a:pt x="3292697" y="1052513"/>
                    <a:pt x="3292697" y="1068324"/>
                  </a:cubicBezTo>
                  <a:lnTo>
                    <a:pt x="3292697" y="1220057"/>
                  </a:lnTo>
                  <a:close/>
                  <a:moveTo>
                    <a:pt x="3568922" y="1220057"/>
                  </a:moveTo>
                  <a:cubicBezTo>
                    <a:pt x="3568922" y="1235774"/>
                    <a:pt x="3554635" y="1248728"/>
                    <a:pt x="3537109" y="1248728"/>
                  </a:cubicBezTo>
                  <a:lnTo>
                    <a:pt x="3385566" y="1248728"/>
                  </a:lnTo>
                  <a:cubicBezTo>
                    <a:pt x="3368135" y="1248728"/>
                    <a:pt x="3353753" y="1235869"/>
                    <a:pt x="3353753" y="1220057"/>
                  </a:cubicBezTo>
                  <a:lnTo>
                    <a:pt x="3353753" y="1068324"/>
                  </a:lnTo>
                  <a:cubicBezTo>
                    <a:pt x="3353753" y="1052608"/>
                    <a:pt x="3368040" y="1039654"/>
                    <a:pt x="3385566" y="1039654"/>
                  </a:cubicBezTo>
                  <a:lnTo>
                    <a:pt x="3537109" y="1039654"/>
                  </a:lnTo>
                  <a:cubicBezTo>
                    <a:pt x="3554540" y="1039654"/>
                    <a:pt x="3568922" y="1052513"/>
                    <a:pt x="3568922" y="1068324"/>
                  </a:cubicBezTo>
                  <a:lnTo>
                    <a:pt x="3568922" y="1220057"/>
                  </a:lnTo>
                  <a:close/>
                  <a:moveTo>
                    <a:pt x="3845147" y="1220057"/>
                  </a:moveTo>
                  <a:cubicBezTo>
                    <a:pt x="3845147" y="1235774"/>
                    <a:pt x="3830860" y="1248728"/>
                    <a:pt x="3813334" y="1248728"/>
                  </a:cubicBezTo>
                  <a:lnTo>
                    <a:pt x="3661791" y="1248728"/>
                  </a:lnTo>
                  <a:cubicBezTo>
                    <a:pt x="3644360" y="1248728"/>
                    <a:pt x="3629978" y="1235869"/>
                    <a:pt x="3629978" y="1220057"/>
                  </a:cubicBezTo>
                  <a:lnTo>
                    <a:pt x="3629978" y="1068324"/>
                  </a:lnTo>
                  <a:cubicBezTo>
                    <a:pt x="3629978" y="1052608"/>
                    <a:pt x="3644265" y="1039654"/>
                    <a:pt x="3661791" y="1039654"/>
                  </a:cubicBezTo>
                  <a:lnTo>
                    <a:pt x="3813334" y="1039654"/>
                  </a:lnTo>
                  <a:cubicBezTo>
                    <a:pt x="3830765" y="1039654"/>
                    <a:pt x="3845147" y="1052513"/>
                    <a:pt x="3845147" y="1068324"/>
                  </a:cubicBezTo>
                  <a:lnTo>
                    <a:pt x="3845147" y="1220057"/>
                  </a:lnTo>
                  <a:close/>
                  <a:moveTo>
                    <a:pt x="4121372" y="1220057"/>
                  </a:moveTo>
                  <a:cubicBezTo>
                    <a:pt x="4121372" y="1235774"/>
                    <a:pt x="4107085" y="1248728"/>
                    <a:pt x="4089559" y="1248728"/>
                  </a:cubicBezTo>
                  <a:lnTo>
                    <a:pt x="3938016" y="1248728"/>
                  </a:lnTo>
                  <a:cubicBezTo>
                    <a:pt x="3920585" y="1248728"/>
                    <a:pt x="3906203" y="1235869"/>
                    <a:pt x="3906203" y="1220057"/>
                  </a:cubicBezTo>
                  <a:lnTo>
                    <a:pt x="3906203" y="1068324"/>
                  </a:lnTo>
                  <a:cubicBezTo>
                    <a:pt x="3906203" y="1052608"/>
                    <a:pt x="3920490" y="1039654"/>
                    <a:pt x="3938016" y="1039654"/>
                  </a:cubicBezTo>
                  <a:lnTo>
                    <a:pt x="4089559" y="1039654"/>
                  </a:lnTo>
                  <a:cubicBezTo>
                    <a:pt x="4106990" y="1039654"/>
                    <a:pt x="4121372" y="1052513"/>
                    <a:pt x="4121372" y="1068324"/>
                  </a:cubicBezTo>
                  <a:lnTo>
                    <a:pt x="4121372" y="1220057"/>
                  </a:lnTo>
                  <a:close/>
                  <a:moveTo>
                    <a:pt x="4397598" y="1220057"/>
                  </a:moveTo>
                  <a:cubicBezTo>
                    <a:pt x="4397598" y="1235774"/>
                    <a:pt x="4383310" y="1248728"/>
                    <a:pt x="4365784" y="1248728"/>
                  </a:cubicBezTo>
                  <a:lnTo>
                    <a:pt x="4214241" y="1248728"/>
                  </a:lnTo>
                  <a:cubicBezTo>
                    <a:pt x="4196810" y="1248728"/>
                    <a:pt x="4182428" y="1235869"/>
                    <a:pt x="4182428" y="1220057"/>
                  </a:cubicBezTo>
                  <a:lnTo>
                    <a:pt x="4182428" y="1068324"/>
                  </a:lnTo>
                  <a:cubicBezTo>
                    <a:pt x="4182428" y="1052608"/>
                    <a:pt x="4196715" y="1039654"/>
                    <a:pt x="4214241" y="1039654"/>
                  </a:cubicBezTo>
                  <a:lnTo>
                    <a:pt x="4365784" y="1039654"/>
                  </a:lnTo>
                  <a:cubicBezTo>
                    <a:pt x="4383215" y="1039654"/>
                    <a:pt x="4397598" y="1052513"/>
                    <a:pt x="4397598" y="1068324"/>
                  </a:cubicBezTo>
                  <a:lnTo>
                    <a:pt x="4397598" y="1220057"/>
                  </a:lnTo>
                  <a:close/>
                  <a:moveTo>
                    <a:pt x="4673823" y="1220057"/>
                  </a:moveTo>
                  <a:cubicBezTo>
                    <a:pt x="4673823" y="1235774"/>
                    <a:pt x="4659535" y="1248728"/>
                    <a:pt x="4642009" y="1248728"/>
                  </a:cubicBezTo>
                  <a:lnTo>
                    <a:pt x="4490466" y="1248728"/>
                  </a:lnTo>
                  <a:cubicBezTo>
                    <a:pt x="4473035" y="1248728"/>
                    <a:pt x="4458653" y="1235869"/>
                    <a:pt x="4458653" y="1220057"/>
                  </a:cubicBezTo>
                  <a:lnTo>
                    <a:pt x="4458653" y="1068324"/>
                  </a:lnTo>
                  <a:cubicBezTo>
                    <a:pt x="4458653" y="1052608"/>
                    <a:pt x="4472940" y="1039654"/>
                    <a:pt x="4490466" y="1039654"/>
                  </a:cubicBezTo>
                  <a:lnTo>
                    <a:pt x="4642009" y="1039654"/>
                  </a:lnTo>
                  <a:cubicBezTo>
                    <a:pt x="4659440" y="1039654"/>
                    <a:pt x="4673823" y="1052513"/>
                    <a:pt x="4673823" y="1068324"/>
                  </a:cubicBezTo>
                  <a:lnTo>
                    <a:pt x="4673823" y="1220057"/>
                  </a:lnTo>
                  <a:close/>
                  <a:moveTo>
                    <a:pt x="4950048" y="1220057"/>
                  </a:moveTo>
                  <a:cubicBezTo>
                    <a:pt x="4950048" y="1235774"/>
                    <a:pt x="4935760" y="1248728"/>
                    <a:pt x="4918234" y="1248728"/>
                  </a:cubicBezTo>
                  <a:lnTo>
                    <a:pt x="4766691" y="1248728"/>
                  </a:lnTo>
                  <a:cubicBezTo>
                    <a:pt x="4749260" y="1248728"/>
                    <a:pt x="4734878" y="1235869"/>
                    <a:pt x="4734878" y="1220057"/>
                  </a:cubicBezTo>
                  <a:lnTo>
                    <a:pt x="4734878" y="1068324"/>
                  </a:lnTo>
                  <a:cubicBezTo>
                    <a:pt x="4734878" y="1052608"/>
                    <a:pt x="4749165" y="1039654"/>
                    <a:pt x="4766691" y="1039654"/>
                  </a:cubicBezTo>
                  <a:lnTo>
                    <a:pt x="4918234" y="1039654"/>
                  </a:lnTo>
                  <a:cubicBezTo>
                    <a:pt x="4935665" y="1039654"/>
                    <a:pt x="4950048" y="1052513"/>
                    <a:pt x="4950048" y="1068324"/>
                  </a:cubicBezTo>
                  <a:lnTo>
                    <a:pt x="4950048" y="1220057"/>
                  </a:lnTo>
                  <a:close/>
                  <a:moveTo>
                    <a:pt x="5226273" y="1220057"/>
                  </a:moveTo>
                  <a:cubicBezTo>
                    <a:pt x="5226273" y="1235774"/>
                    <a:pt x="5211985" y="1248728"/>
                    <a:pt x="5194459" y="1248728"/>
                  </a:cubicBezTo>
                  <a:lnTo>
                    <a:pt x="5042916" y="1248728"/>
                  </a:lnTo>
                  <a:cubicBezTo>
                    <a:pt x="5025485" y="1248728"/>
                    <a:pt x="5011103" y="1235869"/>
                    <a:pt x="5011103" y="1220057"/>
                  </a:cubicBezTo>
                  <a:lnTo>
                    <a:pt x="5011103" y="1068324"/>
                  </a:lnTo>
                  <a:cubicBezTo>
                    <a:pt x="5011103" y="1052608"/>
                    <a:pt x="5025390" y="1039654"/>
                    <a:pt x="5042916" y="1039654"/>
                  </a:cubicBezTo>
                  <a:lnTo>
                    <a:pt x="5194459" y="1039654"/>
                  </a:lnTo>
                  <a:cubicBezTo>
                    <a:pt x="5211890" y="1039654"/>
                    <a:pt x="5226273" y="1052513"/>
                    <a:pt x="5226273" y="1068324"/>
                  </a:cubicBezTo>
                  <a:lnTo>
                    <a:pt x="5226273" y="1220057"/>
                  </a:lnTo>
                  <a:close/>
                  <a:moveTo>
                    <a:pt x="5538216" y="1220057"/>
                  </a:moveTo>
                  <a:cubicBezTo>
                    <a:pt x="5538216" y="1235774"/>
                    <a:pt x="5523929" y="1248728"/>
                    <a:pt x="5506403" y="1248728"/>
                  </a:cubicBezTo>
                  <a:lnTo>
                    <a:pt x="5354860" y="1248728"/>
                  </a:lnTo>
                  <a:cubicBezTo>
                    <a:pt x="5337429" y="1248728"/>
                    <a:pt x="5323046" y="1235869"/>
                    <a:pt x="5323046" y="1220057"/>
                  </a:cubicBezTo>
                  <a:lnTo>
                    <a:pt x="5323046" y="1068324"/>
                  </a:lnTo>
                  <a:cubicBezTo>
                    <a:pt x="5323046" y="1052608"/>
                    <a:pt x="5337334" y="1039654"/>
                    <a:pt x="5354860" y="1039654"/>
                  </a:cubicBezTo>
                  <a:lnTo>
                    <a:pt x="5506403" y="1039654"/>
                  </a:lnTo>
                  <a:cubicBezTo>
                    <a:pt x="5523833" y="1039654"/>
                    <a:pt x="5538216" y="1052513"/>
                    <a:pt x="5538216" y="1068324"/>
                  </a:cubicBezTo>
                  <a:lnTo>
                    <a:pt x="5538216" y="1220057"/>
                  </a:lnTo>
                  <a:close/>
                  <a:moveTo>
                    <a:pt x="5814441" y="1220057"/>
                  </a:moveTo>
                  <a:cubicBezTo>
                    <a:pt x="5814441" y="1235774"/>
                    <a:pt x="5800154" y="1248728"/>
                    <a:pt x="5782628" y="1248728"/>
                  </a:cubicBezTo>
                  <a:lnTo>
                    <a:pt x="5631085" y="1248728"/>
                  </a:lnTo>
                  <a:cubicBezTo>
                    <a:pt x="5613654" y="1248728"/>
                    <a:pt x="5599271" y="1235869"/>
                    <a:pt x="5599271" y="1220057"/>
                  </a:cubicBezTo>
                  <a:lnTo>
                    <a:pt x="5599271" y="1068324"/>
                  </a:lnTo>
                  <a:cubicBezTo>
                    <a:pt x="5599271" y="1052608"/>
                    <a:pt x="5613559" y="1039654"/>
                    <a:pt x="5631085" y="1039654"/>
                  </a:cubicBezTo>
                  <a:lnTo>
                    <a:pt x="5782628" y="1039654"/>
                  </a:lnTo>
                  <a:cubicBezTo>
                    <a:pt x="5800058" y="1039654"/>
                    <a:pt x="5814441" y="1052513"/>
                    <a:pt x="5814441" y="1068324"/>
                  </a:cubicBezTo>
                  <a:lnTo>
                    <a:pt x="5814441" y="1220057"/>
                  </a:lnTo>
                  <a:close/>
                  <a:moveTo>
                    <a:pt x="6090666" y="1220057"/>
                  </a:moveTo>
                  <a:cubicBezTo>
                    <a:pt x="6090666" y="1235774"/>
                    <a:pt x="6076379" y="1248728"/>
                    <a:pt x="6058853" y="1248728"/>
                  </a:cubicBezTo>
                  <a:lnTo>
                    <a:pt x="5907310" y="1248728"/>
                  </a:lnTo>
                  <a:cubicBezTo>
                    <a:pt x="5889879" y="1248728"/>
                    <a:pt x="5875496" y="1235869"/>
                    <a:pt x="5875496" y="1220057"/>
                  </a:cubicBezTo>
                  <a:lnTo>
                    <a:pt x="5875496" y="1068324"/>
                  </a:lnTo>
                  <a:cubicBezTo>
                    <a:pt x="5875496" y="1052608"/>
                    <a:pt x="5889784" y="1039654"/>
                    <a:pt x="5907310" y="1039654"/>
                  </a:cubicBezTo>
                  <a:lnTo>
                    <a:pt x="6058853" y="1039654"/>
                  </a:lnTo>
                  <a:cubicBezTo>
                    <a:pt x="6076283" y="1039654"/>
                    <a:pt x="6090666" y="1052513"/>
                    <a:pt x="6090666" y="1068324"/>
                  </a:cubicBezTo>
                  <a:lnTo>
                    <a:pt x="6090666" y="1220057"/>
                  </a:lnTo>
                  <a:close/>
                  <a:moveTo>
                    <a:pt x="6366891" y="1220057"/>
                  </a:moveTo>
                  <a:cubicBezTo>
                    <a:pt x="6366891" y="1235774"/>
                    <a:pt x="6352604" y="1248728"/>
                    <a:pt x="6335078" y="1248728"/>
                  </a:cubicBezTo>
                  <a:lnTo>
                    <a:pt x="6183535" y="1248728"/>
                  </a:lnTo>
                  <a:cubicBezTo>
                    <a:pt x="6166104" y="1248728"/>
                    <a:pt x="6151721" y="1235869"/>
                    <a:pt x="6151721" y="1220057"/>
                  </a:cubicBezTo>
                  <a:lnTo>
                    <a:pt x="6151721" y="1068324"/>
                  </a:lnTo>
                  <a:cubicBezTo>
                    <a:pt x="6151721" y="1052608"/>
                    <a:pt x="6166009" y="1039654"/>
                    <a:pt x="6183535" y="1039654"/>
                  </a:cubicBezTo>
                  <a:lnTo>
                    <a:pt x="6335078" y="1039654"/>
                  </a:lnTo>
                  <a:cubicBezTo>
                    <a:pt x="6352508" y="1039654"/>
                    <a:pt x="6366891" y="1052513"/>
                    <a:pt x="6366891" y="1068324"/>
                  </a:cubicBezTo>
                  <a:lnTo>
                    <a:pt x="6366891" y="1220057"/>
                  </a:lnTo>
                  <a:close/>
                  <a:moveTo>
                    <a:pt x="6643116" y="1220057"/>
                  </a:moveTo>
                  <a:cubicBezTo>
                    <a:pt x="6643116" y="1235774"/>
                    <a:pt x="6628829" y="1248728"/>
                    <a:pt x="6611303" y="1248728"/>
                  </a:cubicBezTo>
                  <a:lnTo>
                    <a:pt x="6459760" y="1248728"/>
                  </a:lnTo>
                  <a:cubicBezTo>
                    <a:pt x="6442329" y="1248728"/>
                    <a:pt x="6427946" y="1235869"/>
                    <a:pt x="6427946" y="1220057"/>
                  </a:cubicBezTo>
                  <a:lnTo>
                    <a:pt x="6427946" y="1068324"/>
                  </a:lnTo>
                  <a:cubicBezTo>
                    <a:pt x="6427946" y="1052608"/>
                    <a:pt x="6442234" y="1039654"/>
                    <a:pt x="6459760" y="1039654"/>
                  </a:cubicBezTo>
                  <a:lnTo>
                    <a:pt x="6611303" y="1039654"/>
                  </a:lnTo>
                  <a:cubicBezTo>
                    <a:pt x="6628733" y="1039654"/>
                    <a:pt x="6643116" y="1052513"/>
                    <a:pt x="6643116" y="1068324"/>
                  </a:cubicBezTo>
                  <a:lnTo>
                    <a:pt x="6643116" y="1220057"/>
                  </a:lnTo>
                  <a:close/>
                  <a:moveTo>
                    <a:pt x="6919341" y="1220057"/>
                  </a:moveTo>
                  <a:cubicBezTo>
                    <a:pt x="6919341" y="1235774"/>
                    <a:pt x="6905054" y="1248728"/>
                    <a:pt x="6887528" y="1248728"/>
                  </a:cubicBezTo>
                  <a:lnTo>
                    <a:pt x="6735985" y="1248728"/>
                  </a:lnTo>
                  <a:cubicBezTo>
                    <a:pt x="6718554" y="1248728"/>
                    <a:pt x="6704171" y="1235869"/>
                    <a:pt x="6704171" y="1220057"/>
                  </a:cubicBezTo>
                  <a:lnTo>
                    <a:pt x="6704171" y="1068324"/>
                  </a:lnTo>
                  <a:cubicBezTo>
                    <a:pt x="6704171" y="1052608"/>
                    <a:pt x="6718459" y="1039654"/>
                    <a:pt x="6735985" y="1039654"/>
                  </a:cubicBezTo>
                  <a:lnTo>
                    <a:pt x="6887528" y="1039654"/>
                  </a:lnTo>
                  <a:cubicBezTo>
                    <a:pt x="6904958" y="1039654"/>
                    <a:pt x="6919341" y="1052513"/>
                    <a:pt x="6919341" y="1068324"/>
                  </a:cubicBezTo>
                  <a:lnTo>
                    <a:pt x="6919341" y="1220057"/>
                  </a:lnTo>
                  <a:close/>
                  <a:moveTo>
                    <a:pt x="7195566" y="1220057"/>
                  </a:moveTo>
                  <a:cubicBezTo>
                    <a:pt x="7195566" y="1235774"/>
                    <a:pt x="7181279" y="1248728"/>
                    <a:pt x="7163753" y="1248728"/>
                  </a:cubicBezTo>
                  <a:lnTo>
                    <a:pt x="7012210" y="1248728"/>
                  </a:lnTo>
                  <a:cubicBezTo>
                    <a:pt x="6994779" y="1248728"/>
                    <a:pt x="6980396" y="1235869"/>
                    <a:pt x="6980396" y="1220057"/>
                  </a:cubicBezTo>
                  <a:lnTo>
                    <a:pt x="6980396" y="1068324"/>
                  </a:lnTo>
                  <a:cubicBezTo>
                    <a:pt x="6980396" y="1052608"/>
                    <a:pt x="6994684" y="1039654"/>
                    <a:pt x="7012210" y="1039654"/>
                  </a:cubicBezTo>
                  <a:lnTo>
                    <a:pt x="7163753" y="1039654"/>
                  </a:lnTo>
                  <a:cubicBezTo>
                    <a:pt x="7181183" y="1039654"/>
                    <a:pt x="7195566" y="1052513"/>
                    <a:pt x="7195566" y="1068324"/>
                  </a:cubicBezTo>
                  <a:lnTo>
                    <a:pt x="7195566" y="1220057"/>
                  </a:lnTo>
                  <a:close/>
                  <a:moveTo>
                    <a:pt x="7471791" y="1220057"/>
                  </a:moveTo>
                  <a:cubicBezTo>
                    <a:pt x="7471791" y="1235774"/>
                    <a:pt x="7457504" y="1248728"/>
                    <a:pt x="7439978" y="1248728"/>
                  </a:cubicBezTo>
                  <a:lnTo>
                    <a:pt x="7288435" y="1248728"/>
                  </a:lnTo>
                  <a:cubicBezTo>
                    <a:pt x="7271004" y="1248728"/>
                    <a:pt x="7256621" y="1235869"/>
                    <a:pt x="7256621" y="1220057"/>
                  </a:cubicBezTo>
                  <a:lnTo>
                    <a:pt x="7256621" y="1068324"/>
                  </a:lnTo>
                  <a:cubicBezTo>
                    <a:pt x="7256621" y="1052608"/>
                    <a:pt x="7270909" y="1039654"/>
                    <a:pt x="7288435" y="1039654"/>
                  </a:cubicBezTo>
                  <a:lnTo>
                    <a:pt x="7439978" y="1039654"/>
                  </a:lnTo>
                  <a:cubicBezTo>
                    <a:pt x="7457408" y="1039654"/>
                    <a:pt x="7471791" y="1052513"/>
                    <a:pt x="7471791" y="1068324"/>
                  </a:cubicBezTo>
                  <a:lnTo>
                    <a:pt x="7471791" y="1220057"/>
                  </a:lnTo>
                  <a:close/>
                  <a:moveTo>
                    <a:pt x="7748016" y="1220057"/>
                  </a:moveTo>
                  <a:cubicBezTo>
                    <a:pt x="7748016" y="1235774"/>
                    <a:pt x="7733729" y="1248728"/>
                    <a:pt x="7716203" y="1248728"/>
                  </a:cubicBezTo>
                  <a:lnTo>
                    <a:pt x="7564660" y="1248728"/>
                  </a:lnTo>
                  <a:cubicBezTo>
                    <a:pt x="7547229" y="1248728"/>
                    <a:pt x="7532846" y="1235869"/>
                    <a:pt x="7532846" y="1220057"/>
                  </a:cubicBezTo>
                  <a:lnTo>
                    <a:pt x="7532846" y="1068324"/>
                  </a:lnTo>
                  <a:cubicBezTo>
                    <a:pt x="7532846" y="1052608"/>
                    <a:pt x="7547134" y="1039654"/>
                    <a:pt x="7564660" y="1039654"/>
                  </a:cubicBezTo>
                  <a:lnTo>
                    <a:pt x="7716203" y="1039654"/>
                  </a:lnTo>
                  <a:cubicBezTo>
                    <a:pt x="7733633" y="1039654"/>
                    <a:pt x="7748016" y="1052513"/>
                    <a:pt x="7748016" y="1068324"/>
                  </a:cubicBezTo>
                  <a:lnTo>
                    <a:pt x="7748016" y="1220057"/>
                  </a:lnTo>
                  <a:close/>
                  <a:moveTo>
                    <a:pt x="8024241" y="1220057"/>
                  </a:moveTo>
                  <a:cubicBezTo>
                    <a:pt x="8024241" y="1235774"/>
                    <a:pt x="8009954" y="1248728"/>
                    <a:pt x="7992428" y="1248728"/>
                  </a:cubicBezTo>
                  <a:lnTo>
                    <a:pt x="7840885" y="1248728"/>
                  </a:lnTo>
                  <a:cubicBezTo>
                    <a:pt x="7823454" y="1248728"/>
                    <a:pt x="7809071" y="1235869"/>
                    <a:pt x="7809071" y="1220057"/>
                  </a:cubicBezTo>
                  <a:lnTo>
                    <a:pt x="7809071" y="1068324"/>
                  </a:lnTo>
                  <a:cubicBezTo>
                    <a:pt x="7809071" y="1052608"/>
                    <a:pt x="7823359" y="1039654"/>
                    <a:pt x="7840885" y="1039654"/>
                  </a:cubicBezTo>
                  <a:lnTo>
                    <a:pt x="7992428" y="1039654"/>
                  </a:lnTo>
                  <a:cubicBezTo>
                    <a:pt x="8009858" y="1039654"/>
                    <a:pt x="8024241" y="1052513"/>
                    <a:pt x="8024241" y="1068324"/>
                  </a:cubicBezTo>
                  <a:lnTo>
                    <a:pt x="8024241" y="1220057"/>
                  </a:lnTo>
                  <a:close/>
                  <a:moveTo>
                    <a:pt x="8300466" y="1220057"/>
                  </a:moveTo>
                  <a:cubicBezTo>
                    <a:pt x="8300466" y="1235774"/>
                    <a:pt x="8286179" y="1248728"/>
                    <a:pt x="8268653" y="1248728"/>
                  </a:cubicBezTo>
                  <a:lnTo>
                    <a:pt x="8117110" y="1248728"/>
                  </a:lnTo>
                  <a:cubicBezTo>
                    <a:pt x="8099679" y="1248728"/>
                    <a:pt x="8085296" y="1235869"/>
                    <a:pt x="8085296" y="1220057"/>
                  </a:cubicBezTo>
                  <a:lnTo>
                    <a:pt x="8085296" y="1068324"/>
                  </a:lnTo>
                  <a:cubicBezTo>
                    <a:pt x="8085296" y="1052608"/>
                    <a:pt x="8099584" y="1039654"/>
                    <a:pt x="8117110" y="1039654"/>
                  </a:cubicBezTo>
                  <a:lnTo>
                    <a:pt x="8268653" y="1039654"/>
                  </a:lnTo>
                  <a:cubicBezTo>
                    <a:pt x="8286083" y="1039654"/>
                    <a:pt x="8300466" y="1052513"/>
                    <a:pt x="8300466" y="1068324"/>
                  </a:cubicBezTo>
                  <a:lnTo>
                    <a:pt x="8300466" y="1220057"/>
                  </a:lnTo>
                  <a:close/>
                  <a:moveTo>
                    <a:pt x="8576691" y="1220057"/>
                  </a:moveTo>
                  <a:cubicBezTo>
                    <a:pt x="8576691" y="1235774"/>
                    <a:pt x="8562404" y="1248728"/>
                    <a:pt x="8544877" y="1248728"/>
                  </a:cubicBezTo>
                  <a:lnTo>
                    <a:pt x="8393335" y="1248728"/>
                  </a:lnTo>
                  <a:cubicBezTo>
                    <a:pt x="8375904" y="1248728"/>
                    <a:pt x="8361521" y="1235869"/>
                    <a:pt x="8361521" y="1220057"/>
                  </a:cubicBezTo>
                  <a:lnTo>
                    <a:pt x="8361521" y="1068324"/>
                  </a:lnTo>
                  <a:cubicBezTo>
                    <a:pt x="8361521" y="1052608"/>
                    <a:pt x="8375809" y="1039654"/>
                    <a:pt x="8393335" y="1039654"/>
                  </a:cubicBezTo>
                  <a:lnTo>
                    <a:pt x="8544877" y="1039654"/>
                  </a:lnTo>
                  <a:cubicBezTo>
                    <a:pt x="8562308" y="1039654"/>
                    <a:pt x="8576691" y="1052513"/>
                    <a:pt x="8576691" y="1068324"/>
                  </a:cubicBezTo>
                  <a:lnTo>
                    <a:pt x="8576691" y="1220057"/>
                  </a:lnTo>
                  <a:close/>
                  <a:moveTo>
                    <a:pt x="8852916" y="1220057"/>
                  </a:moveTo>
                  <a:cubicBezTo>
                    <a:pt x="8852916" y="1235774"/>
                    <a:pt x="8838629" y="1248728"/>
                    <a:pt x="8821102" y="1248728"/>
                  </a:cubicBezTo>
                  <a:lnTo>
                    <a:pt x="8669560" y="1248728"/>
                  </a:lnTo>
                  <a:cubicBezTo>
                    <a:pt x="8652129" y="1248728"/>
                    <a:pt x="8637746" y="1235869"/>
                    <a:pt x="8637746" y="1220057"/>
                  </a:cubicBezTo>
                  <a:lnTo>
                    <a:pt x="8637746" y="1068324"/>
                  </a:lnTo>
                  <a:cubicBezTo>
                    <a:pt x="8637746" y="1052608"/>
                    <a:pt x="8652034" y="1039654"/>
                    <a:pt x="8669560" y="1039654"/>
                  </a:cubicBezTo>
                  <a:lnTo>
                    <a:pt x="8821102" y="1039654"/>
                  </a:lnTo>
                  <a:cubicBezTo>
                    <a:pt x="8838533" y="1039654"/>
                    <a:pt x="8852916" y="1052513"/>
                    <a:pt x="8852916" y="1068324"/>
                  </a:cubicBezTo>
                  <a:lnTo>
                    <a:pt x="8852916" y="1220057"/>
                  </a:lnTo>
                  <a:close/>
                  <a:moveTo>
                    <a:pt x="9129141" y="1220057"/>
                  </a:moveTo>
                  <a:cubicBezTo>
                    <a:pt x="9129141" y="1235774"/>
                    <a:pt x="9114854" y="1248728"/>
                    <a:pt x="9097327" y="1248728"/>
                  </a:cubicBezTo>
                  <a:lnTo>
                    <a:pt x="8945785" y="1248728"/>
                  </a:lnTo>
                  <a:cubicBezTo>
                    <a:pt x="8928354" y="1248728"/>
                    <a:pt x="8913971" y="1235869"/>
                    <a:pt x="8913971" y="1220057"/>
                  </a:cubicBezTo>
                  <a:lnTo>
                    <a:pt x="8913971" y="1068324"/>
                  </a:lnTo>
                  <a:cubicBezTo>
                    <a:pt x="8913971" y="1052608"/>
                    <a:pt x="8928259" y="1039654"/>
                    <a:pt x="8945785" y="1039654"/>
                  </a:cubicBezTo>
                  <a:lnTo>
                    <a:pt x="9097327" y="1039654"/>
                  </a:lnTo>
                  <a:cubicBezTo>
                    <a:pt x="9114758" y="1039654"/>
                    <a:pt x="9129141" y="1052513"/>
                    <a:pt x="9129141" y="1068324"/>
                  </a:cubicBezTo>
                  <a:lnTo>
                    <a:pt x="9129141" y="1220057"/>
                  </a:lnTo>
                  <a:close/>
                  <a:moveTo>
                    <a:pt x="9405366" y="1220057"/>
                  </a:moveTo>
                  <a:cubicBezTo>
                    <a:pt x="9405366" y="1235774"/>
                    <a:pt x="9391079" y="1248728"/>
                    <a:pt x="9373552" y="1248728"/>
                  </a:cubicBezTo>
                  <a:lnTo>
                    <a:pt x="9222010" y="1248728"/>
                  </a:lnTo>
                  <a:cubicBezTo>
                    <a:pt x="9204579" y="1248728"/>
                    <a:pt x="9190196" y="1235869"/>
                    <a:pt x="9190196" y="1220057"/>
                  </a:cubicBezTo>
                  <a:lnTo>
                    <a:pt x="9190196" y="1068324"/>
                  </a:lnTo>
                  <a:cubicBezTo>
                    <a:pt x="9190196" y="1052608"/>
                    <a:pt x="9204484" y="1039654"/>
                    <a:pt x="9222010" y="1039654"/>
                  </a:cubicBezTo>
                  <a:lnTo>
                    <a:pt x="9373552" y="1039654"/>
                  </a:lnTo>
                  <a:cubicBezTo>
                    <a:pt x="9390983" y="1039654"/>
                    <a:pt x="9405366" y="1052513"/>
                    <a:pt x="9405366" y="1068324"/>
                  </a:cubicBezTo>
                  <a:lnTo>
                    <a:pt x="9405366" y="1220057"/>
                  </a:lnTo>
                  <a:close/>
                  <a:moveTo>
                    <a:pt x="9681591" y="1220057"/>
                  </a:moveTo>
                  <a:cubicBezTo>
                    <a:pt x="9681591" y="1235774"/>
                    <a:pt x="9667304" y="1248728"/>
                    <a:pt x="9649777" y="1248728"/>
                  </a:cubicBezTo>
                  <a:lnTo>
                    <a:pt x="9498235" y="1248728"/>
                  </a:lnTo>
                  <a:cubicBezTo>
                    <a:pt x="9480804" y="1248728"/>
                    <a:pt x="9466421" y="1235869"/>
                    <a:pt x="9466421" y="1220057"/>
                  </a:cubicBezTo>
                  <a:lnTo>
                    <a:pt x="9466421" y="1068324"/>
                  </a:lnTo>
                  <a:cubicBezTo>
                    <a:pt x="9466421" y="1052608"/>
                    <a:pt x="9480709" y="1039654"/>
                    <a:pt x="9498235" y="1039654"/>
                  </a:cubicBezTo>
                  <a:lnTo>
                    <a:pt x="9649777" y="1039654"/>
                  </a:lnTo>
                  <a:cubicBezTo>
                    <a:pt x="9667208" y="1039654"/>
                    <a:pt x="9681591" y="1052513"/>
                    <a:pt x="9681591" y="1068324"/>
                  </a:cubicBezTo>
                  <a:lnTo>
                    <a:pt x="9681591" y="1220057"/>
                  </a:lnTo>
                  <a:close/>
                  <a:moveTo>
                    <a:pt x="9957815" y="1220057"/>
                  </a:moveTo>
                  <a:cubicBezTo>
                    <a:pt x="9957815" y="1235774"/>
                    <a:pt x="9943528" y="1248728"/>
                    <a:pt x="9926002" y="1248728"/>
                  </a:cubicBezTo>
                  <a:lnTo>
                    <a:pt x="9774459" y="1248728"/>
                  </a:lnTo>
                  <a:cubicBezTo>
                    <a:pt x="9757029" y="1248728"/>
                    <a:pt x="9742646" y="1235869"/>
                    <a:pt x="9742646" y="1220057"/>
                  </a:cubicBezTo>
                  <a:lnTo>
                    <a:pt x="9742646" y="1068324"/>
                  </a:lnTo>
                  <a:cubicBezTo>
                    <a:pt x="9742646" y="1052608"/>
                    <a:pt x="9756934" y="1039654"/>
                    <a:pt x="9774459" y="1039654"/>
                  </a:cubicBezTo>
                  <a:lnTo>
                    <a:pt x="9926002" y="1039654"/>
                  </a:lnTo>
                  <a:cubicBezTo>
                    <a:pt x="9943434" y="1039654"/>
                    <a:pt x="9957815" y="1052513"/>
                    <a:pt x="9957815" y="1068324"/>
                  </a:cubicBezTo>
                  <a:lnTo>
                    <a:pt x="9957815" y="1220057"/>
                  </a:lnTo>
                  <a:close/>
                  <a:moveTo>
                    <a:pt x="10234040" y="1220057"/>
                  </a:moveTo>
                  <a:cubicBezTo>
                    <a:pt x="10234040" y="1235774"/>
                    <a:pt x="10219753" y="1248728"/>
                    <a:pt x="10202227" y="1248728"/>
                  </a:cubicBezTo>
                  <a:lnTo>
                    <a:pt x="10050684" y="1248728"/>
                  </a:lnTo>
                  <a:cubicBezTo>
                    <a:pt x="10033254" y="1248728"/>
                    <a:pt x="10018871" y="1235869"/>
                    <a:pt x="10018871" y="1220057"/>
                  </a:cubicBezTo>
                  <a:lnTo>
                    <a:pt x="10018871" y="1068324"/>
                  </a:lnTo>
                  <a:cubicBezTo>
                    <a:pt x="10018871" y="1052608"/>
                    <a:pt x="10033159" y="1039654"/>
                    <a:pt x="10050684" y="1039654"/>
                  </a:cubicBezTo>
                  <a:lnTo>
                    <a:pt x="10202227" y="1039654"/>
                  </a:lnTo>
                  <a:cubicBezTo>
                    <a:pt x="10219659" y="1039654"/>
                    <a:pt x="10234040" y="1052513"/>
                    <a:pt x="10234040" y="1068324"/>
                  </a:cubicBezTo>
                  <a:lnTo>
                    <a:pt x="10234040" y="1220057"/>
                  </a:lnTo>
                  <a:close/>
                  <a:moveTo>
                    <a:pt x="10510265" y="1220057"/>
                  </a:moveTo>
                  <a:cubicBezTo>
                    <a:pt x="10510265" y="1235774"/>
                    <a:pt x="10495978" y="1248728"/>
                    <a:pt x="10478452" y="1248728"/>
                  </a:cubicBezTo>
                  <a:lnTo>
                    <a:pt x="10326909" y="1248728"/>
                  </a:lnTo>
                  <a:cubicBezTo>
                    <a:pt x="10309479" y="1248728"/>
                    <a:pt x="10295096" y="1235869"/>
                    <a:pt x="10295096" y="1220057"/>
                  </a:cubicBezTo>
                  <a:lnTo>
                    <a:pt x="10295096" y="1068324"/>
                  </a:lnTo>
                  <a:cubicBezTo>
                    <a:pt x="10295096" y="1052608"/>
                    <a:pt x="10309384" y="1039654"/>
                    <a:pt x="10326909" y="1039654"/>
                  </a:cubicBezTo>
                  <a:lnTo>
                    <a:pt x="10478452" y="1039654"/>
                  </a:lnTo>
                  <a:cubicBezTo>
                    <a:pt x="10495884" y="1039654"/>
                    <a:pt x="10510265" y="1052513"/>
                    <a:pt x="10510265" y="1068324"/>
                  </a:cubicBezTo>
                  <a:lnTo>
                    <a:pt x="10510265" y="1220057"/>
                  </a:lnTo>
                  <a:close/>
                  <a:moveTo>
                    <a:pt x="10313766" y="63056"/>
                  </a:moveTo>
                  <a:cubicBezTo>
                    <a:pt x="10313766" y="47339"/>
                    <a:pt x="10328053" y="34385"/>
                    <a:pt x="10345579" y="34385"/>
                  </a:cubicBezTo>
                  <a:lnTo>
                    <a:pt x="10497122" y="34385"/>
                  </a:lnTo>
                  <a:cubicBezTo>
                    <a:pt x="10514552" y="34385"/>
                    <a:pt x="10528935" y="47244"/>
                    <a:pt x="10528935" y="63056"/>
                  </a:cubicBezTo>
                  <a:lnTo>
                    <a:pt x="10528935" y="214789"/>
                  </a:lnTo>
                  <a:cubicBezTo>
                    <a:pt x="10528935" y="230505"/>
                    <a:pt x="10514648" y="243459"/>
                    <a:pt x="10497122" y="243459"/>
                  </a:cubicBezTo>
                  <a:lnTo>
                    <a:pt x="10345579" y="243459"/>
                  </a:lnTo>
                  <a:cubicBezTo>
                    <a:pt x="10328147" y="243459"/>
                    <a:pt x="10313766" y="230600"/>
                    <a:pt x="10313766" y="214789"/>
                  </a:cubicBezTo>
                  <a:lnTo>
                    <a:pt x="10313766" y="62960"/>
                  </a:lnTo>
                  <a:close/>
                  <a:moveTo>
                    <a:pt x="10037541" y="63056"/>
                  </a:moveTo>
                  <a:cubicBezTo>
                    <a:pt x="10037541" y="47339"/>
                    <a:pt x="10051828" y="34385"/>
                    <a:pt x="10069354" y="34385"/>
                  </a:cubicBezTo>
                  <a:lnTo>
                    <a:pt x="10220897" y="34385"/>
                  </a:lnTo>
                  <a:cubicBezTo>
                    <a:pt x="10238327" y="34385"/>
                    <a:pt x="10252710" y="47244"/>
                    <a:pt x="10252710" y="63056"/>
                  </a:cubicBezTo>
                  <a:lnTo>
                    <a:pt x="10252710" y="214789"/>
                  </a:lnTo>
                  <a:cubicBezTo>
                    <a:pt x="10252710" y="230505"/>
                    <a:pt x="10238423" y="243459"/>
                    <a:pt x="10220897" y="243459"/>
                  </a:cubicBezTo>
                  <a:lnTo>
                    <a:pt x="10069354" y="243459"/>
                  </a:lnTo>
                  <a:cubicBezTo>
                    <a:pt x="10051922" y="243459"/>
                    <a:pt x="10037541" y="230600"/>
                    <a:pt x="10037541" y="214789"/>
                  </a:cubicBezTo>
                  <a:lnTo>
                    <a:pt x="10037541" y="62960"/>
                  </a:lnTo>
                  <a:close/>
                  <a:moveTo>
                    <a:pt x="9761316" y="63056"/>
                  </a:moveTo>
                  <a:cubicBezTo>
                    <a:pt x="9761316" y="47339"/>
                    <a:pt x="9775603" y="34385"/>
                    <a:pt x="9793129" y="34385"/>
                  </a:cubicBezTo>
                  <a:lnTo>
                    <a:pt x="9944672" y="34385"/>
                  </a:lnTo>
                  <a:cubicBezTo>
                    <a:pt x="9962102" y="34385"/>
                    <a:pt x="9976485" y="47244"/>
                    <a:pt x="9976485" y="63056"/>
                  </a:cubicBezTo>
                  <a:lnTo>
                    <a:pt x="9976485" y="214789"/>
                  </a:lnTo>
                  <a:cubicBezTo>
                    <a:pt x="9976485" y="230505"/>
                    <a:pt x="9962198" y="243459"/>
                    <a:pt x="9944672" y="243459"/>
                  </a:cubicBezTo>
                  <a:lnTo>
                    <a:pt x="9793129" y="243459"/>
                  </a:lnTo>
                  <a:cubicBezTo>
                    <a:pt x="9775697" y="243459"/>
                    <a:pt x="9761316" y="230600"/>
                    <a:pt x="9761316" y="214789"/>
                  </a:cubicBezTo>
                  <a:lnTo>
                    <a:pt x="9761316" y="62960"/>
                  </a:lnTo>
                  <a:close/>
                  <a:moveTo>
                    <a:pt x="9485090" y="63056"/>
                  </a:moveTo>
                  <a:cubicBezTo>
                    <a:pt x="9485090" y="47339"/>
                    <a:pt x="9499378" y="34385"/>
                    <a:pt x="9516904" y="34385"/>
                  </a:cubicBezTo>
                  <a:lnTo>
                    <a:pt x="9668446" y="34385"/>
                  </a:lnTo>
                  <a:cubicBezTo>
                    <a:pt x="9685877" y="34385"/>
                    <a:pt x="9700260" y="47244"/>
                    <a:pt x="9700260" y="63056"/>
                  </a:cubicBezTo>
                  <a:lnTo>
                    <a:pt x="9700260" y="214789"/>
                  </a:lnTo>
                  <a:cubicBezTo>
                    <a:pt x="9700260" y="230505"/>
                    <a:pt x="9685973" y="243459"/>
                    <a:pt x="9668446" y="243459"/>
                  </a:cubicBezTo>
                  <a:lnTo>
                    <a:pt x="9516904" y="243459"/>
                  </a:lnTo>
                  <a:cubicBezTo>
                    <a:pt x="9499473" y="243459"/>
                    <a:pt x="9485090" y="230600"/>
                    <a:pt x="9485090" y="214789"/>
                  </a:cubicBezTo>
                  <a:lnTo>
                    <a:pt x="9485090" y="62960"/>
                  </a:lnTo>
                  <a:close/>
                  <a:moveTo>
                    <a:pt x="9208865" y="63056"/>
                  </a:moveTo>
                  <a:cubicBezTo>
                    <a:pt x="9208865" y="47339"/>
                    <a:pt x="9223153" y="34385"/>
                    <a:pt x="9240679" y="34385"/>
                  </a:cubicBezTo>
                  <a:lnTo>
                    <a:pt x="9392221" y="34385"/>
                  </a:lnTo>
                  <a:cubicBezTo>
                    <a:pt x="9409652" y="34385"/>
                    <a:pt x="9424035" y="47244"/>
                    <a:pt x="9424035" y="63056"/>
                  </a:cubicBezTo>
                  <a:lnTo>
                    <a:pt x="9424035" y="214789"/>
                  </a:lnTo>
                  <a:cubicBezTo>
                    <a:pt x="9424035" y="230505"/>
                    <a:pt x="9409748" y="243459"/>
                    <a:pt x="9392221" y="243459"/>
                  </a:cubicBezTo>
                  <a:lnTo>
                    <a:pt x="9240679" y="243459"/>
                  </a:lnTo>
                  <a:cubicBezTo>
                    <a:pt x="9223248" y="243459"/>
                    <a:pt x="9208865" y="230600"/>
                    <a:pt x="9208865" y="214789"/>
                  </a:cubicBezTo>
                  <a:lnTo>
                    <a:pt x="9208865" y="62960"/>
                  </a:lnTo>
                  <a:close/>
                  <a:moveTo>
                    <a:pt x="8932640" y="63056"/>
                  </a:moveTo>
                  <a:cubicBezTo>
                    <a:pt x="8932640" y="47339"/>
                    <a:pt x="8946928" y="34385"/>
                    <a:pt x="8964454" y="34385"/>
                  </a:cubicBezTo>
                  <a:lnTo>
                    <a:pt x="9115996" y="34385"/>
                  </a:lnTo>
                  <a:cubicBezTo>
                    <a:pt x="9133427" y="34385"/>
                    <a:pt x="9147810" y="47244"/>
                    <a:pt x="9147810" y="63056"/>
                  </a:cubicBezTo>
                  <a:lnTo>
                    <a:pt x="9147810" y="214789"/>
                  </a:lnTo>
                  <a:cubicBezTo>
                    <a:pt x="9147810" y="230505"/>
                    <a:pt x="9133523" y="243459"/>
                    <a:pt x="9115996" y="243459"/>
                  </a:cubicBezTo>
                  <a:lnTo>
                    <a:pt x="8964454" y="243459"/>
                  </a:lnTo>
                  <a:cubicBezTo>
                    <a:pt x="8947023" y="243459"/>
                    <a:pt x="8932640" y="230600"/>
                    <a:pt x="8932640" y="214789"/>
                  </a:cubicBezTo>
                  <a:lnTo>
                    <a:pt x="8932640" y="62960"/>
                  </a:lnTo>
                  <a:close/>
                  <a:moveTo>
                    <a:pt x="8656415" y="63056"/>
                  </a:moveTo>
                  <a:cubicBezTo>
                    <a:pt x="8656415" y="47339"/>
                    <a:pt x="8670703" y="34385"/>
                    <a:pt x="8688229" y="34385"/>
                  </a:cubicBezTo>
                  <a:lnTo>
                    <a:pt x="8839771" y="34385"/>
                  </a:lnTo>
                  <a:cubicBezTo>
                    <a:pt x="8857202" y="34385"/>
                    <a:pt x="8871585" y="47244"/>
                    <a:pt x="8871585" y="63056"/>
                  </a:cubicBezTo>
                  <a:lnTo>
                    <a:pt x="8871585" y="214789"/>
                  </a:lnTo>
                  <a:cubicBezTo>
                    <a:pt x="8871585" y="230505"/>
                    <a:pt x="8857298" y="243459"/>
                    <a:pt x="8839771" y="243459"/>
                  </a:cubicBezTo>
                  <a:lnTo>
                    <a:pt x="8688229" y="243459"/>
                  </a:lnTo>
                  <a:cubicBezTo>
                    <a:pt x="8670798" y="243459"/>
                    <a:pt x="8656415" y="230600"/>
                    <a:pt x="8656415" y="214789"/>
                  </a:cubicBezTo>
                  <a:lnTo>
                    <a:pt x="8656415" y="62960"/>
                  </a:lnTo>
                  <a:close/>
                  <a:moveTo>
                    <a:pt x="8380190" y="63056"/>
                  </a:moveTo>
                  <a:cubicBezTo>
                    <a:pt x="8380190" y="47339"/>
                    <a:pt x="8394478" y="34385"/>
                    <a:pt x="8412004" y="34385"/>
                  </a:cubicBezTo>
                  <a:lnTo>
                    <a:pt x="8563546" y="34385"/>
                  </a:lnTo>
                  <a:cubicBezTo>
                    <a:pt x="8580977" y="34385"/>
                    <a:pt x="8595360" y="47244"/>
                    <a:pt x="8595360" y="63056"/>
                  </a:cubicBezTo>
                  <a:lnTo>
                    <a:pt x="8595360" y="214789"/>
                  </a:lnTo>
                  <a:cubicBezTo>
                    <a:pt x="8595360" y="230505"/>
                    <a:pt x="8581073" y="243459"/>
                    <a:pt x="8563546" y="243459"/>
                  </a:cubicBezTo>
                  <a:lnTo>
                    <a:pt x="8412004" y="243459"/>
                  </a:lnTo>
                  <a:cubicBezTo>
                    <a:pt x="8394573" y="243459"/>
                    <a:pt x="8380190" y="230600"/>
                    <a:pt x="8380190" y="214789"/>
                  </a:cubicBezTo>
                  <a:lnTo>
                    <a:pt x="8380190" y="62960"/>
                  </a:lnTo>
                  <a:close/>
                  <a:moveTo>
                    <a:pt x="8103965" y="63056"/>
                  </a:moveTo>
                  <a:cubicBezTo>
                    <a:pt x="8103965" y="47339"/>
                    <a:pt x="8118253" y="34385"/>
                    <a:pt x="8135779" y="34385"/>
                  </a:cubicBezTo>
                  <a:lnTo>
                    <a:pt x="8287322" y="34385"/>
                  </a:lnTo>
                  <a:cubicBezTo>
                    <a:pt x="8304753" y="34385"/>
                    <a:pt x="8319135" y="47244"/>
                    <a:pt x="8319135" y="63056"/>
                  </a:cubicBezTo>
                  <a:lnTo>
                    <a:pt x="8319135" y="214789"/>
                  </a:lnTo>
                  <a:cubicBezTo>
                    <a:pt x="8319135" y="230505"/>
                    <a:pt x="8304848" y="243459"/>
                    <a:pt x="8287322" y="243459"/>
                  </a:cubicBezTo>
                  <a:lnTo>
                    <a:pt x="8135779" y="243459"/>
                  </a:lnTo>
                  <a:cubicBezTo>
                    <a:pt x="8118348" y="243459"/>
                    <a:pt x="8103965" y="230600"/>
                    <a:pt x="8103965" y="214789"/>
                  </a:cubicBezTo>
                  <a:lnTo>
                    <a:pt x="8103965" y="62960"/>
                  </a:lnTo>
                  <a:close/>
                  <a:moveTo>
                    <a:pt x="7827740" y="63056"/>
                  </a:moveTo>
                  <a:cubicBezTo>
                    <a:pt x="7827740" y="47339"/>
                    <a:pt x="7842028" y="34385"/>
                    <a:pt x="7859554" y="34385"/>
                  </a:cubicBezTo>
                  <a:lnTo>
                    <a:pt x="8011097" y="34385"/>
                  </a:lnTo>
                  <a:cubicBezTo>
                    <a:pt x="8028528" y="34385"/>
                    <a:pt x="8042910" y="47244"/>
                    <a:pt x="8042910" y="63056"/>
                  </a:cubicBezTo>
                  <a:lnTo>
                    <a:pt x="8042910" y="214789"/>
                  </a:lnTo>
                  <a:cubicBezTo>
                    <a:pt x="8042910" y="230505"/>
                    <a:pt x="8028623" y="243459"/>
                    <a:pt x="8011097" y="243459"/>
                  </a:cubicBezTo>
                  <a:lnTo>
                    <a:pt x="7859554" y="243459"/>
                  </a:lnTo>
                  <a:cubicBezTo>
                    <a:pt x="7842123" y="243459"/>
                    <a:pt x="7827740" y="230600"/>
                    <a:pt x="7827740" y="214789"/>
                  </a:cubicBezTo>
                  <a:lnTo>
                    <a:pt x="7827740" y="62960"/>
                  </a:lnTo>
                  <a:close/>
                  <a:moveTo>
                    <a:pt x="7551515" y="63056"/>
                  </a:moveTo>
                  <a:cubicBezTo>
                    <a:pt x="7551515" y="47339"/>
                    <a:pt x="7565803" y="34385"/>
                    <a:pt x="7583329" y="34385"/>
                  </a:cubicBezTo>
                  <a:lnTo>
                    <a:pt x="7734872" y="34385"/>
                  </a:lnTo>
                  <a:cubicBezTo>
                    <a:pt x="7752303" y="34385"/>
                    <a:pt x="7766685" y="47244"/>
                    <a:pt x="7766685" y="63056"/>
                  </a:cubicBezTo>
                  <a:lnTo>
                    <a:pt x="7766685" y="214789"/>
                  </a:lnTo>
                  <a:cubicBezTo>
                    <a:pt x="7766685" y="230505"/>
                    <a:pt x="7752398" y="243459"/>
                    <a:pt x="7734872" y="243459"/>
                  </a:cubicBezTo>
                  <a:lnTo>
                    <a:pt x="7583329" y="243459"/>
                  </a:lnTo>
                  <a:cubicBezTo>
                    <a:pt x="7565898" y="243459"/>
                    <a:pt x="7551515" y="230600"/>
                    <a:pt x="7551515" y="214789"/>
                  </a:cubicBezTo>
                  <a:lnTo>
                    <a:pt x="7551515" y="62960"/>
                  </a:lnTo>
                  <a:close/>
                  <a:moveTo>
                    <a:pt x="7275290" y="63056"/>
                  </a:moveTo>
                  <a:cubicBezTo>
                    <a:pt x="7275290" y="47339"/>
                    <a:pt x="7289578" y="34385"/>
                    <a:pt x="7307104" y="34385"/>
                  </a:cubicBezTo>
                  <a:lnTo>
                    <a:pt x="7458647" y="34385"/>
                  </a:lnTo>
                  <a:cubicBezTo>
                    <a:pt x="7476078" y="34385"/>
                    <a:pt x="7490460" y="47244"/>
                    <a:pt x="7490460" y="63056"/>
                  </a:cubicBezTo>
                  <a:lnTo>
                    <a:pt x="7490460" y="214789"/>
                  </a:lnTo>
                  <a:cubicBezTo>
                    <a:pt x="7490460" y="230505"/>
                    <a:pt x="7476173" y="243459"/>
                    <a:pt x="7458647" y="243459"/>
                  </a:cubicBezTo>
                  <a:lnTo>
                    <a:pt x="7307104" y="243459"/>
                  </a:lnTo>
                  <a:cubicBezTo>
                    <a:pt x="7289673" y="243459"/>
                    <a:pt x="7275290" y="230600"/>
                    <a:pt x="7275290" y="214789"/>
                  </a:cubicBezTo>
                  <a:lnTo>
                    <a:pt x="7275290" y="62960"/>
                  </a:lnTo>
                  <a:close/>
                  <a:moveTo>
                    <a:pt x="6999065" y="63056"/>
                  </a:moveTo>
                  <a:cubicBezTo>
                    <a:pt x="6999065" y="47339"/>
                    <a:pt x="7013353" y="34385"/>
                    <a:pt x="7030879" y="34385"/>
                  </a:cubicBezTo>
                  <a:lnTo>
                    <a:pt x="7182422" y="34385"/>
                  </a:lnTo>
                  <a:cubicBezTo>
                    <a:pt x="7199853" y="34385"/>
                    <a:pt x="7214235" y="47244"/>
                    <a:pt x="7214235" y="63056"/>
                  </a:cubicBezTo>
                  <a:lnTo>
                    <a:pt x="7214235" y="214789"/>
                  </a:lnTo>
                  <a:cubicBezTo>
                    <a:pt x="7214235" y="230505"/>
                    <a:pt x="7199948" y="243459"/>
                    <a:pt x="7182422" y="243459"/>
                  </a:cubicBezTo>
                  <a:lnTo>
                    <a:pt x="7030879" y="243459"/>
                  </a:lnTo>
                  <a:cubicBezTo>
                    <a:pt x="7013448" y="243459"/>
                    <a:pt x="6999065" y="230600"/>
                    <a:pt x="6999065" y="214789"/>
                  </a:cubicBezTo>
                  <a:lnTo>
                    <a:pt x="6999065" y="62960"/>
                  </a:lnTo>
                  <a:close/>
                  <a:moveTo>
                    <a:pt x="6722840" y="63056"/>
                  </a:moveTo>
                  <a:cubicBezTo>
                    <a:pt x="6722840" y="47339"/>
                    <a:pt x="6737128" y="34385"/>
                    <a:pt x="6754654" y="34385"/>
                  </a:cubicBezTo>
                  <a:lnTo>
                    <a:pt x="6906197" y="34385"/>
                  </a:lnTo>
                  <a:cubicBezTo>
                    <a:pt x="6923628" y="34385"/>
                    <a:pt x="6938010" y="47244"/>
                    <a:pt x="6938010" y="63056"/>
                  </a:cubicBezTo>
                  <a:lnTo>
                    <a:pt x="6938010" y="214789"/>
                  </a:lnTo>
                  <a:cubicBezTo>
                    <a:pt x="6938010" y="230505"/>
                    <a:pt x="6923723" y="243459"/>
                    <a:pt x="6906197" y="243459"/>
                  </a:cubicBezTo>
                  <a:lnTo>
                    <a:pt x="6754654" y="243459"/>
                  </a:lnTo>
                  <a:cubicBezTo>
                    <a:pt x="6737223" y="243459"/>
                    <a:pt x="6722840" y="230600"/>
                    <a:pt x="6722840" y="214789"/>
                  </a:cubicBezTo>
                  <a:lnTo>
                    <a:pt x="6722840" y="62960"/>
                  </a:lnTo>
                  <a:close/>
                  <a:moveTo>
                    <a:pt x="6446615" y="63056"/>
                  </a:moveTo>
                  <a:cubicBezTo>
                    <a:pt x="6446615" y="47339"/>
                    <a:pt x="6460903" y="34385"/>
                    <a:pt x="6478429" y="34385"/>
                  </a:cubicBezTo>
                  <a:lnTo>
                    <a:pt x="6629972" y="34385"/>
                  </a:lnTo>
                  <a:cubicBezTo>
                    <a:pt x="6647403" y="34385"/>
                    <a:pt x="6661785" y="47244"/>
                    <a:pt x="6661785" y="63056"/>
                  </a:cubicBezTo>
                  <a:lnTo>
                    <a:pt x="6661785" y="214789"/>
                  </a:lnTo>
                  <a:cubicBezTo>
                    <a:pt x="6661785" y="230505"/>
                    <a:pt x="6647498" y="243459"/>
                    <a:pt x="6629972" y="243459"/>
                  </a:cubicBezTo>
                  <a:lnTo>
                    <a:pt x="6478429" y="243459"/>
                  </a:lnTo>
                  <a:cubicBezTo>
                    <a:pt x="6460998" y="243459"/>
                    <a:pt x="6446615" y="230600"/>
                    <a:pt x="6446615" y="214789"/>
                  </a:cubicBezTo>
                  <a:lnTo>
                    <a:pt x="6446615" y="62960"/>
                  </a:lnTo>
                  <a:close/>
                  <a:moveTo>
                    <a:pt x="6170390" y="63056"/>
                  </a:moveTo>
                  <a:cubicBezTo>
                    <a:pt x="6170390" y="47339"/>
                    <a:pt x="6184678" y="34385"/>
                    <a:pt x="6202204" y="34385"/>
                  </a:cubicBezTo>
                  <a:lnTo>
                    <a:pt x="6353747" y="34385"/>
                  </a:lnTo>
                  <a:cubicBezTo>
                    <a:pt x="6371178" y="34385"/>
                    <a:pt x="6385560" y="47244"/>
                    <a:pt x="6385560" y="63056"/>
                  </a:cubicBezTo>
                  <a:lnTo>
                    <a:pt x="6385560" y="214789"/>
                  </a:lnTo>
                  <a:cubicBezTo>
                    <a:pt x="6385560" y="230505"/>
                    <a:pt x="6371273" y="243459"/>
                    <a:pt x="6353747" y="243459"/>
                  </a:cubicBezTo>
                  <a:lnTo>
                    <a:pt x="6202204" y="243459"/>
                  </a:lnTo>
                  <a:cubicBezTo>
                    <a:pt x="6184773" y="243459"/>
                    <a:pt x="6170390" y="230600"/>
                    <a:pt x="6170390" y="214789"/>
                  </a:cubicBezTo>
                  <a:lnTo>
                    <a:pt x="6170390" y="62960"/>
                  </a:lnTo>
                  <a:close/>
                  <a:moveTo>
                    <a:pt x="5894165" y="63056"/>
                  </a:moveTo>
                  <a:cubicBezTo>
                    <a:pt x="5894165" y="47339"/>
                    <a:pt x="5908453" y="34385"/>
                    <a:pt x="5925979" y="34385"/>
                  </a:cubicBezTo>
                  <a:lnTo>
                    <a:pt x="6077522" y="34385"/>
                  </a:lnTo>
                  <a:cubicBezTo>
                    <a:pt x="6094953" y="34385"/>
                    <a:pt x="6109335" y="47244"/>
                    <a:pt x="6109335" y="63056"/>
                  </a:cubicBezTo>
                  <a:lnTo>
                    <a:pt x="6109335" y="214789"/>
                  </a:lnTo>
                  <a:cubicBezTo>
                    <a:pt x="6109335" y="230505"/>
                    <a:pt x="6095048" y="243459"/>
                    <a:pt x="6077522" y="243459"/>
                  </a:cubicBezTo>
                  <a:lnTo>
                    <a:pt x="5925979" y="243459"/>
                  </a:lnTo>
                  <a:cubicBezTo>
                    <a:pt x="5908548" y="243459"/>
                    <a:pt x="5894165" y="230600"/>
                    <a:pt x="5894165" y="214789"/>
                  </a:cubicBezTo>
                  <a:lnTo>
                    <a:pt x="5894165" y="62960"/>
                  </a:lnTo>
                  <a:close/>
                  <a:moveTo>
                    <a:pt x="5617940" y="63056"/>
                  </a:moveTo>
                  <a:cubicBezTo>
                    <a:pt x="5617940" y="47339"/>
                    <a:pt x="5632228" y="34385"/>
                    <a:pt x="5649754" y="34385"/>
                  </a:cubicBezTo>
                  <a:lnTo>
                    <a:pt x="5801297" y="34385"/>
                  </a:lnTo>
                  <a:cubicBezTo>
                    <a:pt x="5818728" y="34385"/>
                    <a:pt x="5833110" y="47244"/>
                    <a:pt x="5833110" y="63056"/>
                  </a:cubicBezTo>
                  <a:lnTo>
                    <a:pt x="5833110" y="214789"/>
                  </a:lnTo>
                  <a:cubicBezTo>
                    <a:pt x="5833110" y="230505"/>
                    <a:pt x="5818823" y="243459"/>
                    <a:pt x="5801297" y="243459"/>
                  </a:cubicBezTo>
                  <a:lnTo>
                    <a:pt x="5649754" y="243459"/>
                  </a:lnTo>
                  <a:cubicBezTo>
                    <a:pt x="5632323" y="243459"/>
                    <a:pt x="5617940" y="230600"/>
                    <a:pt x="5617940" y="214789"/>
                  </a:cubicBezTo>
                  <a:lnTo>
                    <a:pt x="5617940" y="62960"/>
                  </a:lnTo>
                  <a:close/>
                  <a:moveTo>
                    <a:pt x="5341715" y="63056"/>
                  </a:moveTo>
                  <a:cubicBezTo>
                    <a:pt x="5341715" y="47339"/>
                    <a:pt x="5356003" y="34385"/>
                    <a:pt x="5373529" y="34385"/>
                  </a:cubicBezTo>
                  <a:lnTo>
                    <a:pt x="5525072" y="34385"/>
                  </a:lnTo>
                  <a:cubicBezTo>
                    <a:pt x="5542503" y="34385"/>
                    <a:pt x="5556885" y="47244"/>
                    <a:pt x="5556885" y="63056"/>
                  </a:cubicBezTo>
                  <a:lnTo>
                    <a:pt x="5556885" y="214789"/>
                  </a:lnTo>
                  <a:cubicBezTo>
                    <a:pt x="5556885" y="230505"/>
                    <a:pt x="5542598" y="243459"/>
                    <a:pt x="5525072" y="243459"/>
                  </a:cubicBezTo>
                  <a:lnTo>
                    <a:pt x="5373529" y="243459"/>
                  </a:lnTo>
                  <a:cubicBezTo>
                    <a:pt x="5356098" y="243459"/>
                    <a:pt x="5341715" y="230600"/>
                    <a:pt x="5341715" y="214789"/>
                  </a:cubicBezTo>
                  <a:lnTo>
                    <a:pt x="5341715" y="62960"/>
                  </a:lnTo>
                  <a:close/>
                  <a:moveTo>
                    <a:pt x="5029772" y="63056"/>
                  </a:moveTo>
                  <a:cubicBezTo>
                    <a:pt x="5029772" y="47339"/>
                    <a:pt x="5044059" y="34385"/>
                    <a:pt x="5061585" y="34385"/>
                  </a:cubicBezTo>
                  <a:lnTo>
                    <a:pt x="5213128" y="34385"/>
                  </a:lnTo>
                  <a:cubicBezTo>
                    <a:pt x="5230559" y="34385"/>
                    <a:pt x="5244942" y="47244"/>
                    <a:pt x="5244942" y="63056"/>
                  </a:cubicBezTo>
                  <a:lnTo>
                    <a:pt x="5244942" y="214789"/>
                  </a:lnTo>
                  <a:cubicBezTo>
                    <a:pt x="5244942" y="230505"/>
                    <a:pt x="5230654" y="243459"/>
                    <a:pt x="5213128" y="243459"/>
                  </a:cubicBezTo>
                  <a:lnTo>
                    <a:pt x="5061585" y="243459"/>
                  </a:lnTo>
                  <a:cubicBezTo>
                    <a:pt x="5044155" y="243459"/>
                    <a:pt x="5029772" y="230600"/>
                    <a:pt x="5029772" y="214789"/>
                  </a:cubicBezTo>
                  <a:lnTo>
                    <a:pt x="5029772" y="62960"/>
                  </a:lnTo>
                  <a:close/>
                  <a:moveTo>
                    <a:pt x="4753547" y="63056"/>
                  </a:moveTo>
                  <a:cubicBezTo>
                    <a:pt x="4753547" y="47339"/>
                    <a:pt x="4767834" y="34385"/>
                    <a:pt x="4785360" y="34385"/>
                  </a:cubicBezTo>
                  <a:lnTo>
                    <a:pt x="4936903" y="34385"/>
                  </a:lnTo>
                  <a:cubicBezTo>
                    <a:pt x="4954334" y="34385"/>
                    <a:pt x="4968717" y="47244"/>
                    <a:pt x="4968717" y="63056"/>
                  </a:cubicBezTo>
                  <a:lnTo>
                    <a:pt x="4968717" y="214789"/>
                  </a:lnTo>
                  <a:cubicBezTo>
                    <a:pt x="4968717" y="230505"/>
                    <a:pt x="4954429" y="243459"/>
                    <a:pt x="4936903" y="243459"/>
                  </a:cubicBezTo>
                  <a:lnTo>
                    <a:pt x="4785360" y="243459"/>
                  </a:lnTo>
                  <a:cubicBezTo>
                    <a:pt x="4767930" y="243459"/>
                    <a:pt x="4753547" y="230600"/>
                    <a:pt x="4753547" y="214789"/>
                  </a:cubicBezTo>
                  <a:lnTo>
                    <a:pt x="4753547" y="62960"/>
                  </a:lnTo>
                  <a:close/>
                  <a:moveTo>
                    <a:pt x="4477322" y="63056"/>
                  </a:moveTo>
                  <a:cubicBezTo>
                    <a:pt x="4477322" y="47339"/>
                    <a:pt x="4491609" y="34385"/>
                    <a:pt x="4509135" y="34385"/>
                  </a:cubicBezTo>
                  <a:lnTo>
                    <a:pt x="4660678" y="34385"/>
                  </a:lnTo>
                  <a:cubicBezTo>
                    <a:pt x="4678109" y="34385"/>
                    <a:pt x="4692491" y="47244"/>
                    <a:pt x="4692491" y="63056"/>
                  </a:cubicBezTo>
                  <a:lnTo>
                    <a:pt x="4692491" y="214789"/>
                  </a:lnTo>
                  <a:cubicBezTo>
                    <a:pt x="4692491" y="230505"/>
                    <a:pt x="4678204" y="243459"/>
                    <a:pt x="4660678" y="243459"/>
                  </a:cubicBezTo>
                  <a:lnTo>
                    <a:pt x="4509135" y="243459"/>
                  </a:lnTo>
                  <a:cubicBezTo>
                    <a:pt x="4491705" y="243459"/>
                    <a:pt x="4477322" y="230600"/>
                    <a:pt x="4477322" y="214789"/>
                  </a:cubicBezTo>
                  <a:lnTo>
                    <a:pt x="4477322" y="62960"/>
                  </a:lnTo>
                  <a:close/>
                  <a:moveTo>
                    <a:pt x="4201097" y="63056"/>
                  </a:moveTo>
                  <a:cubicBezTo>
                    <a:pt x="4201097" y="47339"/>
                    <a:pt x="4215384" y="34385"/>
                    <a:pt x="4232910" y="34385"/>
                  </a:cubicBezTo>
                  <a:lnTo>
                    <a:pt x="4384453" y="34385"/>
                  </a:lnTo>
                  <a:cubicBezTo>
                    <a:pt x="4401884" y="34385"/>
                    <a:pt x="4416266" y="47244"/>
                    <a:pt x="4416266" y="63056"/>
                  </a:cubicBezTo>
                  <a:lnTo>
                    <a:pt x="4416266" y="214789"/>
                  </a:lnTo>
                  <a:cubicBezTo>
                    <a:pt x="4416266" y="230505"/>
                    <a:pt x="4401979" y="243459"/>
                    <a:pt x="4384453" y="243459"/>
                  </a:cubicBezTo>
                  <a:lnTo>
                    <a:pt x="4232910" y="243459"/>
                  </a:lnTo>
                  <a:cubicBezTo>
                    <a:pt x="4215480" y="243459"/>
                    <a:pt x="4201097" y="230600"/>
                    <a:pt x="4201097" y="214789"/>
                  </a:cubicBezTo>
                  <a:lnTo>
                    <a:pt x="4201097" y="62960"/>
                  </a:lnTo>
                  <a:close/>
                  <a:moveTo>
                    <a:pt x="3924872" y="63056"/>
                  </a:moveTo>
                  <a:cubicBezTo>
                    <a:pt x="3924872" y="47339"/>
                    <a:pt x="3939159" y="34385"/>
                    <a:pt x="3956685" y="34385"/>
                  </a:cubicBezTo>
                  <a:lnTo>
                    <a:pt x="4108228" y="34385"/>
                  </a:lnTo>
                  <a:cubicBezTo>
                    <a:pt x="4125659" y="34385"/>
                    <a:pt x="4140041" y="47244"/>
                    <a:pt x="4140041" y="63056"/>
                  </a:cubicBezTo>
                  <a:lnTo>
                    <a:pt x="4140041" y="214789"/>
                  </a:lnTo>
                  <a:cubicBezTo>
                    <a:pt x="4140041" y="230505"/>
                    <a:pt x="4125754" y="243459"/>
                    <a:pt x="4108228" y="243459"/>
                  </a:cubicBezTo>
                  <a:lnTo>
                    <a:pt x="3956685" y="243459"/>
                  </a:lnTo>
                  <a:cubicBezTo>
                    <a:pt x="3939254" y="243459"/>
                    <a:pt x="3924872" y="230600"/>
                    <a:pt x="3924872" y="214789"/>
                  </a:cubicBezTo>
                  <a:lnTo>
                    <a:pt x="3924872" y="62960"/>
                  </a:lnTo>
                  <a:close/>
                  <a:moveTo>
                    <a:pt x="3648647" y="63056"/>
                  </a:moveTo>
                  <a:cubicBezTo>
                    <a:pt x="3648647" y="47339"/>
                    <a:pt x="3662934" y="34385"/>
                    <a:pt x="3680460" y="34385"/>
                  </a:cubicBezTo>
                  <a:lnTo>
                    <a:pt x="3832003" y="34385"/>
                  </a:lnTo>
                  <a:cubicBezTo>
                    <a:pt x="3849434" y="34385"/>
                    <a:pt x="3863816" y="47244"/>
                    <a:pt x="3863816" y="63056"/>
                  </a:cubicBezTo>
                  <a:lnTo>
                    <a:pt x="3863816" y="214789"/>
                  </a:lnTo>
                  <a:cubicBezTo>
                    <a:pt x="3863816" y="230505"/>
                    <a:pt x="3849529" y="243459"/>
                    <a:pt x="3832003" y="243459"/>
                  </a:cubicBezTo>
                  <a:lnTo>
                    <a:pt x="3680460" y="243459"/>
                  </a:lnTo>
                  <a:cubicBezTo>
                    <a:pt x="3663029" y="243459"/>
                    <a:pt x="3648647" y="230600"/>
                    <a:pt x="3648647" y="214789"/>
                  </a:cubicBezTo>
                  <a:lnTo>
                    <a:pt x="3648647" y="62960"/>
                  </a:lnTo>
                  <a:close/>
                  <a:moveTo>
                    <a:pt x="3372422" y="63056"/>
                  </a:moveTo>
                  <a:cubicBezTo>
                    <a:pt x="3372422" y="47339"/>
                    <a:pt x="3386709" y="34385"/>
                    <a:pt x="3404235" y="34385"/>
                  </a:cubicBezTo>
                  <a:lnTo>
                    <a:pt x="3555778" y="34385"/>
                  </a:lnTo>
                  <a:cubicBezTo>
                    <a:pt x="3573209" y="34385"/>
                    <a:pt x="3587591" y="47244"/>
                    <a:pt x="3587591" y="63056"/>
                  </a:cubicBezTo>
                  <a:lnTo>
                    <a:pt x="3587591" y="214789"/>
                  </a:lnTo>
                  <a:cubicBezTo>
                    <a:pt x="3587591" y="230505"/>
                    <a:pt x="3573304" y="243459"/>
                    <a:pt x="3555778" y="243459"/>
                  </a:cubicBezTo>
                  <a:lnTo>
                    <a:pt x="3404235" y="243459"/>
                  </a:lnTo>
                  <a:cubicBezTo>
                    <a:pt x="3386804" y="243459"/>
                    <a:pt x="3372422" y="230600"/>
                    <a:pt x="3372422" y="214789"/>
                  </a:cubicBezTo>
                  <a:lnTo>
                    <a:pt x="3372422" y="62960"/>
                  </a:lnTo>
                  <a:close/>
                  <a:moveTo>
                    <a:pt x="3096197" y="63056"/>
                  </a:moveTo>
                  <a:cubicBezTo>
                    <a:pt x="3096197" y="47339"/>
                    <a:pt x="3110484" y="34385"/>
                    <a:pt x="3128010" y="34385"/>
                  </a:cubicBezTo>
                  <a:lnTo>
                    <a:pt x="3279553" y="34385"/>
                  </a:lnTo>
                  <a:cubicBezTo>
                    <a:pt x="3296984" y="34385"/>
                    <a:pt x="3311366" y="47244"/>
                    <a:pt x="3311366" y="63056"/>
                  </a:cubicBezTo>
                  <a:lnTo>
                    <a:pt x="3311366" y="214789"/>
                  </a:lnTo>
                  <a:cubicBezTo>
                    <a:pt x="3311366" y="230505"/>
                    <a:pt x="3297079" y="243459"/>
                    <a:pt x="3279553" y="243459"/>
                  </a:cubicBezTo>
                  <a:lnTo>
                    <a:pt x="3128010" y="243459"/>
                  </a:lnTo>
                  <a:cubicBezTo>
                    <a:pt x="3110579" y="243459"/>
                    <a:pt x="3096197" y="230600"/>
                    <a:pt x="3096197" y="214789"/>
                  </a:cubicBezTo>
                  <a:lnTo>
                    <a:pt x="3096197" y="62960"/>
                  </a:lnTo>
                  <a:close/>
                  <a:moveTo>
                    <a:pt x="2819972" y="63056"/>
                  </a:moveTo>
                  <a:cubicBezTo>
                    <a:pt x="2819972" y="47339"/>
                    <a:pt x="2834259" y="34385"/>
                    <a:pt x="2851785" y="34385"/>
                  </a:cubicBezTo>
                  <a:lnTo>
                    <a:pt x="3003328" y="34385"/>
                  </a:lnTo>
                  <a:cubicBezTo>
                    <a:pt x="3020759" y="34385"/>
                    <a:pt x="3035141" y="47244"/>
                    <a:pt x="3035141" y="63056"/>
                  </a:cubicBezTo>
                  <a:lnTo>
                    <a:pt x="3035141" y="214789"/>
                  </a:lnTo>
                  <a:cubicBezTo>
                    <a:pt x="3035141" y="230505"/>
                    <a:pt x="3020854" y="243459"/>
                    <a:pt x="3003328" y="243459"/>
                  </a:cubicBezTo>
                  <a:lnTo>
                    <a:pt x="2851785" y="243459"/>
                  </a:lnTo>
                  <a:cubicBezTo>
                    <a:pt x="2834354" y="243459"/>
                    <a:pt x="2819972" y="230600"/>
                    <a:pt x="2819972" y="214789"/>
                  </a:cubicBezTo>
                  <a:lnTo>
                    <a:pt x="2819972" y="62960"/>
                  </a:lnTo>
                  <a:close/>
                  <a:moveTo>
                    <a:pt x="2543747" y="63056"/>
                  </a:moveTo>
                  <a:cubicBezTo>
                    <a:pt x="2543747" y="47339"/>
                    <a:pt x="2558034" y="34385"/>
                    <a:pt x="2575560" y="34385"/>
                  </a:cubicBezTo>
                  <a:lnTo>
                    <a:pt x="2727103" y="34385"/>
                  </a:lnTo>
                  <a:cubicBezTo>
                    <a:pt x="2744534" y="34385"/>
                    <a:pt x="2758916" y="47244"/>
                    <a:pt x="2758916" y="63056"/>
                  </a:cubicBezTo>
                  <a:lnTo>
                    <a:pt x="2758916" y="214789"/>
                  </a:lnTo>
                  <a:cubicBezTo>
                    <a:pt x="2758916" y="230505"/>
                    <a:pt x="2744629" y="243459"/>
                    <a:pt x="2727103" y="243459"/>
                  </a:cubicBezTo>
                  <a:lnTo>
                    <a:pt x="2575560" y="243459"/>
                  </a:lnTo>
                  <a:cubicBezTo>
                    <a:pt x="2558129" y="243459"/>
                    <a:pt x="2543747" y="230600"/>
                    <a:pt x="2543747" y="214789"/>
                  </a:cubicBezTo>
                  <a:lnTo>
                    <a:pt x="2543747" y="62960"/>
                  </a:lnTo>
                  <a:close/>
                  <a:moveTo>
                    <a:pt x="2267522" y="63056"/>
                  </a:moveTo>
                  <a:cubicBezTo>
                    <a:pt x="2267522" y="47339"/>
                    <a:pt x="2281809" y="34385"/>
                    <a:pt x="2299335" y="34385"/>
                  </a:cubicBezTo>
                  <a:lnTo>
                    <a:pt x="2450878" y="34385"/>
                  </a:lnTo>
                  <a:cubicBezTo>
                    <a:pt x="2468309" y="34385"/>
                    <a:pt x="2482691" y="47244"/>
                    <a:pt x="2482691" y="63056"/>
                  </a:cubicBezTo>
                  <a:lnTo>
                    <a:pt x="2482691" y="214789"/>
                  </a:lnTo>
                  <a:cubicBezTo>
                    <a:pt x="2482691" y="230505"/>
                    <a:pt x="2468404" y="243459"/>
                    <a:pt x="2450878" y="243459"/>
                  </a:cubicBezTo>
                  <a:lnTo>
                    <a:pt x="2299335" y="243459"/>
                  </a:lnTo>
                  <a:cubicBezTo>
                    <a:pt x="2281904" y="243459"/>
                    <a:pt x="2267522" y="230600"/>
                    <a:pt x="2267522" y="214789"/>
                  </a:cubicBezTo>
                  <a:lnTo>
                    <a:pt x="2267522" y="62960"/>
                  </a:lnTo>
                  <a:close/>
                  <a:moveTo>
                    <a:pt x="1991297" y="63056"/>
                  </a:moveTo>
                  <a:cubicBezTo>
                    <a:pt x="1991297" y="47339"/>
                    <a:pt x="2005584" y="34385"/>
                    <a:pt x="2023110" y="34385"/>
                  </a:cubicBezTo>
                  <a:lnTo>
                    <a:pt x="2174653" y="34385"/>
                  </a:lnTo>
                  <a:cubicBezTo>
                    <a:pt x="2192084" y="34385"/>
                    <a:pt x="2206466" y="47244"/>
                    <a:pt x="2206466" y="63056"/>
                  </a:cubicBezTo>
                  <a:lnTo>
                    <a:pt x="2206466" y="214789"/>
                  </a:lnTo>
                  <a:cubicBezTo>
                    <a:pt x="2206466" y="230505"/>
                    <a:pt x="2192179" y="243459"/>
                    <a:pt x="2174653" y="243459"/>
                  </a:cubicBezTo>
                  <a:lnTo>
                    <a:pt x="2023110" y="243459"/>
                  </a:lnTo>
                  <a:cubicBezTo>
                    <a:pt x="2005679" y="243459"/>
                    <a:pt x="1991297" y="230600"/>
                    <a:pt x="1991297" y="214789"/>
                  </a:cubicBezTo>
                  <a:lnTo>
                    <a:pt x="1991297" y="62960"/>
                  </a:lnTo>
                  <a:close/>
                  <a:moveTo>
                    <a:pt x="1715072" y="63056"/>
                  </a:moveTo>
                  <a:cubicBezTo>
                    <a:pt x="1715072" y="47339"/>
                    <a:pt x="1729359" y="34385"/>
                    <a:pt x="1746885" y="34385"/>
                  </a:cubicBezTo>
                  <a:lnTo>
                    <a:pt x="1898428" y="34385"/>
                  </a:lnTo>
                  <a:cubicBezTo>
                    <a:pt x="1915859" y="34385"/>
                    <a:pt x="1930241" y="47244"/>
                    <a:pt x="1930241" y="63056"/>
                  </a:cubicBezTo>
                  <a:lnTo>
                    <a:pt x="1930241" y="214789"/>
                  </a:lnTo>
                  <a:cubicBezTo>
                    <a:pt x="1930241" y="230505"/>
                    <a:pt x="1915954" y="243459"/>
                    <a:pt x="1898428" y="243459"/>
                  </a:cubicBezTo>
                  <a:lnTo>
                    <a:pt x="1746885" y="243459"/>
                  </a:lnTo>
                  <a:cubicBezTo>
                    <a:pt x="1729454" y="243459"/>
                    <a:pt x="1715072" y="230600"/>
                    <a:pt x="1715072" y="214789"/>
                  </a:cubicBezTo>
                  <a:lnTo>
                    <a:pt x="1715072" y="62960"/>
                  </a:lnTo>
                  <a:close/>
                  <a:moveTo>
                    <a:pt x="1438847" y="63056"/>
                  </a:moveTo>
                  <a:cubicBezTo>
                    <a:pt x="1438847" y="47339"/>
                    <a:pt x="1453134" y="34385"/>
                    <a:pt x="1470660" y="34385"/>
                  </a:cubicBezTo>
                  <a:lnTo>
                    <a:pt x="1622203" y="34385"/>
                  </a:lnTo>
                  <a:cubicBezTo>
                    <a:pt x="1639634" y="34385"/>
                    <a:pt x="1654016" y="47244"/>
                    <a:pt x="1654016" y="63056"/>
                  </a:cubicBezTo>
                  <a:lnTo>
                    <a:pt x="1654016" y="214789"/>
                  </a:lnTo>
                  <a:cubicBezTo>
                    <a:pt x="1654016" y="230505"/>
                    <a:pt x="1639729" y="243459"/>
                    <a:pt x="1622203" y="243459"/>
                  </a:cubicBezTo>
                  <a:lnTo>
                    <a:pt x="1470660" y="243459"/>
                  </a:lnTo>
                  <a:cubicBezTo>
                    <a:pt x="1453229" y="243459"/>
                    <a:pt x="1438847" y="230600"/>
                    <a:pt x="1438847" y="214789"/>
                  </a:cubicBezTo>
                  <a:lnTo>
                    <a:pt x="1438847" y="62960"/>
                  </a:lnTo>
                  <a:close/>
                  <a:moveTo>
                    <a:pt x="1162622" y="63056"/>
                  </a:moveTo>
                  <a:cubicBezTo>
                    <a:pt x="1162622" y="47339"/>
                    <a:pt x="1176909" y="34385"/>
                    <a:pt x="1194435" y="34385"/>
                  </a:cubicBezTo>
                  <a:lnTo>
                    <a:pt x="1345978" y="34385"/>
                  </a:lnTo>
                  <a:cubicBezTo>
                    <a:pt x="1363409" y="34385"/>
                    <a:pt x="1377791" y="47244"/>
                    <a:pt x="1377791" y="63056"/>
                  </a:cubicBezTo>
                  <a:lnTo>
                    <a:pt x="1377791" y="214789"/>
                  </a:lnTo>
                  <a:cubicBezTo>
                    <a:pt x="1377791" y="230505"/>
                    <a:pt x="1363504" y="243459"/>
                    <a:pt x="1345978" y="243459"/>
                  </a:cubicBezTo>
                  <a:lnTo>
                    <a:pt x="1194435" y="243459"/>
                  </a:lnTo>
                  <a:cubicBezTo>
                    <a:pt x="1177004" y="243459"/>
                    <a:pt x="1162622" y="230600"/>
                    <a:pt x="1162622" y="214789"/>
                  </a:cubicBezTo>
                  <a:lnTo>
                    <a:pt x="1162622" y="62960"/>
                  </a:lnTo>
                  <a:close/>
                  <a:moveTo>
                    <a:pt x="886397" y="63056"/>
                  </a:moveTo>
                  <a:cubicBezTo>
                    <a:pt x="886397" y="47339"/>
                    <a:pt x="900684" y="34385"/>
                    <a:pt x="918210" y="34385"/>
                  </a:cubicBezTo>
                  <a:lnTo>
                    <a:pt x="1069753" y="34385"/>
                  </a:lnTo>
                  <a:cubicBezTo>
                    <a:pt x="1087184" y="34385"/>
                    <a:pt x="1101566" y="47244"/>
                    <a:pt x="1101566" y="63056"/>
                  </a:cubicBezTo>
                  <a:lnTo>
                    <a:pt x="1101566" y="214789"/>
                  </a:lnTo>
                  <a:cubicBezTo>
                    <a:pt x="1101566" y="230505"/>
                    <a:pt x="1087279" y="243459"/>
                    <a:pt x="1069753" y="243459"/>
                  </a:cubicBezTo>
                  <a:lnTo>
                    <a:pt x="918210" y="243459"/>
                  </a:lnTo>
                  <a:cubicBezTo>
                    <a:pt x="900779" y="243459"/>
                    <a:pt x="886397" y="230600"/>
                    <a:pt x="886397" y="214789"/>
                  </a:cubicBezTo>
                  <a:lnTo>
                    <a:pt x="886397" y="62960"/>
                  </a:lnTo>
                  <a:close/>
                  <a:moveTo>
                    <a:pt x="610172" y="63056"/>
                  </a:moveTo>
                  <a:cubicBezTo>
                    <a:pt x="610172" y="47339"/>
                    <a:pt x="624459" y="34385"/>
                    <a:pt x="641985" y="34385"/>
                  </a:cubicBezTo>
                  <a:lnTo>
                    <a:pt x="793528" y="34385"/>
                  </a:lnTo>
                  <a:cubicBezTo>
                    <a:pt x="810959" y="34385"/>
                    <a:pt x="825341" y="47244"/>
                    <a:pt x="825341" y="63056"/>
                  </a:cubicBezTo>
                  <a:lnTo>
                    <a:pt x="825341" y="214789"/>
                  </a:lnTo>
                  <a:cubicBezTo>
                    <a:pt x="825341" y="230505"/>
                    <a:pt x="811054" y="243459"/>
                    <a:pt x="793528" y="243459"/>
                  </a:cubicBezTo>
                  <a:lnTo>
                    <a:pt x="641985" y="243459"/>
                  </a:lnTo>
                  <a:cubicBezTo>
                    <a:pt x="624554" y="243459"/>
                    <a:pt x="610172" y="230600"/>
                    <a:pt x="610172" y="214789"/>
                  </a:cubicBezTo>
                  <a:lnTo>
                    <a:pt x="610172" y="62960"/>
                  </a:lnTo>
                  <a:close/>
                  <a:moveTo>
                    <a:pt x="333947" y="63056"/>
                  </a:moveTo>
                  <a:cubicBezTo>
                    <a:pt x="333947" y="47339"/>
                    <a:pt x="348234" y="34385"/>
                    <a:pt x="365760" y="34385"/>
                  </a:cubicBezTo>
                  <a:lnTo>
                    <a:pt x="517303" y="34385"/>
                  </a:lnTo>
                  <a:cubicBezTo>
                    <a:pt x="534734" y="34385"/>
                    <a:pt x="549116" y="47244"/>
                    <a:pt x="549116" y="63056"/>
                  </a:cubicBezTo>
                  <a:lnTo>
                    <a:pt x="549116" y="214789"/>
                  </a:lnTo>
                  <a:cubicBezTo>
                    <a:pt x="549116" y="230505"/>
                    <a:pt x="534829" y="243459"/>
                    <a:pt x="517303" y="243459"/>
                  </a:cubicBezTo>
                  <a:lnTo>
                    <a:pt x="365760" y="243459"/>
                  </a:lnTo>
                  <a:cubicBezTo>
                    <a:pt x="348329" y="243459"/>
                    <a:pt x="333947" y="230600"/>
                    <a:pt x="333947" y="214789"/>
                  </a:cubicBezTo>
                  <a:lnTo>
                    <a:pt x="333947" y="62960"/>
                  </a:lnTo>
                  <a:close/>
                  <a:moveTo>
                    <a:pt x="57722" y="63056"/>
                  </a:moveTo>
                  <a:cubicBezTo>
                    <a:pt x="57722" y="47339"/>
                    <a:pt x="72009" y="34385"/>
                    <a:pt x="89535" y="34385"/>
                  </a:cubicBezTo>
                  <a:lnTo>
                    <a:pt x="241078" y="34385"/>
                  </a:lnTo>
                  <a:cubicBezTo>
                    <a:pt x="258509" y="34385"/>
                    <a:pt x="272891" y="47244"/>
                    <a:pt x="272891" y="63056"/>
                  </a:cubicBezTo>
                  <a:lnTo>
                    <a:pt x="272891" y="214789"/>
                  </a:lnTo>
                  <a:cubicBezTo>
                    <a:pt x="272891" y="230505"/>
                    <a:pt x="258604" y="243459"/>
                    <a:pt x="241078" y="243459"/>
                  </a:cubicBezTo>
                  <a:lnTo>
                    <a:pt x="89535" y="243459"/>
                  </a:lnTo>
                  <a:cubicBezTo>
                    <a:pt x="72104" y="243459"/>
                    <a:pt x="57722" y="230600"/>
                    <a:pt x="57722" y="214789"/>
                  </a:cubicBezTo>
                  <a:lnTo>
                    <a:pt x="57722" y="62960"/>
                  </a:lnTo>
                  <a:close/>
                </a:path>
              </a:pathLst>
            </a:custGeom>
            <a:solidFill>
              <a:srgbClr val="FFFFFF">
                <a:alpha val="352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-183080" y="-608350"/>
              <a:ext cx="9510160" cy="1154715"/>
            </a:xfrm>
            <a:custGeom>
              <a:avLst/>
              <a:gdLst/>
              <a:ahLst/>
              <a:cxnLst/>
              <a:rect l="l" t="t" r="r" b="b"/>
              <a:pathLst>
                <a:path w="10566844" h="1283017" extrusionOk="0">
                  <a:moveTo>
                    <a:pt x="5283423" y="0"/>
                  </a:moveTo>
                  <a:lnTo>
                    <a:pt x="0" y="0"/>
                  </a:lnTo>
                  <a:lnTo>
                    <a:pt x="0" y="1283018"/>
                  </a:lnTo>
                  <a:lnTo>
                    <a:pt x="10566845" y="1283018"/>
                  </a:lnTo>
                  <a:lnTo>
                    <a:pt x="10566845" y="0"/>
                  </a:lnTo>
                  <a:lnTo>
                    <a:pt x="5283423" y="0"/>
                  </a:lnTo>
                  <a:close/>
                  <a:moveTo>
                    <a:pt x="254222" y="1220057"/>
                  </a:moveTo>
                  <a:cubicBezTo>
                    <a:pt x="254222" y="1235774"/>
                    <a:pt x="239935" y="1248728"/>
                    <a:pt x="222409" y="1248728"/>
                  </a:cubicBezTo>
                  <a:lnTo>
                    <a:pt x="70866" y="1248728"/>
                  </a:lnTo>
                  <a:cubicBezTo>
                    <a:pt x="53435" y="1248728"/>
                    <a:pt x="39053" y="1235869"/>
                    <a:pt x="39053" y="1220057"/>
                  </a:cubicBezTo>
                  <a:lnTo>
                    <a:pt x="39053" y="1068324"/>
                  </a:lnTo>
                  <a:cubicBezTo>
                    <a:pt x="39053" y="1052608"/>
                    <a:pt x="53340" y="1039654"/>
                    <a:pt x="70866" y="1039654"/>
                  </a:cubicBezTo>
                  <a:lnTo>
                    <a:pt x="222409" y="1039654"/>
                  </a:lnTo>
                  <a:cubicBezTo>
                    <a:pt x="239840" y="1039654"/>
                    <a:pt x="254222" y="1052513"/>
                    <a:pt x="254222" y="1068324"/>
                  </a:cubicBezTo>
                  <a:lnTo>
                    <a:pt x="254222" y="1220057"/>
                  </a:lnTo>
                  <a:close/>
                  <a:moveTo>
                    <a:pt x="530447" y="1220057"/>
                  </a:moveTo>
                  <a:cubicBezTo>
                    <a:pt x="530447" y="1235774"/>
                    <a:pt x="516160" y="1248728"/>
                    <a:pt x="498634" y="1248728"/>
                  </a:cubicBezTo>
                  <a:lnTo>
                    <a:pt x="347091" y="1248728"/>
                  </a:lnTo>
                  <a:cubicBezTo>
                    <a:pt x="329660" y="1248728"/>
                    <a:pt x="315278" y="1235869"/>
                    <a:pt x="315278" y="1220057"/>
                  </a:cubicBezTo>
                  <a:lnTo>
                    <a:pt x="315278" y="1068324"/>
                  </a:lnTo>
                  <a:cubicBezTo>
                    <a:pt x="315278" y="1052608"/>
                    <a:pt x="329565" y="1039654"/>
                    <a:pt x="347091" y="1039654"/>
                  </a:cubicBezTo>
                  <a:lnTo>
                    <a:pt x="498634" y="1039654"/>
                  </a:lnTo>
                  <a:cubicBezTo>
                    <a:pt x="516065" y="1039654"/>
                    <a:pt x="530447" y="1052513"/>
                    <a:pt x="530447" y="1068324"/>
                  </a:cubicBezTo>
                  <a:lnTo>
                    <a:pt x="530447" y="1220057"/>
                  </a:lnTo>
                  <a:close/>
                  <a:moveTo>
                    <a:pt x="806672" y="1220057"/>
                  </a:moveTo>
                  <a:cubicBezTo>
                    <a:pt x="806672" y="1235774"/>
                    <a:pt x="792385" y="1248728"/>
                    <a:pt x="774859" y="1248728"/>
                  </a:cubicBezTo>
                  <a:lnTo>
                    <a:pt x="623316" y="1248728"/>
                  </a:lnTo>
                  <a:cubicBezTo>
                    <a:pt x="605885" y="1248728"/>
                    <a:pt x="591503" y="1235869"/>
                    <a:pt x="591503" y="1220057"/>
                  </a:cubicBezTo>
                  <a:lnTo>
                    <a:pt x="591503" y="1068324"/>
                  </a:lnTo>
                  <a:cubicBezTo>
                    <a:pt x="591503" y="1052608"/>
                    <a:pt x="605790" y="1039654"/>
                    <a:pt x="623316" y="1039654"/>
                  </a:cubicBezTo>
                  <a:lnTo>
                    <a:pt x="774859" y="1039654"/>
                  </a:lnTo>
                  <a:cubicBezTo>
                    <a:pt x="792290" y="1039654"/>
                    <a:pt x="806672" y="1052513"/>
                    <a:pt x="806672" y="1068324"/>
                  </a:cubicBezTo>
                  <a:lnTo>
                    <a:pt x="806672" y="1220057"/>
                  </a:lnTo>
                  <a:close/>
                  <a:moveTo>
                    <a:pt x="1082897" y="1220057"/>
                  </a:moveTo>
                  <a:cubicBezTo>
                    <a:pt x="1082897" y="1235774"/>
                    <a:pt x="1068610" y="1248728"/>
                    <a:pt x="1051084" y="1248728"/>
                  </a:cubicBezTo>
                  <a:lnTo>
                    <a:pt x="899541" y="1248728"/>
                  </a:lnTo>
                  <a:cubicBezTo>
                    <a:pt x="882110" y="1248728"/>
                    <a:pt x="867728" y="1235869"/>
                    <a:pt x="867728" y="1220057"/>
                  </a:cubicBezTo>
                  <a:lnTo>
                    <a:pt x="867728" y="1068324"/>
                  </a:lnTo>
                  <a:cubicBezTo>
                    <a:pt x="867728" y="1052608"/>
                    <a:pt x="882015" y="1039654"/>
                    <a:pt x="899541" y="1039654"/>
                  </a:cubicBezTo>
                  <a:lnTo>
                    <a:pt x="1051084" y="1039654"/>
                  </a:lnTo>
                  <a:cubicBezTo>
                    <a:pt x="1068515" y="1039654"/>
                    <a:pt x="1082897" y="1052513"/>
                    <a:pt x="1082897" y="1068324"/>
                  </a:cubicBezTo>
                  <a:lnTo>
                    <a:pt x="1082897" y="1220057"/>
                  </a:lnTo>
                  <a:close/>
                  <a:moveTo>
                    <a:pt x="1359122" y="1220057"/>
                  </a:moveTo>
                  <a:cubicBezTo>
                    <a:pt x="1359122" y="1235774"/>
                    <a:pt x="1344835" y="1248728"/>
                    <a:pt x="1327309" y="1248728"/>
                  </a:cubicBezTo>
                  <a:lnTo>
                    <a:pt x="1175766" y="1248728"/>
                  </a:lnTo>
                  <a:cubicBezTo>
                    <a:pt x="1158335" y="1248728"/>
                    <a:pt x="1143953" y="1235869"/>
                    <a:pt x="1143953" y="1220057"/>
                  </a:cubicBezTo>
                  <a:lnTo>
                    <a:pt x="1143953" y="1068324"/>
                  </a:lnTo>
                  <a:cubicBezTo>
                    <a:pt x="1143953" y="1052608"/>
                    <a:pt x="1158240" y="1039654"/>
                    <a:pt x="1175766" y="1039654"/>
                  </a:cubicBezTo>
                  <a:lnTo>
                    <a:pt x="1327309" y="1039654"/>
                  </a:lnTo>
                  <a:cubicBezTo>
                    <a:pt x="1344739" y="1039654"/>
                    <a:pt x="1359122" y="1052513"/>
                    <a:pt x="1359122" y="1068324"/>
                  </a:cubicBezTo>
                  <a:lnTo>
                    <a:pt x="1359122" y="1220057"/>
                  </a:lnTo>
                  <a:close/>
                  <a:moveTo>
                    <a:pt x="1635347" y="1220057"/>
                  </a:moveTo>
                  <a:cubicBezTo>
                    <a:pt x="1635347" y="1235774"/>
                    <a:pt x="1621060" y="1248728"/>
                    <a:pt x="1603534" y="1248728"/>
                  </a:cubicBezTo>
                  <a:lnTo>
                    <a:pt x="1451991" y="1248728"/>
                  </a:lnTo>
                  <a:cubicBezTo>
                    <a:pt x="1434560" y="1248728"/>
                    <a:pt x="1420178" y="1235869"/>
                    <a:pt x="1420178" y="1220057"/>
                  </a:cubicBezTo>
                  <a:lnTo>
                    <a:pt x="1420178" y="1068324"/>
                  </a:lnTo>
                  <a:cubicBezTo>
                    <a:pt x="1420178" y="1052608"/>
                    <a:pt x="1434465" y="1039654"/>
                    <a:pt x="1451991" y="1039654"/>
                  </a:cubicBezTo>
                  <a:lnTo>
                    <a:pt x="1603534" y="1039654"/>
                  </a:lnTo>
                  <a:cubicBezTo>
                    <a:pt x="1620964" y="1039654"/>
                    <a:pt x="1635347" y="1052513"/>
                    <a:pt x="1635347" y="1068324"/>
                  </a:cubicBezTo>
                  <a:lnTo>
                    <a:pt x="1635347" y="1220057"/>
                  </a:lnTo>
                  <a:close/>
                  <a:moveTo>
                    <a:pt x="1911572" y="1220057"/>
                  </a:moveTo>
                  <a:cubicBezTo>
                    <a:pt x="1911572" y="1235774"/>
                    <a:pt x="1897285" y="1248728"/>
                    <a:pt x="1879759" y="1248728"/>
                  </a:cubicBezTo>
                  <a:lnTo>
                    <a:pt x="1728216" y="1248728"/>
                  </a:lnTo>
                  <a:cubicBezTo>
                    <a:pt x="1710785" y="1248728"/>
                    <a:pt x="1696403" y="1235869"/>
                    <a:pt x="1696403" y="1220057"/>
                  </a:cubicBezTo>
                  <a:lnTo>
                    <a:pt x="1696403" y="1068324"/>
                  </a:lnTo>
                  <a:cubicBezTo>
                    <a:pt x="1696403" y="1052608"/>
                    <a:pt x="1710690" y="1039654"/>
                    <a:pt x="1728216" y="1039654"/>
                  </a:cubicBezTo>
                  <a:lnTo>
                    <a:pt x="1879759" y="1039654"/>
                  </a:lnTo>
                  <a:cubicBezTo>
                    <a:pt x="1897189" y="1039654"/>
                    <a:pt x="1911572" y="1052513"/>
                    <a:pt x="1911572" y="1068324"/>
                  </a:cubicBezTo>
                  <a:lnTo>
                    <a:pt x="1911572" y="1220057"/>
                  </a:lnTo>
                  <a:close/>
                  <a:moveTo>
                    <a:pt x="2187797" y="1220057"/>
                  </a:moveTo>
                  <a:cubicBezTo>
                    <a:pt x="2187797" y="1235774"/>
                    <a:pt x="2173510" y="1248728"/>
                    <a:pt x="2155984" y="1248728"/>
                  </a:cubicBezTo>
                  <a:lnTo>
                    <a:pt x="2004441" y="1248728"/>
                  </a:lnTo>
                  <a:cubicBezTo>
                    <a:pt x="1987010" y="1248728"/>
                    <a:pt x="1972628" y="1235869"/>
                    <a:pt x="1972628" y="1220057"/>
                  </a:cubicBezTo>
                  <a:lnTo>
                    <a:pt x="1972628" y="1068324"/>
                  </a:lnTo>
                  <a:cubicBezTo>
                    <a:pt x="1972628" y="1052608"/>
                    <a:pt x="1986915" y="1039654"/>
                    <a:pt x="2004441" y="1039654"/>
                  </a:cubicBezTo>
                  <a:lnTo>
                    <a:pt x="2155984" y="1039654"/>
                  </a:lnTo>
                  <a:cubicBezTo>
                    <a:pt x="2173415" y="1039654"/>
                    <a:pt x="2187797" y="1052513"/>
                    <a:pt x="2187797" y="1068324"/>
                  </a:cubicBezTo>
                  <a:lnTo>
                    <a:pt x="2187797" y="1220057"/>
                  </a:lnTo>
                  <a:close/>
                  <a:moveTo>
                    <a:pt x="2464022" y="1220057"/>
                  </a:moveTo>
                  <a:cubicBezTo>
                    <a:pt x="2464022" y="1235774"/>
                    <a:pt x="2449735" y="1248728"/>
                    <a:pt x="2432209" y="1248728"/>
                  </a:cubicBezTo>
                  <a:lnTo>
                    <a:pt x="2280666" y="1248728"/>
                  </a:lnTo>
                  <a:cubicBezTo>
                    <a:pt x="2263235" y="1248728"/>
                    <a:pt x="2248853" y="1235869"/>
                    <a:pt x="2248853" y="1220057"/>
                  </a:cubicBezTo>
                  <a:lnTo>
                    <a:pt x="2248853" y="1068324"/>
                  </a:lnTo>
                  <a:cubicBezTo>
                    <a:pt x="2248853" y="1052608"/>
                    <a:pt x="2263140" y="1039654"/>
                    <a:pt x="2280666" y="1039654"/>
                  </a:cubicBezTo>
                  <a:lnTo>
                    <a:pt x="2432209" y="1039654"/>
                  </a:lnTo>
                  <a:cubicBezTo>
                    <a:pt x="2449640" y="1039654"/>
                    <a:pt x="2464022" y="1052513"/>
                    <a:pt x="2464022" y="1068324"/>
                  </a:cubicBezTo>
                  <a:lnTo>
                    <a:pt x="2464022" y="1220057"/>
                  </a:lnTo>
                  <a:close/>
                  <a:moveTo>
                    <a:pt x="2740247" y="1220057"/>
                  </a:moveTo>
                  <a:cubicBezTo>
                    <a:pt x="2740247" y="1235774"/>
                    <a:pt x="2725960" y="1248728"/>
                    <a:pt x="2708434" y="1248728"/>
                  </a:cubicBezTo>
                  <a:lnTo>
                    <a:pt x="2556891" y="1248728"/>
                  </a:lnTo>
                  <a:cubicBezTo>
                    <a:pt x="2539460" y="1248728"/>
                    <a:pt x="2525078" y="1235869"/>
                    <a:pt x="2525078" y="1220057"/>
                  </a:cubicBezTo>
                  <a:lnTo>
                    <a:pt x="2525078" y="1068324"/>
                  </a:lnTo>
                  <a:cubicBezTo>
                    <a:pt x="2525078" y="1052608"/>
                    <a:pt x="2539365" y="1039654"/>
                    <a:pt x="2556891" y="1039654"/>
                  </a:cubicBezTo>
                  <a:lnTo>
                    <a:pt x="2708434" y="1039654"/>
                  </a:lnTo>
                  <a:cubicBezTo>
                    <a:pt x="2725865" y="1039654"/>
                    <a:pt x="2740247" y="1052513"/>
                    <a:pt x="2740247" y="1068324"/>
                  </a:cubicBezTo>
                  <a:lnTo>
                    <a:pt x="2740247" y="1220057"/>
                  </a:lnTo>
                  <a:close/>
                  <a:moveTo>
                    <a:pt x="3016472" y="1220057"/>
                  </a:moveTo>
                  <a:cubicBezTo>
                    <a:pt x="3016472" y="1235774"/>
                    <a:pt x="3002185" y="1248728"/>
                    <a:pt x="2984659" y="1248728"/>
                  </a:cubicBezTo>
                  <a:lnTo>
                    <a:pt x="2833116" y="1248728"/>
                  </a:lnTo>
                  <a:cubicBezTo>
                    <a:pt x="2815685" y="1248728"/>
                    <a:pt x="2801303" y="1235869"/>
                    <a:pt x="2801303" y="1220057"/>
                  </a:cubicBezTo>
                  <a:lnTo>
                    <a:pt x="2801303" y="1068324"/>
                  </a:lnTo>
                  <a:cubicBezTo>
                    <a:pt x="2801303" y="1052608"/>
                    <a:pt x="2815590" y="1039654"/>
                    <a:pt x="2833116" y="1039654"/>
                  </a:cubicBezTo>
                  <a:lnTo>
                    <a:pt x="2984659" y="1039654"/>
                  </a:lnTo>
                  <a:cubicBezTo>
                    <a:pt x="3002090" y="1039654"/>
                    <a:pt x="3016472" y="1052513"/>
                    <a:pt x="3016472" y="1068324"/>
                  </a:cubicBezTo>
                  <a:lnTo>
                    <a:pt x="3016472" y="1220057"/>
                  </a:lnTo>
                  <a:close/>
                  <a:moveTo>
                    <a:pt x="3292697" y="1220057"/>
                  </a:moveTo>
                  <a:cubicBezTo>
                    <a:pt x="3292697" y="1235774"/>
                    <a:pt x="3278410" y="1248728"/>
                    <a:pt x="3260884" y="1248728"/>
                  </a:cubicBezTo>
                  <a:lnTo>
                    <a:pt x="3109341" y="1248728"/>
                  </a:lnTo>
                  <a:cubicBezTo>
                    <a:pt x="3091910" y="1248728"/>
                    <a:pt x="3077528" y="1235869"/>
                    <a:pt x="3077528" y="1220057"/>
                  </a:cubicBezTo>
                  <a:lnTo>
                    <a:pt x="3077528" y="1068324"/>
                  </a:lnTo>
                  <a:cubicBezTo>
                    <a:pt x="3077528" y="1052608"/>
                    <a:pt x="3091815" y="1039654"/>
                    <a:pt x="3109341" y="1039654"/>
                  </a:cubicBezTo>
                  <a:lnTo>
                    <a:pt x="3260884" y="1039654"/>
                  </a:lnTo>
                  <a:cubicBezTo>
                    <a:pt x="3278315" y="1039654"/>
                    <a:pt x="3292697" y="1052513"/>
                    <a:pt x="3292697" y="1068324"/>
                  </a:cubicBezTo>
                  <a:lnTo>
                    <a:pt x="3292697" y="1220057"/>
                  </a:lnTo>
                  <a:close/>
                  <a:moveTo>
                    <a:pt x="3568922" y="1220057"/>
                  </a:moveTo>
                  <a:cubicBezTo>
                    <a:pt x="3568922" y="1235774"/>
                    <a:pt x="3554635" y="1248728"/>
                    <a:pt x="3537109" y="1248728"/>
                  </a:cubicBezTo>
                  <a:lnTo>
                    <a:pt x="3385566" y="1248728"/>
                  </a:lnTo>
                  <a:cubicBezTo>
                    <a:pt x="3368135" y="1248728"/>
                    <a:pt x="3353753" y="1235869"/>
                    <a:pt x="3353753" y="1220057"/>
                  </a:cubicBezTo>
                  <a:lnTo>
                    <a:pt x="3353753" y="1068324"/>
                  </a:lnTo>
                  <a:cubicBezTo>
                    <a:pt x="3353753" y="1052608"/>
                    <a:pt x="3368040" y="1039654"/>
                    <a:pt x="3385566" y="1039654"/>
                  </a:cubicBezTo>
                  <a:lnTo>
                    <a:pt x="3537109" y="1039654"/>
                  </a:lnTo>
                  <a:cubicBezTo>
                    <a:pt x="3554540" y="1039654"/>
                    <a:pt x="3568922" y="1052513"/>
                    <a:pt x="3568922" y="1068324"/>
                  </a:cubicBezTo>
                  <a:lnTo>
                    <a:pt x="3568922" y="1220057"/>
                  </a:lnTo>
                  <a:close/>
                  <a:moveTo>
                    <a:pt x="3845147" y="1220057"/>
                  </a:moveTo>
                  <a:cubicBezTo>
                    <a:pt x="3845147" y="1235774"/>
                    <a:pt x="3830860" y="1248728"/>
                    <a:pt x="3813334" y="1248728"/>
                  </a:cubicBezTo>
                  <a:lnTo>
                    <a:pt x="3661791" y="1248728"/>
                  </a:lnTo>
                  <a:cubicBezTo>
                    <a:pt x="3644360" y="1248728"/>
                    <a:pt x="3629978" y="1235869"/>
                    <a:pt x="3629978" y="1220057"/>
                  </a:cubicBezTo>
                  <a:lnTo>
                    <a:pt x="3629978" y="1068324"/>
                  </a:lnTo>
                  <a:cubicBezTo>
                    <a:pt x="3629978" y="1052608"/>
                    <a:pt x="3644265" y="1039654"/>
                    <a:pt x="3661791" y="1039654"/>
                  </a:cubicBezTo>
                  <a:lnTo>
                    <a:pt x="3813334" y="1039654"/>
                  </a:lnTo>
                  <a:cubicBezTo>
                    <a:pt x="3830765" y="1039654"/>
                    <a:pt x="3845147" y="1052513"/>
                    <a:pt x="3845147" y="1068324"/>
                  </a:cubicBezTo>
                  <a:lnTo>
                    <a:pt x="3845147" y="1220057"/>
                  </a:lnTo>
                  <a:close/>
                  <a:moveTo>
                    <a:pt x="4121372" y="1220057"/>
                  </a:moveTo>
                  <a:cubicBezTo>
                    <a:pt x="4121372" y="1235774"/>
                    <a:pt x="4107085" y="1248728"/>
                    <a:pt x="4089559" y="1248728"/>
                  </a:cubicBezTo>
                  <a:lnTo>
                    <a:pt x="3938016" y="1248728"/>
                  </a:lnTo>
                  <a:cubicBezTo>
                    <a:pt x="3920585" y="1248728"/>
                    <a:pt x="3906203" y="1235869"/>
                    <a:pt x="3906203" y="1220057"/>
                  </a:cubicBezTo>
                  <a:lnTo>
                    <a:pt x="3906203" y="1068324"/>
                  </a:lnTo>
                  <a:cubicBezTo>
                    <a:pt x="3906203" y="1052608"/>
                    <a:pt x="3920490" y="1039654"/>
                    <a:pt x="3938016" y="1039654"/>
                  </a:cubicBezTo>
                  <a:lnTo>
                    <a:pt x="4089559" y="1039654"/>
                  </a:lnTo>
                  <a:cubicBezTo>
                    <a:pt x="4106990" y="1039654"/>
                    <a:pt x="4121372" y="1052513"/>
                    <a:pt x="4121372" y="1068324"/>
                  </a:cubicBezTo>
                  <a:lnTo>
                    <a:pt x="4121372" y="1220057"/>
                  </a:lnTo>
                  <a:close/>
                  <a:moveTo>
                    <a:pt x="4397598" y="1220057"/>
                  </a:moveTo>
                  <a:cubicBezTo>
                    <a:pt x="4397598" y="1235774"/>
                    <a:pt x="4383310" y="1248728"/>
                    <a:pt x="4365784" y="1248728"/>
                  </a:cubicBezTo>
                  <a:lnTo>
                    <a:pt x="4214241" y="1248728"/>
                  </a:lnTo>
                  <a:cubicBezTo>
                    <a:pt x="4196810" y="1248728"/>
                    <a:pt x="4182428" y="1235869"/>
                    <a:pt x="4182428" y="1220057"/>
                  </a:cubicBezTo>
                  <a:lnTo>
                    <a:pt x="4182428" y="1068324"/>
                  </a:lnTo>
                  <a:cubicBezTo>
                    <a:pt x="4182428" y="1052608"/>
                    <a:pt x="4196715" y="1039654"/>
                    <a:pt x="4214241" y="1039654"/>
                  </a:cubicBezTo>
                  <a:lnTo>
                    <a:pt x="4365784" y="1039654"/>
                  </a:lnTo>
                  <a:cubicBezTo>
                    <a:pt x="4383215" y="1039654"/>
                    <a:pt x="4397598" y="1052513"/>
                    <a:pt x="4397598" y="1068324"/>
                  </a:cubicBezTo>
                  <a:lnTo>
                    <a:pt x="4397598" y="1220057"/>
                  </a:lnTo>
                  <a:close/>
                  <a:moveTo>
                    <a:pt x="4673823" y="1220057"/>
                  </a:moveTo>
                  <a:cubicBezTo>
                    <a:pt x="4673823" y="1235774"/>
                    <a:pt x="4659535" y="1248728"/>
                    <a:pt x="4642009" y="1248728"/>
                  </a:cubicBezTo>
                  <a:lnTo>
                    <a:pt x="4490466" y="1248728"/>
                  </a:lnTo>
                  <a:cubicBezTo>
                    <a:pt x="4473035" y="1248728"/>
                    <a:pt x="4458653" y="1235869"/>
                    <a:pt x="4458653" y="1220057"/>
                  </a:cubicBezTo>
                  <a:lnTo>
                    <a:pt x="4458653" y="1068324"/>
                  </a:lnTo>
                  <a:cubicBezTo>
                    <a:pt x="4458653" y="1052608"/>
                    <a:pt x="4472940" y="1039654"/>
                    <a:pt x="4490466" y="1039654"/>
                  </a:cubicBezTo>
                  <a:lnTo>
                    <a:pt x="4642009" y="1039654"/>
                  </a:lnTo>
                  <a:cubicBezTo>
                    <a:pt x="4659440" y="1039654"/>
                    <a:pt x="4673823" y="1052513"/>
                    <a:pt x="4673823" y="1068324"/>
                  </a:cubicBezTo>
                  <a:lnTo>
                    <a:pt x="4673823" y="1220057"/>
                  </a:lnTo>
                  <a:close/>
                  <a:moveTo>
                    <a:pt x="4950048" y="1220057"/>
                  </a:moveTo>
                  <a:cubicBezTo>
                    <a:pt x="4950048" y="1235774"/>
                    <a:pt x="4935760" y="1248728"/>
                    <a:pt x="4918234" y="1248728"/>
                  </a:cubicBezTo>
                  <a:lnTo>
                    <a:pt x="4766691" y="1248728"/>
                  </a:lnTo>
                  <a:cubicBezTo>
                    <a:pt x="4749260" y="1248728"/>
                    <a:pt x="4734878" y="1235869"/>
                    <a:pt x="4734878" y="1220057"/>
                  </a:cubicBezTo>
                  <a:lnTo>
                    <a:pt x="4734878" y="1068324"/>
                  </a:lnTo>
                  <a:cubicBezTo>
                    <a:pt x="4734878" y="1052608"/>
                    <a:pt x="4749165" y="1039654"/>
                    <a:pt x="4766691" y="1039654"/>
                  </a:cubicBezTo>
                  <a:lnTo>
                    <a:pt x="4918234" y="1039654"/>
                  </a:lnTo>
                  <a:cubicBezTo>
                    <a:pt x="4935665" y="1039654"/>
                    <a:pt x="4950048" y="1052513"/>
                    <a:pt x="4950048" y="1068324"/>
                  </a:cubicBezTo>
                  <a:lnTo>
                    <a:pt x="4950048" y="1220057"/>
                  </a:lnTo>
                  <a:close/>
                  <a:moveTo>
                    <a:pt x="5226273" y="1220057"/>
                  </a:moveTo>
                  <a:cubicBezTo>
                    <a:pt x="5226273" y="1235774"/>
                    <a:pt x="5211985" y="1248728"/>
                    <a:pt x="5194459" y="1248728"/>
                  </a:cubicBezTo>
                  <a:lnTo>
                    <a:pt x="5042916" y="1248728"/>
                  </a:lnTo>
                  <a:cubicBezTo>
                    <a:pt x="5025485" y="1248728"/>
                    <a:pt x="5011103" y="1235869"/>
                    <a:pt x="5011103" y="1220057"/>
                  </a:cubicBezTo>
                  <a:lnTo>
                    <a:pt x="5011103" y="1068324"/>
                  </a:lnTo>
                  <a:cubicBezTo>
                    <a:pt x="5011103" y="1052608"/>
                    <a:pt x="5025390" y="1039654"/>
                    <a:pt x="5042916" y="1039654"/>
                  </a:cubicBezTo>
                  <a:lnTo>
                    <a:pt x="5194459" y="1039654"/>
                  </a:lnTo>
                  <a:cubicBezTo>
                    <a:pt x="5211890" y="1039654"/>
                    <a:pt x="5226273" y="1052513"/>
                    <a:pt x="5226273" y="1068324"/>
                  </a:cubicBezTo>
                  <a:lnTo>
                    <a:pt x="5226273" y="1220057"/>
                  </a:lnTo>
                  <a:close/>
                  <a:moveTo>
                    <a:pt x="5538216" y="1220057"/>
                  </a:moveTo>
                  <a:cubicBezTo>
                    <a:pt x="5538216" y="1235774"/>
                    <a:pt x="5523929" y="1248728"/>
                    <a:pt x="5506403" y="1248728"/>
                  </a:cubicBezTo>
                  <a:lnTo>
                    <a:pt x="5354860" y="1248728"/>
                  </a:lnTo>
                  <a:cubicBezTo>
                    <a:pt x="5337429" y="1248728"/>
                    <a:pt x="5323046" y="1235869"/>
                    <a:pt x="5323046" y="1220057"/>
                  </a:cubicBezTo>
                  <a:lnTo>
                    <a:pt x="5323046" y="1068324"/>
                  </a:lnTo>
                  <a:cubicBezTo>
                    <a:pt x="5323046" y="1052608"/>
                    <a:pt x="5337334" y="1039654"/>
                    <a:pt x="5354860" y="1039654"/>
                  </a:cubicBezTo>
                  <a:lnTo>
                    <a:pt x="5506403" y="1039654"/>
                  </a:lnTo>
                  <a:cubicBezTo>
                    <a:pt x="5523833" y="1039654"/>
                    <a:pt x="5538216" y="1052513"/>
                    <a:pt x="5538216" y="1068324"/>
                  </a:cubicBezTo>
                  <a:lnTo>
                    <a:pt x="5538216" y="1220057"/>
                  </a:lnTo>
                  <a:close/>
                  <a:moveTo>
                    <a:pt x="5814441" y="1220057"/>
                  </a:moveTo>
                  <a:cubicBezTo>
                    <a:pt x="5814441" y="1235774"/>
                    <a:pt x="5800154" y="1248728"/>
                    <a:pt x="5782628" y="1248728"/>
                  </a:cubicBezTo>
                  <a:lnTo>
                    <a:pt x="5631085" y="1248728"/>
                  </a:lnTo>
                  <a:cubicBezTo>
                    <a:pt x="5613654" y="1248728"/>
                    <a:pt x="5599271" y="1235869"/>
                    <a:pt x="5599271" y="1220057"/>
                  </a:cubicBezTo>
                  <a:lnTo>
                    <a:pt x="5599271" y="1068324"/>
                  </a:lnTo>
                  <a:cubicBezTo>
                    <a:pt x="5599271" y="1052608"/>
                    <a:pt x="5613559" y="1039654"/>
                    <a:pt x="5631085" y="1039654"/>
                  </a:cubicBezTo>
                  <a:lnTo>
                    <a:pt x="5782628" y="1039654"/>
                  </a:lnTo>
                  <a:cubicBezTo>
                    <a:pt x="5800058" y="1039654"/>
                    <a:pt x="5814441" y="1052513"/>
                    <a:pt x="5814441" y="1068324"/>
                  </a:cubicBezTo>
                  <a:lnTo>
                    <a:pt x="5814441" y="1220057"/>
                  </a:lnTo>
                  <a:close/>
                  <a:moveTo>
                    <a:pt x="6090666" y="1220057"/>
                  </a:moveTo>
                  <a:cubicBezTo>
                    <a:pt x="6090666" y="1235774"/>
                    <a:pt x="6076379" y="1248728"/>
                    <a:pt x="6058853" y="1248728"/>
                  </a:cubicBezTo>
                  <a:lnTo>
                    <a:pt x="5907310" y="1248728"/>
                  </a:lnTo>
                  <a:cubicBezTo>
                    <a:pt x="5889879" y="1248728"/>
                    <a:pt x="5875496" y="1235869"/>
                    <a:pt x="5875496" y="1220057"/>
                  </a:cubicBezTo>
                  <a:lnTo>
                    <a:pt x="5875496" y="1068324"/>
                  </a:lnTo>
                  <a:cubicBezTo>
                    <a:pt x="5875496" y="1052608"/>
                    <a:pt x="5889784" y="1039654"/>
                    <a:pt x="5907310" y="1039654"/>
                  </a:cubicBezTo>
                  <a:lnTo>
                    <a:pt x="6058853" y="1039654"/>
                  </a:lnTo>
                  <a:cubicBezTo>
                    <a:pt x="6076283" y="1039654"/>
                    <a:pt x="6090666" y="1052513"/>
                    <a:pt x="6090666" y="1068324"/>
                  </a:cubicBezTo>
                  <a:lnTo>
                    <a:pt x="6090666" y="1220057"/>
                  </a:lnTo>
                  <a:close/>
                  <a:moveTo>
                    <a:pt x="6366891" y="1220057"/>
                  </a:moveTo>
                  <a:cubicBezTo>
                    <a:pt x="6366891" y="1235774"/>
                    <a:pt x="6352604" y="1248728"/>
                    <a:pt x="6335078" y="1248728"/>
                  </a:cubicBezTo>
                  <a:lnTo>
                    <a:pt x="6183535" y="1248728"/>
                  </a:lnTo>
                  <a:cubicBezTo>
                    <a:pt x="6166104" y="1248728"/>
                    <a:pt x="6151721" y="1235869"/>
                    <a:pt x="6151721" y="1220057"/>
                  </a:cubicBezTo>
                  <a:lnTo>
                    <a:pt x="6151721" y="1068324"/>
                  </a:lnTo>
                  <a:cubicBezTo>
                    <a:pt x="6151721" y="1052608"/>
                    <a:pt x="6166009" y="1039654"/>
                    <a:pt x="6183535" y="1039654"/>
                  </a:cubicBezTo>
                  <a:lnTo>
                    <a:pt x="6335078" y="1039654"/>
                  </a:lnTo>
                  <a:cubicBezTo>
                    <a:pt x="6352508" y="1039654"/>
                    <a:pt x="6366891" y="1052513"/>
                    <a:pt x="6366891" y="1068324"/>
                  </a:cubicBezTo>
                  <a:lnTo>
                    <a:pt x="6366891" y="1220057"/>
                  </a:lnTo>
                  <a:close/>
                  <a:moveTo>
                    <a:pt x="6643116" y="1220057"/>
                  </a:moveTo>
                  <a:cubicBezTo>
                    <a:pt x="6643116" y="1235774"/>
                    <a:pt x="6628829" y="1248728"/>
                    <a:pt x="6611303" y="1248728"/>
                  </a:cubicBezTo>
                  <a:lnTo>
                    <a:pt x="6459760" y="1248728"/>
                  </a:lnTo>
                  <a:cubicBezTo>
                    <a:pt x="6442329" y="1248728"/>
                    <a:pt x="6427946" y="1235869"/>
                    <a:pt x="6427946" y="1220057"/>
                  </a:cubicBezTo>
                  <a:lnTo>
                    <a:pt x="6427946" y="1068324"/>
                  </a:lnTo>
                  <a:cubicBezTo>
                    <a:pt x="6427946" y="1052608"/>
                    <a:pt x="6442234" y="1039654"/>
                    <a:pt x="6459760" y="1039654"/>
                  </a:cubicBezTo>
                  <a:lnTo>
                    <a:pt x="6611303" y="1039654"/>
                  </a:lnTo>
                  <a:cubicBezTo>
                    <a:pt x="6628733" y="1039654"/>
                    <a:pt x="6643116" y="1052513"/>
                    <a:pt x="6643116" y="1068324"/>
                  </a:cubicBezTo>
                  <a:lnTo>
                    <a:pt x="6643116" y="1220057"/>
                  </a:lnTo>
                  <a:close/>
                  <a:moveTo>
                    <a:pt x="6919341" y="1220057"/>
                  </a:moveTo>
                  <a:cubicBezTo>
                    <a:pt x="6919341" y="1235774"/>
                    <a:pt x="6905054" y="1248728"/>
                    <a:pt x="6887528" y="1248728"/>
                  </a:cubicBezTo>
                  <a:lnTo>
                    <a:pt x="6735985" y="1248728"/>
                  </a:lnTo>
                  <a:cubicBezTo>
                    <a:pt x="6718554" y="1248728"/>
                    <a:pt x="6704171" y="1235869"/>
                    <a:pt x="6704171" y="1220057"/>
                  </a:cubicBezTo>
                  <a:lnTo>
                    <a:pt x="6704171" y="1068324"/>
                  </a:lnTo>
                  <a:cubicBezTo>
                    <a:pt x="6704171" y="1052608"/>
                    <a:pt x="6718459" y="1039654"/>
                    <a:pt x="6735985" y="1039654"/>
                  </a:cubicBezTo>
                  <a:lnTo>
                    <a:pt x="6887528" y="1039654"/>
                  </a:lnTo>
                  <a:cubicBezTo>
                    <a:pt x="6904958" y="1039654"/>
                    <a:pt x="6919341" y="1052513"/>
                    <a:pt x="6919341" y="1068324"/>
                  </a:cubicBezTo>
                  <a:lnTo>
                    <a:pt x="6919341" y="1220057"/>
                  </a:lnTo>
                  <a:close/>
                  <a:moveTo>
                    <a:pt x="7195566" y="1220057"/>
                  </a:moveTo>
                  <a:cubicBezTo>
                    <a:pt x="7195566" y="1235774"/>
                    <a:pt x="7181279" y="1248728"/>
                    <a:pt x="7163753" y="1248728"/>
                  </a:cubicBezTo>
                  <a:lnTo>
                    <a:pt x="7012210" y="1248728"/>
                  </a:lnTo>
                  <a:cubicBezTo>
                    <a:pt x="6994779" y="1248728"/>
                    <a:pt x="6980396" y="1235869"/>
                    <a:pt x="6980396" y="1220057"/>
                  </a:cubicBezTo>
                  <a:lnTo>
                    <a:pt x="6980396" y="1068324"/>
                  </a:lnTo>
                  <a:cubicBezTo>
                    <a:pt x="6980396" y="1052608"/>
                    <a:pt x="6994684" y="1039654"/>
                    <a:pt x="7012210" y="1039654"/>
                  </a:cubicBezTo>
                  <a:lnTo>
                    <a:pt x="7163753" y="1039654"/>
                  </a:lnTo>
                  <a:cubicBezTo>
                    <a:pt x="7181183" y="1039654"/>
                    <a:pt x="7195566" y="1052513"/>
                    <a:pt x="7195566" y="1068324"/>
                  </a:cubicBezTo>
                  <a:lnTo>
                    <a:pt x="7195566" y="1220057"/>
                  </a:lnTo>
                  <a:close/>
                  <a:moveTo>
                    <a:pt x="7471791" y="1220057"/>
                  </a:moveTo>
                  <a:cubicBezTo>
                    <a:pt x="7471791" y="1235774"/>
                    <a:pt x="7457504" y="1248728"/>
                    <a:pt x="7439978" y="1248728"/>
                  </a:cubicBezTo>
                  <a:lnTo>
                    <a:pt x="7288435" y="1248728"/>
                  </a:lnTo>
                  <a:cubicBezTo>
                    <a:pt x="7271004" y="1248728"/>
                    <a:pt x="7256621" y="1235869"/>
                    <a:pt x="7256621" y="1220057"/>
                  </a:cubicBezTo>
                  <a:lnTo>
                    <a:pt x="7256621" y="1068324"/>
                  </a:lnTo>
                  <a:cubicBezTo>
                    <a:pt x="7256621" y="1052608"/>
                    <a:pt x="7270909" y="1039654"/>
                    <a:pt x="7288435" y="1039654"/>
                  </a:cubicBezTo>
                  <a:lnTo>
                    <a:pt x="7439978" y="1039654"/>
                  </a:lnTo>
                  <a:cubicBezTo>
                    <a:pt x="7457408" y="1039654"/>
                    <a:pt x="7471791" y="1052513"/>
                    <a:pt x="7471791" y="1068324"/>
                  </a:cubicBezTo>
                  <a:lnTo>
                    <a:pt x="7471791" y="1220057"/>
                  </a:lnTo>
                  <a:close/>
                  <a:moveTo>
                    <a:pt x="7748016" y="1220057"/>
                  </a:moveTo>
                  <a:cubicBezTo>
                    <a:pt x="7748016" y="1235774"/>
                    <a:pt x="7733729" y="1248728"/>
                    <a:pt x="7716203" y="1248728"/>
                  </a:cubicBezTo>
                  <a:lnTo>
                    <a:pt x="7564660" y="1248728"/>
                  </a:lnTo>
                  <a:cubicBezTo>
                    <a:pt x="7547229" y="1248728"/>
                    <a:pt x="7532846" y="1235869"/>
                    <a:pt x="7532846" y="1220057"/>
                  </a:cubicBezTo>
                  <a:lnTo>
                    <a:pt x="7532846" y="1068324"/>
                  </a:lnTo>
                  <a:cubicBezTo>
                    <a:pt x="7532846" y="1052608"/>
                    <a:pt x="7547134" y="1039654"/>
                    <a:pt x="7564660" y="1039654"/>
                  </a:cubicBezTo>
                  <a:lnTo>
                    <a:pt x="7716203" y="1039654"/>
                  </a:lnTo>
                  <a:cubicBezTo>
                    <a:pt x="7733633" y="1039654"/>
                    <a:pt x="7748016" y="1052513"/>
                    <a:pt x="7748016" y="1068324"/>
                  </a:cubicBezTo>
                  <a:lnTo>
                    <a:pt x="7748016" y="1220057"/>
                  </a:lnTo>
                  <a:close/>
                  <a:moveTo>
                    <a:pt x="8024241" y="1220057"/>
                  </a:moveTo>
                  <a:cubicBezTo>
                    <a:pt x="8024241" y="1235774"/>
                    <a:pt x="8009954" y="1248728"/>
                    <a:pt x="7992428" y="1248728"/>
                  </a:cubicBezTo>
                  <a:lnTo>
                    <a:pt x="7840885" y="1248728"/>
                  </a:lnTo>
                  <a:cubicBezTo>
                    <a:pt x="7823454" y="1248728"/>
                    <a:pt x="7809071" y="1235869"/>
                    <a:pt x="7809071" y="1220057"/>
                  </a:cubicBezTo>
                  <a:lnTo>
                    <a:pt x="7809071" y="1068324"/>
                  </a:lnTo>
                  <a:cubicBezTo>
                    <a:pt x="7809071" y="1052608"/>
                    <a:pt x="7823359" y="1039654"/>
                    <a:pt x="7840885" y="1039654"/>
                  </a:cubicBezTo>
                  <a:lnTo>
                    <a:pt x="7992428" y="1039654"/>
                  </a:lnTo>
                  <a:cubicBezTo>
                    <a:pt x="8009858" y="1039654"/>
                    <a:pt x="8024241" y="1052513"/>
                    <a:pt x="8024241" y="1068324"/>
                  </a:cubicBezTo>
                  <a:lnTo>
                    <a:pt x="8024241" y="1220057"/>
                  </a:lnTo>
                  <a:close/>
                  <a:moveTo>
                    <a:pt x="8300466" y="1220057"/>
                  </a:moveTo>
                  <a:cubicBezTo>
                    <a:pt x="8300466" y="1235774"/>
                    <a:pt x="8286179" y="1248728"/>
                    <a:pt x="8268653" y="1248728"/>
                  </a:cubicBezTo>
                  <a:lnTo>
                    <a:pt x="8117110" y="1248728"/>
                  </a:lnTo>
                  <a:cubicBezTo>
                    <a:pt x="8099679" y="1248728"/>
                    <a:pt x="8085296" y="1235869"/>
                    <a:pt x="8085296" y="1220057"/>
                  </a:cubicBezTo>
                  <a:lnTo>
                    <a:pt x="8085296" y="1068324"/>
                  </a:lnTo>
                  <a:cubicBezTo>
                    <a:pt x="8085296" y="1052608"/>
                    <a:pt x="8099584" y="1039654"/>
                    <a:pt x="8117110" y="1039654"/>
                  </a:cubicBezTo>
                  <a:lnTo>
                    <a:pt x="8268653" y="1039654"/>
                  </a:lnTo>
                  <a:cubicBezTo>
                    <a:pt x="8286083" y="1039654"/>
                    <a:pt x="8300466" y="1052513"/>
                    <a:pt x="8300466" y="1068324"/>
                  </a:cubicBezTo>
                  <a:lnTo>
                    <a:pt x="8300466" y="1220057"/>
                  </a:lnTo>
                  <a:close/>
                  <a:moveTo>
                    <a:pt x="8576691" y="1220057"/>
                  </a:moveTo>
                  <a:cubicBezTo>
                    <a:pt x="8576691" y="1235774"/>
                    <a:pt x="8562404" y="1248728"/>
                    <a:pt x="8544877" y="1248728"/>
                  </a:cubicBezTo>
                  <a:lnTo>
                    <a:pt x="8393335" y="1248728"/>
                  </a:lnTo>
                  <a:cubicBezTo>
                    <a:pt x="8375904" y="1248728"/>
                    <a:pt x="8361521" y="1235869"/>
                    <a:pt x="8361521" y="1220057"/>
                  </a:cubicBezTo>
                  <a:lnTo>
                    <a:pt x="8361521" y="1068324"/>
                  </a:lnTo>
                  <a:cubicBezTo>
                    <a:pt x="8361521" y="1052608"/>
                    <a:pt x="8375809" y="1039654"/>
                    <a:pt x="8393335" y="1039654"/>
                  </a:cubicBezTo>
                  <a:lnTo>
                    <a:pt x="8544877" y="1039654"/>
                  </a:lnTo>
                  <a:cubicBezTo>
                    <a:pt x="8562308" y="1039654"/>
                    <a:pt x="8576691" y="1052513"/>
                    <a:pt x="8576691" y="1068324"/>
                  </a:cubicBezTo>
                  <a:lnTo>
                    <a:pt x="8576691" y="1220057"/>
                  </a:lnTo>
                  <a:close/>
                  <a:moveTo>
                    <a:pt x="8852916" y="1220057"/>
                  </a:moveTo>
                  <a:cubicBezTo>
                    <a:pt x="8852916" y="1235774"/>
                    <a:pt x="8838629" y="1248728"/>
                    <a:pt x="8821102" y="1248728"/>
                  </a:cubicBezTo>
                  <a:lnTo>
                    <a:pt x="8669560" y="1248728"/>
                  </a:lnTo>
                  <a:cubicBezTo>
                    <a:pt x="8652129" y="1248728"/>
                    <a:pt x="8637746" y="1235869"/>
                    <a:pt x="8637746" y="1220057"/>
                  </a:cubicBezTo>
                  <a:lnTo>
                    <a:pt x="8637746" y="1068324"/>
                  </a:lnTo>
                  <a:cubicBezTo>
                    <a:pt x="8637746" y="1052608"/>
                    <a:pt x="8652034" y="1039654"/>
                    <a:pt x="8669560" y="1039654"/>
                  </a:cubicBezTo>
                  <a:lnTo>
                    <a:pt x="8821102" y="1039654"/>
                  </a:lnTo>
                  <a:cubicBezTo>
                    <a:pt x="8838533" y="1039654"/>
                    <a:pt x="8852916" y="1052513"/>
                    <a:pt x="8852916" y="1068324"/>
                  </a:cubicBezTo>
                  <a:lnTo>
                    <a:pt x="8852916" y="1220057"/>
                  </a:lnTo>
                  <a:close/>
                  <a:moveTo>
                    <a:pt x="9129141" y="1220057"/>
                  </a:moveTo>
                  <a:cubicBezTo>
                    <a:pt x="9129141" y="1235774"/>
                    <a:pt x="9114854" y="1248728"/>
                    <a:pt x="9097327" y="1248728"/>
                  </a:cubicBezTo>
                  <a:lnTo>
                    <a:pt x="8945785" y="1248728"/>
                  </a:lnTo>
                  <a:cubicBezTo>
                    <a:pt x="8928354" y="1248728"/>
                    <a:pt x="8913971" y="1235869"/>
                    <a:pt x="8913971" y="1220057"/>
                  </a:cubicBezTo>
                  <a:lnTo>
                    <a:pt x="8913971" y="1068324"/>
                  </a:lnTo>
                  <a:cubicBezTo>
                    <a:pt x="8913971" y="1052608"/>
                    <a:pt x="8928259" y="1039654"/>
                    <a:pt x="8945785" y="1039654"/>
                  </a:cubicBezTo>
                  <a:lnTo>
                    <a:pt x="9097327" y="1039654"/>
                  </a:lnTo>
                  <a:cubicBezTo>
                    <a:pt x="9114758" y="1039654"/>
                    <a:pt x="9129141" y="1052513"/>
                    <a:pt x="9129141" y="1068324"/>
                  </a:cubicBezTo>
                  <a:lnTo>
                    <a:pt x="9129141" y="1220057"/>
                  </a:lnTo>
                  <a:close/>
                  <a:moveTo>
                    <a:pt x="9405366" y="1220057"/>
                  </a:moveTo>
                  <a:cubicBezTo>
                    <a:pt x="9405366" y="1235774"/>
                    <a:pt x="9391079" y="1248728"/>
                    <a:pt x="9373552" y="1248728"/>
                  </a:cubicBezTo>
                  <a:lnTo>
                    <a:pt x="9222010" y="1248728"/>
                  </a:lnTo>
                  <a:cubicBezTo>
                    <a:pt x="9204579" y="1248728"/>
                    <a:pt x="9190196" y="1235869"/>
                    <a:pt x="9190196" y="1220057"/>
                  </a:cubicBezTo>
                  <a:lnTo>
                    <a:pt x="9190196" y="1068324"/>
                  </a:lnTo>
                  <a:cubicBezTo>
                    <a:pt x="9190196" y="1052608"/>
                    <a:pt x="9204484" y="1039654"/>
                    <a:pt x="9222010" y="1039654"/>
                  </a:cubicBezTo>
                  <a:lnTo>
                    <a:pt x="9373552" y="1039654"/>
                  </a:lnTo>
                  <a:cubicBezTo>
                    <a:pt x="9390983" y="1039654"/>
                    <a:pt x="9405366" y="1052513"/>
                    <a:pt x="9405366" y="1068324"/>
                  </a:cubicBezTo>
                  <a:lnTo>
                    <a:pt x="9405366" y="1220057"/>
                  </a:lnTo>
                  <a:close/>
                  <a:moveTo>
                    <a:pt x="9681591" y="1220057"/>
                  </a:moveTo>
                  <a:cubicBezTo>
                    <a:pt x="9681591" y="1235774"/>
                    <a:pt x="9667304" y="1248728"/>
                    <a:pt x="9649777" y="1248728"/>
                  </a:cubicBezTo>
                  <a:lnTo>
                    <a:pt x="9498235" y="1248728"/>
                  </a:lnTo>
                  <a:cubicBezTo>
                    <a:pt x="9480804" y="1248728"/>
                    <a:pt x="9466421" y="1235869"/>
                    <a:pt x="9466421" y="1220057"/>
                  </a:cubicBezTo>
                  <a:lnTo>
                    <a:pt x="9466421" y="1068324"/>
                  </a:lnTo>
                  <a:cubicBezTo>
                    <a:pt x="9466421" y="1052608"/>
                    <a:pt x="9480709" y="1039654"/>
                    <a:pt x="9498235" y="1039654"/>
                  </a:cubicBezTo>
                  <a:lnTo>
                    <a:pt x="9649777" y="1039654"/>
                  </a:lnTo>
                  <a:cubicBezTo>
                    <a:pt x="9667208" y="1039654"/>
                    <a:pt x="9681591" y="1052513"/>
                    <a:pt x="9681591" y="1068324"/>
                  </a:cubicBezTo>
                  <a:lnTo>
                    <a:pt x="9681591" y="1220057"/>
                  </a:lnTo>
                  <a:close/>
                  <a:moveTo>
                    <a:pt x="9957815" y="1220057"/>
                  </a:moveTo>
                  <a:cubicBezTo>
                    <a:pt x="9957815" y="1235774"/>
                    <a:pt x="9943528" y="1248728"/>
                    <a:pt x="9926002" y="1248728"/>
                  </a:cubicBezTo>
                  <a:lnTo>
                    <a:pt x="9774459" y="1248728"/>
                  </a:lnTo>
                  <a:cubicBezTo>
                    <a:pt x="9757029" y="1248728"/>
                    <a:pt x="9742646" y="1235869"/>
                    <a:pt x="9742646" y="1220057"/>
                  </a:cubicBezTo>
                  <a:lnTo>
                    <a:pt x="9742646" y="1068324"/>
                  </a:lnTo>
                  <a:cubicBezTo>
                    <a:pt x="9742646" y="1052608"/>
                    <a:pt x="9756934" y="1039654"/>
                    <a:pt x="9774459" y="1039654"/>
                  </a:cubicBezTo>
                  <a:lnTo>
                    <a:pt x="9926002" y="1039654"/>
                  </a:lnTo>
                  <a:cubicBezTo>
                    <a:pt x="9943434" y="1039654"/>
                    <a:pt x="9957815" y="1052513"/>
                    <a:pt x="9957815" y="1068324"/>
                  </a:cubicBezTo>
                  <a:lnTo>
                    <a:pt x="9957815" y="1220057"/>
                  </a:lnTo>
                  <a:close/>
                  <a:moveTo>
                    <a:pt x="10234040" y="1220057"/>
                  </a:moveTo>
                  <a:cubicBezTo>
                    <a:pt x="10234040" y="1235774"/>
                    <a:pt x="10219753" y="1248728"/>
                    <a:pt x="10202227" y="1248728"/>
                  </a:cubicBezTo>
                  <a:lnTo>
                    <a:pt x="10050684" y="1248728"/>
                  </a:lnTo>
                  <a:cubicBezTo>
                    <a:pt x="10033254" y="1248728"/>
                    <a:pt x="10018871" y="1235869"/>
                    <a:pt x="10018871" y="1220057"/>
                  </a:cubicBezTo>
                  <a:lnTo>
                    <a:pt x="10018871" y="1068324"/>
                  </a:lnTo>
                  <a:cubicBezTo>
                    <a:pt x="10018871" y="1052608"/>
                    <a:pt x="10033159" y="1039654"/>
                    <a:pt x="10050684" y="1039654"/>
                  </a:cubicBezTo>
                  <a:lnTo>
                    <a:pt x="10202227" y="1039654"/>
                  </a:lnTo>
                  <a:cubicBezTo>
                    <a:pt x="10219659" y="1039654"/>
                    <a:pt x="10234040" y="1052513"/>
                    <a:pt x="10234040" y="1068324"/>
                  </a:cubicBezTo>
                  <a:lnTo>
                    <a:pt x="10234040" y="1220057"/>
                  </a:lnTo>
                  <a:close/>
                  <a:moveTo>
                    <a:pt x="10510265" y="1220057"/>
                  </a:moveTo>
                  <a:cubicBezTo>
                    <a:pt x="10510265" y="1235774"/>
                    <a:pt x="10495978" y="1248728"/>
                    <a:pt x="10478452" y="1248728"/>
                  </a:cubicBezTo>
                  <a:lnTo>
                    <a:pt x="10326909" y="1248728"/>
                  </a:lnTo>
                  <a:cubicBezTo>
                    <a:pt x="10309479" y="1248728"/>
                    <a:pt x="10295096" y="1235869"/>
                    <a:pt x="10295096" y="1220057"/>
                  </a:cubicBezTo>
                  <a:lnTo>
                    <a:pt x="10295096" y="1068324"/>
                  </a:lnTo>
                  <a:cubicBezTo>
                    <a:pt x="10295096" y="1052608"/>
                    <a:pt x="10309384" y="1039654"/>
                    <a:pt x="10326909" y="1039654"/>
                  </a:cubicBezTo>
                  <a:lnTo>
                    <a:pt x="10478452" y="1039654"/>
                  </a:lnTo>
                  <a:cubicBezTo>
                    <a:pt x="10495884" y="1039654"/>
                    <a:pt x="10510265" y="1052513"/>
                    <a:pt x="10510265" y="1068324"/>
                  </a:cubicBezTo>
                  <a:lnTo>
                    <a:pt x="10510265" y="1220057"/>
                  </a:lnTo>
                  <a:close/>
                  <a:moveTo>
                    <a:pt x="10313766" y="63056"/>
                  </a:moveTo>
                  <a:cubicBezTo>
                    <a:pt x="10313766" y="47339"/>
                    <a:pt x="10328053" y="34385"/>
                    <a:pt x="10345579" y="34385"/>
                  </a:cubicBezTo>
                  <a:lnTo>
                    <a:pt x="10497122" y="34385"/>
                  </a:lnTo>
                  <a:cubicBezTo>
                    <a:pt x="10514552" y="34385"/>
                    <a:pt x="10528935" y="47244"/>
                    <a:pt x="10528935" y="63056"/>
                  </a:cubicBezTo>
                  <a:lnTo>
                    <a:pt x="10528935" y="214789"/>
                  </a:lnTo>
                  <a:cubicBezTo>
                    <a:pt x="10528935" y="230505"/>
                    <a:pt x="10514648" y="243459"/>
                    <a:pt x="10497122" y="243459"/>
                  </a:cubicBezTo>
                  <a:lnTo>
                    <a:pt x="10345579" y="243459"/>
                  </a:lnTo>
                  <a:cubicBezTo>
                    <a:pt x="10328147" y="243459"/>
                    <a:pt x="10313766" y="230600"/>
                    <a:pt x="10313766" y="214789"/>
                  </a:cubicBezTo>
                  <a:lnTo>
                    <a:pt x="10313766" y="62960"/>
                  </a:lnTo>
                  <a:close/>
                  <a:moveTo>
                    <a:pt x="10037541" y="63056"/>
                  </a:moveTo>
                  <a:cubicBezTo>
                    <a:pt x="10037541" y="47339"/>
                    <a:pt x="10051828" y="34385"/>
                    <a:pt x="10069354" y="34385"/>
                  </a:cubicBezTo>
                  <a:lnTo>
                    <a:pt x="10220897" y="34385"/>
                  </a:lnTo>
                  <a:cubicBezTo>
                    <a:pt x="10238327" y="34385"/>
                    <a:pt x="10252710" y="47244"/>
                    <a:pt x="10252710" y="63056"/>
                  </a:cubicBezTo>
                  <a:lnTo>
                    <a:pt x="10252710" y="214789"/>
                  </a:lnTo>
                  <a:cubicBezTo>
                    <a:pt x="10252710" y="230505"/>
                    <a:pt x="10238423" y="243459"/>
                    <a:pt x="10220897" y="243459"/>
                  </a:cubicBezTo>
                  <a:lnTo>
                    <a:pt x="10069354" y="243459"/>
                  </a:lnTo>
                  <a:cubicBezTo>
                    <a:pt x="10051922" y="243459"/>
                    <a:pt x="10037541" y="230600"/>
                    <a:pt x="10037541" y="214789"/>
                  </a:cubicBezTo>
                  <a:lnTo>
                    <a:pt x="10037541" y="62960"/>
                  </a:lnTo>
                  <a:close/>
                  <a:moveTo>
                    <a:pt x="9761316" y="63056"/>
                  </a:moveTo>
                  <a:cubicBezTo>
                    <a:pt x="9761316" y="47339"/>
                    <a:pt x="9775603" y="34385"/>
                    <a:pt x="9793129" y="34385"/>
                  </a:cubicBezTo>
                  <a:lnTo>
                    <a:pt x="9944672" y="34385"/>
                  </a:lnTo>
                  <a:cubicBezTo>
                    <a:pt x="9962102" y="34385"/>
                    <a:pt x="9976485" y="47244"/>
                    <a:pt x="9976485" y="63056"/>
                  </a:cubicBezTo>
                  <a:lnTo>
                    <a:pt x="9976485" y="214789"/>
                  </a:lnTo>
                  <a:cubicBezTo>
                    <a:pt x="9976485" y="230505"/>
                    <a:pt x="9962198" y="243459"/>
                    <a:pt x="9944672" y="243459"/>
                  </a:cubicBezTo>
                  <a:lnTo>
                    <a:pt x="9793129" y="243459"/>
                  </a:lnTo>
                  <a:cubicBezTo>
                    <a:pt x="9775697" y="243459"/>
                    <a:pt x="9761316" y="230600"/>
                    <a:pt x="9761316" y="214789"/>
                  </a:cubicBezTo>
                  <a:lnTo>
                    <a:pt x="9761316" y="62960"/>
                  </a:lnTo>
                  <a:close/>
                  <a:moveTo>
                    <a:pt x="9485090" y="63056"/>
                  </a:moveTo>
                  <a:cubicBezTo>
                    <a:pt x="9485090" y="47339"/>
                    <a:pt x="9499378" y="34385"/>
                    <a:pt x="9516904" y="34385"/>
                  </a:cubicBezTo>
                  <a:lnTo>
                    <a:pt x="9668446" y="34385"/>
                  </a:lnTo>
                  <a:cubicBezTo>
                    <a:pt x="9685877" y="34385"/>
                    <a:pt x="9700260" y="47244"/>
                    <a:pt x="9700260" y="63056"/>
                  </a:cubicBezTo>
                  <a:lnTo>
                    <a:pt x="9700260" y="214789"/>
                  </a:lnTo>
                  <a:cubicBezTo>
                    <a:pt x="9700260" y="230505"/>
                    <a:pt x="9685973" y="243459"/>
                    <a:pt x="9668446" y="243459"/>
                  </a:cubicBezTo>
                  <a:lnTo>
                    <a:pt x="9516904" y="243459"/>
                  </a:lnTo>
                  <a:cubicBezTo>
                    <a:pt x="9499473" y="243459"/>
                    <a:pt x="9485090" y="230600"/>
                    <a:pt x="9485090" y="214789"/>
                  </a:cubicBezTo>
                  <a:lnTo>
                    <a:pt x="9485090" y="62960"/>
                  </a:lnTo>
                  <a:close/>
                  <a:moveTo>
                    <a:pt x="9208865" y="63056"/>
                  </a:moveTo>
                  <a:cubicBezTo>
                    <a:pt x="9208865" y="47339"/>
                    <a:pt x="9223153" y="34385"/>
                    <a:pt x="9240679" y="34385"/>
                  </a:cubicBezTo>
                  <a:lnTo>
                    <a:pt x="9392221" y="34385"/>
                  </a:lnTo>
                  <a:cubicBezTo>
                    <a:pt x="9409652" y="34385"/>
                    <a:pt x="9424035" y="47244"/>
                    <a:pt x="9424035" y="63056"/>
                  </a:cubicBezTo>
                  <a:lnTo>
                    <a:pt x="9424035" y="214789"/>
                  </a:lnTo>
                  <a:cubicBezTo>
                    <a:pt x="9424035" y="230505"/>
                    <a:pt x="9409748" y="243459"/>
                    <a:pt x="9392221" y="243459"/>
                  </a:cubicBezTo>
                  <a:lnTo>
                    <a:pt x="9240679" y="243459"/>
                  </a:lnTo>
                  <a:cubicBezTo>
                    <a:pt x="9223248" y="243459"/>
                    <a:pt x="9208865" y="230600"/>
                    <a:pt x="9208865" y="214789"/>
                  </a:cubicBezTo>
                  <a:lnTo>
                    <a:pt x="9208865" y="62960"/>
                  </a:lnTo>
                  <a:close/>
                  <a:moveTo>
                    <a:pt x="8932640" y="63056"/>
                  </a:moveTo>
                  <a:cubicBezTo>
                    <a:pt x="8932640" y="47339"/>
                    <a:pt x="8946928" y="34385"/>
                    <a:pt x="8964454" y="34385"/>
                  </a:cubicBezTo>
                  <a:lnTo>
                    <a:pt x="9115996" y="34385"/>
                  </a:lnTo>
                  <a:cubicBezTo>
                    <a:pt x="9133427" y="34385"/>
                    <a:pt x="9147810" y="47244"/>
                    <a:pt x="9147810" y="63056"/>
                  </a:cubicBezTo>
                  <a:lnTo>
                    <a:pt x="9147810" y="214789"/>
                  </a:lnTo>
                  <a:cubicBezTo>
                    <a:pt x="9147810" y="230505"/>
                    <a:pt x="9133523" y="243459"/>
                    <a:pt x="9115996" y="243459"/>
                  </a:cubicBezTo>
                  <a:lnTo>
                    <a:pt x="8964454" y="243459"/>
                  </a:lnTo>
                  <a:cubicBezTo>
                    <a:pt x="8947023" y="243459"/>
                    <a:pt x="8932640" y="230600"/>
                    <a:pt x="8932640" y="214789"/>
                  </a:cubicBezTo>
                  <a:lnTo>
                    <a:pt x="8932640" y="62960"/>
                  </a:lnTo>
                  <a:close/>
                  <a:moveTo>
                    <a:pt x="8656415" y="63056"/>
                  </a:moveTo>
                  <a:cubicBezTo>
                    <a:pt x="8656415" y="47339"/>
                    <a:pt x="8670703" y="34385"/>
                    <a:pt x="8688229" y="34385"/>
                  </a:cubicBezTo>
                  <a:lnTo>
                    <a:pt x="8839771" y="34385"/>
                  </a:lnTo>
                  <a:cubicBezTo>
                    <a:pt x="8857202" y="34385"/>
                    <a:pt x="8871585" y="47244"/>
                    <a:pt x="8871585" y="63056"/>
                  </a:cubicBezTo>
                  <a:lnTo>
                    <a:pt x="8871585" y="214789"/>
                  </a:lnTo>
                  <a:cubicBezTo>
                    <a:pt x="8871585" y="230505"/>
                    <a:pt x="8857298" y="243459"/>
                    <a:pt x="8839771" y="243459"/>
                  </a:cubicBezTo>
                  <a:lnTo>
                    <a:pt x="8688229" y="243459"/>
                  </a:lnTo>
                  <a:cubicBezTo>
                    <a:pt x="8670798" y="243459"/>
                    <a:pt x="8656415" y="230600"/>
                    <a:pt x="8656415" y="214789"/>
                  </a:cubicBezTo>
                  <a:lnTo>
                    <a:pt x="8656415" y="62960"/>
                  </a:lnTo>
                  <a:close/>
                  <a:moveTo>
                    <a:pt x="8380190" y="63056"/>
                  </a:moveTo>
                  <a:cubicBezTo>
                    <a:pt x="8380190" y="47339"/>
                    <a:pt x="8394478" y="34385"/>
                    <a:pt x="8412004" y="34385"/>
                  </a:cubicBezTo>
                  <a:lnTo>
                    <a:pt x="8563546" y="34385"/>
                  </a:lnTo>
                  <a:cubicBezTo>
                    <a:pt x="8580977" y="34385"/>
                    <a:pt x="8595360" y="47244"/>
                    <a:pt x="8595360" y="63056"/>
                  </a:cubicBezTo>
                  <a:lnTo>
                    <a:pt x="8595360" y="214789"/>
                  </a:lnTo>
                  <a:cubicBezTo>
                    <a:pt x="8595360" y="230505"/>
                    <a:pt x="8581073" y="243459"/>
                    <a:pt x="8563546" y="243459"/>
                  </a:cubicBezTo>
                  <a:lnTo>
                    <a:pt x="8412004" y="243459"/>
                  </a:lnTo>
                  <a:cubicBezTo>
                    <a:pt x="8394573" y="243459"/>
                    <a:pt x="8380190" y="230600"/>
                    <a:pt x="8380190" y="214789"/>
                  </a:cubicBezTo>
                  <a:lnTo>
                    <a:pt x="8380190" y="62960"/>
                  </a:lnTo>
                  <a:close/>
                  <a:moveTo>
                    <a:pt x="8103965" y="63056"/>
                  </a:moveTo>
                  <a:cubicBezTo>
                    <a:pt x="8103965" y="47339"/>
                    <a:pt x="8118253" y="34385"/>
                    <a:pt x="8135779" y="34385"/>
                  </a:cubicBezTo>
                  <a:lnTo>
                    <a:pt x="8287322" y="34385"/>
                  </a:lnTo>
                  <a:cubicBezTo>
                    <a:pt x="8304753" y="34385"/>
                    <a:pt x="8319135" y="47244"/>
                    <a:pt x="8319135" y="63056"/>
                  </a:cubicBezTo>
                  <a:lnTo>
                    <a:pt x="8319135" y="214789"/>
                  </a:lnTo>
                  <a:cubicBezTo>
                    <a:pt x="8319135" y="230505"/>
                    <a:pt x="8304848" y="243459"/>
                    <a:pt x="8287322" y="243459"/>
                  </a:cubicBezTo>
                  <a:lnTo>
                    <a:pt x="8135779" y="243459"/>
                  </a:lnTo>
                  <a:cubicBezTo>
                    <a:pt x="8118348" y="243459"/>
                    <a:pt x="8103965" y="230600"/>
                    <a:pt x="8103965" y="214789"/>
                  </a:cubicBezTo>
                  <a:lnTo>
                    <a:pt x="8103965" y="62960"/>
                  </a:lnTo>
                  <a:close/>
                  <a:moveTo>
                    <a:pt x="7827740" y="63056"/>
                  </a:moveTo>
                  <a:cubicBezTo>
                    <a:pt x="7827740" y="47339"/>
                    <a:pt x="7842028" y="34385"/>
                    <a:pt x="7859554" y="34385"/>
                  </a:cubicBezTo>
                  <a:lnTo>
                    <a:pt x="8011097" y="34385"/>
                  </a:lnTo>
                  <a:cubicBezTo>
                    <a:pt x="8028528" y="34385"/>
                    <a:pt x="8042910" y="47244"/>
                    <a:pt x="8042910" y="63056"/>
                  </a:cubicBezTo>
                  <a:lnTo>
                    <a:pt x="8042910" y="214789"/>
                  </a:lnTo>
                  <a:cubicBezTo>
                    <a:pt x="8042910" y="230505"/>
                    <a:pt x="8028623" y="243459"/>
                    <a:pt x="8011097" y="243459"/>
                  </a:cubicBezTo>
                  <a:lnTo>
                    <a:pt x="7859554" y="243459"/>
                  </a:lnTo>
                  <a:cubicBezTo>
                    <a:pt x="7842123" y="243459"/>
                    <a:pt x="7827740" y="230600"/>
                    <a:pt x="7827740" y="214789"/>
                  </a:cubicBezTo>
                  <a:lnTo>
                    <a:pt x="7827740" y="62960"/>
                  </a:lnTo>
                  <a:close/>
                  <a:moveTo>
                    <a:pt x="7551515" y="63056"/>
                  </a:moveTo>
                  <a:cubicBezTo>
                    <a:pt x="7551515" y="47339"/>
                    <a:pt x="7565803" y="34385"/>
                    <a:pt x="7583329" y="34385"/>
                  </a:cubicBezTo>
                  <a:lnTo>
                    <a:pt x="7734872" y="34385"/>
                  </a:lnTo>
                  <a:cubicBezTo>
                    <a:pt x="7752303" y="34385"/>
                    <a:pt x="7766685" y="47244"/>
                    <a:pt x="7766685" y="63056"/>
                  </a:cubicBezTo>
                  <a:lnTo>
                    <a:pt x="7766685" y="214789"/>
                  </a:lnTo>
                  <a:cubicBezTo>
                    <a:pt x="7766685" y="230505"/>
                    <a:pt x="7752398" y="243459"/>
                    <a:pt x="7734872" y="243459"/>
                  </a:cubicBezTo>
                  <a:lnTo>
                    <a:pt x="7583329" y="243459"/>
                  </a:lnTo>
                  <a:cubicBezTo>
                    <a:pt x="7565898" y="243459"/>
                    <a:pt x="7551515" y="230600"/>
                    <a:pt x="7551515" y="214789"/>
                  </a:cubicBezTo>
                  <a:lnTo>
                    <a:pt x="7551515" y="62960"/>
                  </a:lnTo>
                  <a:close/>
                  <a:moveTo>
                    <a:pt x="7275290" y="63056"/>
                  </a:moveTo>
                  <a:cubicBezTo>
                    <a:pt x="7275290" y="47339"/>
                    <a:pt x="7289578" y="34385"/>
                    <a:pt x="7307104" y="34385"/>
                  </a:cubicBezTo>
                  <a:lnTo>
                    <a:pt x="7458647" y="34385"/>
                  </a:lnTo>
                  <a:cubicBezTo>
                    <a:pt x="7476078" y="34385"/>
                    <a:pt x="7490460" y="47244"/>
                    <a:pt x="7490460" y="63056"/>
                  </a:cubicBezTo>
                  <a:lnTo>
                    <a:pt x="7490460" y="214789"/>
                  </a:lnTo>
                  <a:cubicBezTo>
                    <a:pt x="7490460" y="230505"/>
                    <a:pt x="7476173" y="243459"/>
                    <a:pt x="7458647" y="243459"/>
                  </a:cubicBezTo>
                  <a:lnTo>
                    <a:pt x="7307104" y="243459"/>
                  </a:lnTo>
                  <a:cubicBezTo>
                    <a:pt x="7289673" y="243459"/>
                    <a:pt x="7275290" y="230600"/>
                    <a:pt x="7275290" y="214789"/>
                  </a:cubicBezTo>
                  <a:lnTo>
                    <a:pt x="7275290" y="62960"/>
                  </a:lnTo>
                  <a:close/>
                  <a:moveTo>
                    <a:pt x="6999065" y="63056"/>
                  </a:moveTo>
                  <a:cubicBezTo>
                    <a:pt x="6999065" y="47339"/>
                    <a:pt x="7013353" y="34385"/>
                    <a:pt x="7030879" y="34385"/>
                  </a:cubicBezTo>
                  <a:lnTo>
                    <a:pt x="7182422" y="34385"/>
                  </a:lnTo>
                  <a:cubicBezTo>
                    <a:pt x="7199853" y="34385"/>
                    <a:pt x="7214235" y="47244"/>
                    <a:pt x="7214235" y="63056"/>
                  </a:cubicBezTo>
                  <a:lnTo>
                    <a:pt x="7214235" y="214789"/>
                  </a:lnTo>
                  <a:cubicBezTo>
                    <a:pt x="7214235" y="230505"/>
                    <a:pt x="7199948" y="243459"/>
                    <a:pt x="7182422" y="243459"/>
                  </a:cubicBezTo>
                  <a:lnTo>
                    <a:pt x="7030879" y="243459"/>
                  </a:lnTo>
                  <a:cubicBezTo>
                    <a:pt x="7013448" y="243459"/>
                    <a:pt x="6999065" y="230600"/>
                    <a:pt x="6999065" y="214789"/>
                  </a:cubicBezTo>
                  <a:lnTo>
                    <a:pt x="6999065" y="62960"/>
                  </a:lnTo>
                  <a:close/>
                  <a:moveTo>
                    <a:pt x="6722840" y="63056"/>
                  </a:moveTo>
                  <a:cubicBezTo>
                    <a:pt x="6722840" y="47339"/>
                    <a:pt x="6737128" y="34385"/>
                    <a:pt x="6754654" y="34385"/>
                  </a:cubicBezTo>
                  <a:lnTo>
                    <a:pt x="6906197" y="34385"/>
                  </a:lnTo>
                  <a:cubicBezTo>
                    <a:pt x="6923628" y="34385"/>
                    <a:pt x="6938010" y="47244"/>
                    <a:pt x="6938010" y="63056"/>
                  </a:cubicBezTo>
                  <a:lnTo>
                    <a:pt x="6938010" y="214789"/>
                  </a:lnTo>
                  <a:cubicBezTo>
                    <a:pt x="6938010" y="230505"/>
                    <a:pt x="6923723" y="243459"/>
                    <a:pt x="6906197" y="243459"/>
                  </a:cubicBezTo>
                  <a:lnTo>
                    <a:pt x="6754654" y="243459"/>
                  </a:lnTo>
                  <a:cubicBezTo>
                    <a:pt x="6737223" y="243459"/>
                    <a:pt x="6722840" y="230600"/>
                    <a:pt x="6722840" y="214789"/>
                  </a:cubicBezTo>
                  <a:lnTo>
                    <a:pt x="6722840" y="62960"/>
                  </a:lnTo>
                  <a:close/>
                  <a:moveTo>
                    <a:pt x="6446615" y="63056"/>
                  </a:moveTo>
                  <a:cubicBezTo>
                    <a:pt x="6446615" y="47339"/>
                    <a:pt x="6460903" y="34385"/>
                    <a:pt x="6478429" y="34385"/>
                  </a:cubicBezTo>
                  <a:lnTo>
                    <a:pt x="6629972" y="34385"/>
                  </a:lnTo>
                  <a:cubicBezTo>
                    <a:pt x="6647403" y="34385"/>
                    <a:pt x="6661785" y="47244"/>
                    <a:pt x="6661785" y="63056"/>
                  </a:cubicBezTo>
                  <a:lnTo>
                    <a:pt x="6661785" y="214789"/>
                  </a:lnTo>
                  <a:cubicBezTo>
                    <a:pt x="6661785" y="230505"/>
                    <a:pt x="6647498" y="243459"/>
                    <a:pt x="6629972" y="243459"/>
                  </a:cubicBezTo>
                  <a:lnTo>
                    <a:pt x="6478429" y="243459"/>
                  </a:lnTo>
                  <a:cubicBezTo>
                    <a:pt x="6460998" y="243459"/>
                    <a:pt x="6446615" y="230600"/>
                    <a:pt x="6446615" y="214789"/>
                  </a:cubicBezTo>
                  <a:lnTo>
                    <a:pt x="6446615" y="62960"/>
                  </a:lnTo>
                  <a:close/>
                  <a:moveTo>
                    <a:pt x="6170390" y="63056"/>
                  </a:moveTo>
                  <a:cubicBezTo>
                    <a:pt x="6170390" y="47339"/>
                    <a:pt x="6184678" y="34385"/>
                    <a:pt x="6202204" y="34385"/>
                  </a:cubicBezTo>
                  <a:lnTo>
                    <a:pt x="6353747" y="34385"/>
                  </a:lnTo>
                  <a:cubicBezTo>
                    <a:pt x="6371178" y="34385"/>
                    <a:pt x="6385560" y="47244"/>
                    <a:pt x="6385560" y="63056"/>
                  </a:cubicBezTo>
                  <a:lnTo>
                    <a:pt x="6385560" y="214789"/>
                  </a:lnTo>
                  <a:cubicBezTo>
                    <a:pt x="6385560" y="230505"/>
                    <a:pt x="6371273" y="243459"/>
                    <a:pt x="6353747" y="243459"/>
                  </a:cubicBezTo>
                  <a:lnTo>
                    <a:pt x="6202204" y="243459"/>
                  </a:lnTo>
                  <a:cubicBezTo>
                    <a:pt x="6184773" y="243459"/>
                    <a:pt x="6170390" y="230600"/>
                    <a:pt x="6170390" y="214789"/>
                  </a:cubicBezTo>
                  <a:lnTo>
                    <a:pt x="6170390" y="62960"/>
                  </a:lnTo>
                  <a:close/>
                  <a:moveTo>
                    <a:pt x="5894165" y="63056"/>
                  </a:moveTo>
                  <a:cubicBezTo>
                    <a:pt x="5894165" y="47339"/>
                    <a:pt x="5908453" y="34385"/>
                    <a:pt x="5925979" y="34385"/>
                  </a:cubicBezTo>
                  <a:lnTo>
                    <a:pt x="6077522" y="34385"/>
                  </a:lnTo>
                  <a:cubicBezTo>
                    <a:pt x="6094953" y="34385"/>
                    <a:pt x="6109335" y="47244"/>
                    <a:pt x="6109335" y="63056"/>
                  </a:cubicBezTo>
                  <a:lnTo>
                    <a:pt x="6109335" y="214789"/>
                  </a:lnTo>
                  <a:cubicBezTo>
                    <a:pt x="6109335" y="230505"/>
                    <a:pt x="6095048" y="243459"/>
                    <a:pt x="6077522" y="243459"/>
                  </a:cubicBezTo>
                  <a:lnTo>
                    <a:pt x="5925979" y="243459"/>
                  </a:lnTo>
                  <a:cubicBezTo>
                    <a:pt x="5908548" y="243459"/>
                    <a:pt x="5894165" y="230600"/>
                    <a:pt x="5894165" y="214789"/>
                  </a:cubicBezTo>
                  <a:lnTo>
                    <a:pt x="5894165" y="62960"/>
                  </a:lnTo>
                  <a:close/>
                  <a:moveTo>
                    <a:pt x="5617940" y="63056"/>
                  </a:moveTo>
                  <a:cubicBezTo>
                    <a:pt x="5617940" y="47339"/>
                    <a:pt x="5632228" y="34385"/>
                    <a:pt x="5649754" y="34385"/>
                  </a:cubicBezTo>
                  <a:lnTo>
                    <a:pt x="5801297" y="34385"/>
                  </a:lnTo>
                  <a:cubicBezTo>
                    <a:pt x="5818728" y="34385"/>
                    <a:pt x="5833110" y="47244"/>
                    <a:pt x="5833110" y="63056"/>
                  </a:cubicBezTo>
                  <a:lnTo>
                    <a:pt x="5833110" y="214789"/>
                  </a:lnTo>
                  <a:cubicBezTo>
                    <a:pt x="5833110" y="230505"/>
                    <a:pt x="5818823" y="243459"/>
                    <a:pt x="5801297" y="243459"/>
                  </a:cubicBezTo>
                  <a:lnTo>
                    <a:pt x="5649754" y="243459"/>
                  </a:lnTo>
                  <a:cubicBezTo>
                    <a:pt x="5632323" y="243459"/>
                    <a:pt x="5617940" y="230600"/>
                    <a:pt x="5617940" y="214789"/>
                  </a:cubicBezTo>
                  <a:lnTo>
                    <a:pt x="5617940" y="62960"/>
                  </a:lnTo>
                  <a:close/>
                  <a:moveTo>
                    <a:pt x="5341715" y="63056"/>
                  </a:moveTo>
                  <a:cubicBezTo>
                    <a:pt x="5341715" y="47339"/>
                    <a:pt x="5356003" y="34385"/>
                    <a:pt x="5373529" y="34385"/>
                  </a:cubicBezTo>
                  <a:lnTo>
                    <a:pt x="5525072" y="34385"/>
                  </a:lnTo>
                  <a:cubicBezTo>
                    <a:pt x="5542503" y="34385"/>
                    <a:pt x="5556885" y="47244"/>
                    <a:pt x="5556885" y="63056"/>
                  </a:cubicBezTo>
                  <a:lnTo>
                    <a:pt x="5556885" y="214789"/>
                  </a:lnTo>
                  <a:cubicBezTo>
                    <a:pt x="5556885" y="230505"/>
                    <a:pt x="5542598" y="243459"/>
                    <a:pt x="5525072" y="243459"/>
                  </a:cubicBezTo>
                  <a:lnTo>
                    <a:pt x="5373529" y="243459"/>
                  </a:lnTo>
                  <a:cubicBezTo>
                    <a:pt x="5356098" y="243459"/>
                    <a:pt x="5341715" y="230600"/>
                    <a:pt x="5341715" y="214789"/>
                  </a:cubicBezTo>
                  <a:lnTo>
                    <a:pt x="5341715" y="62960"/>
                  </a:lnTo>
                  <a:close/>
                  <a:moveTo>
                    <a:pt x="5029772" y="63056"/>
                  </a:moveTo>
                  <a:cubicBezTo>
                    <a:pt x="5029772" y="47339"/>
                    <a:pt x="5044059" y="34385"/>
                    <a:pt x="5061585" y="34385"/>
                  </a:cubicBezTo>
                  <a:lnTo>
                    <a:pt x="5213128" y="34385"/>
                  </a:lnTo>
                  <a:cubicBezTo>
                    <a:pt x="5230559" y="34385"/>
                    <a:pt x="5244942" y="47244"/>
                    <a:pt x="5244942" y="63056"/>
                  </a:cubicBezTo>
                  <a:lnTo>
                    <a:pt x="5244942" y="214789"/>
                  </a:lnTo>
                  <a:cubicBezTo>
                    <a:pt x="5244942" y="230505"/>
                    <a:pt x="5230654" y="243459"/>
                    <a:pt x="5213128" y="243459"/>
                  </a:cubicBezTo>
                  <a:lnTo>
                    <a:pt x="5061585" y="243459"/>
                  </a:lnTo>
                  <a:cubicBezTo>
                    <a:pt x="5044155" y="243459"/>
                    <a:pt x="5029772" y="230600"/>
                    <a:pt x="5029772" y="214789"/>
                  </a:cubicBezTo>
                  <a:lnTo>
                    <a:pt x="5029772" y="62960"/>
                  </a:lnTo>
                  <a:close/>
                  <a:moveTo>
                    <a:pt x="4753547" y="63056"/>
                  </a:moveTo>
                  <a:cubicBezTo>
                    <a:pt x="4753547" y="47339"/>
                    <a:pt x="4767834" y="34385"/>
                    <a:pt x="4785360" y="34385"/>
                  </a:cubicBezTo>
                  <a:lnTo>
                    <a:pt x="4936903" y="34385"/>
                  </a:lnTo>
                  <a:cubicBezTo>
                    <a:pt x="4954334" y="34385"/>
                    <a:pt x="4968717" y="47244"/>
                    <a:pt x="4968717" y="63056"/>
                  </a:cubicBezTo>
                  <a:lnTo>
                    <a:pt x="4968717" y="214789"/>
                  </a:lnTo>
                  <a:cubicBezTo>
                    <a:pt x="4968717" y="230505"/>
                    <a:pt x="4954429" y="243459"/>
                    <a:pt x="4936903" y="243459"/>
                  </a:cubicBezTo>
                  <a:lnTo>
                    <a:pt x="4785360" y="243459"/>
                  </a:lnTo>
                  <a:cubicBezTo>
                    <a:pt x="4767930" y="243459"/>
                    <a:pt x="4753547" y="230600"/>
                    <a:pt x="4753547" y="214789"/>
                  </a:cubicBezTo>
                  <a:lnTo>
                    <a:pt x="4753547" y="62960"/>
                  </a:lnTo>
                  <a:close/>
                  <a:moveTo>
                    <a:pt x="4477322" y="63056"/>
                  </a:moveTo>
                  <a:cubicBezTo>
                    <a:pt x="4477322" y="47339"/>
                    <a:pt x="4491609" y="34385"/>
                    <a:pt x="4509135" y="34385"/>
                  </a:cubicBezTo>
                  <a:lnTo>
                    <a:pt x="4660678" y="34385"/>
                  </a:lnTo>
                  <a:cubicBezTo>
                    <a:pt x="4678109" y="34385"/>
                    <a:pt x="4692491" y="47244"/>
                    <a:pt x="4692491" y="63056"/>
                  </a:cubicBezTo>
                  <a:lnTo>
                    <a:pt x="4692491" y="214789"/>
                  </a:lnTo>
                  <a:cubicBezTo>
                    <a:pt x="4692491" y="230505"/>
                    <a:pt x="4678204" y="243459"/>
                    <a:pt x="4660678" y="243459"/>
                  </a:cubicBezTo>
                  <a:lnTo>
                    <a:pt x="4509135" y="243459"/>
                  </a:lnTo>
                  <a:cubicBezTo>
                    <a:pt x="4491705" y="243459"/>
                    <a:pt x="4477322" y="230600"/>
                    <a:pt x="4477322" y="214789"/>
                  </a:cubicBezTo>
                  <a:lnTo>
                    <a:pt x="4477322" y="62960"/>
                  </a:lnTo>
                  <a:close/>
                  <a:moveTo>
                    <a:pt x="4201097" y="63056"/>
                  </a:moveTo>
                  <a:cubicBezTo>
                    <a:pt x="4201097" y="47339"/>
                    <a:pt x="4215384" y="34385"/>
                    <a:pt x="4232910" y="34385"/>
                  </a:cubicBezTo>
                  <a:lnTo>
                    <a:pt x="4384453" y="34385"/>
                  </a:lnTo>
                  <a:cubicBezTo>
                    <a:pt x="4401884" y="34385"/>
                    <a:pt x="4416266" y="47244"/>
                    <a:pt x="4416266" y="63056"/>
                  </a:cubicBezTo>
                  <a:lnTo>
                    <a:pt x="4416266" y="214789"/>
                  </a:lnTo>
                  <a:cubicBezTo>
                    <a:pt x="4416266" y="230505"/>
                    <a:pt x="4401979" y="243459"/>
                    <a:pt x="4384453" y="243459"/>
                  </a:cubicBezTo>
                  <a:lnTo>
                    <a:pt x="4232910" y="243459"/>
                  </a:lnTo>
                  <a:cubicBezTo>
                    <a:pt x="4215480" y="243459"/>
                    <a:pt x="4201097" y="230600"/>
                    <a:pt x="4201097" y="214789"/>
                  </a:cubicBezTo>
                  <a:lnTo>
                    <a:pt x="4201097" y="62960"/>
                  </a:lnTo>
                  <a:close/>
                  <a:moveTo>
                    <a:pt x="3924872" y="63056"/>
                  </a:moveTo>
                  <a:cubicBezTo>
                    <a:pt x="3924872" y="47339"/>
                    <a:pt x="3939159" y="34385"/>
                    <a:pt x="3956685" y="34385"/>
                  </a:cubicBezTo>
                  <a:lnTo>
                    <a:pt x="4108228" y="34385"/>
                  </a:lnTo>
                  <a:cubicBezTo>
                    <a:pt x="4125659" y="34385"/>
                    <a:pt x="4140041" y="47244"/>
                    <a:pt x="4140041" y="63056"/>
                  </a:cubicBezTo>
                  <a:lnTo>
                    <a:pt x="4140041" y="214789"/>
                  </a:lnTo>
                  <a:cubicBezTo>
                    <a:pt x="4140041" y="230505"/>
                    <a:pt x="4125754" y="243459"/>
                    <a:pt x="4108228" y="243459"/>
                  </a:cubicBezTo>
                  <a:lnTo>
                    <a:pt x="3956685" y="243459"/>
                  </a:lnTo>
                  <a:cubicBezTo>
                    <a:pt x="3939254" y="243459"/>
                    <a:pt x="3924872" y="230600"/>
                    <a:pt x="3924872" y="214789"/>
                  </a:cubicBezTo>
                  <a:lnTo>
                    <a:pt x="3924872" y="62960"/>
                  </a:lnTo>
                  <a:close/>
                  <a:moveTo>
                    <a:pt x="3648647" y="63056"/>
                  </a:moveTo>
                  <a:cubicBezTo>
                    <a:pt x="3648647" y="47339"/>
                    <a:pt x="3662934" y="34385"/>
                    <a:pt x="3680460" y="34385"/>
                  </a:cubicBezTo>
                  <a:lnTo>
                    <a:pt x="3832003" y="34385"/>
                  </a:lnTo>
                  <a:cubicBezTo>
                    <a:pt x="3849434" y="34385"/>
                    <a:pt x="3863816" y="47244"/>
                    <a:pt x="3863816" y="63056"/>
                  </a:cubicBezTo>
                  <a:lnTo>
                    <a:pt x="3863816" y="214789"/>
                  </a:lnTo>
                  <a:cubicBezTo>
                    <a:pt x="3863816" y="230505"/>
                    <a:pt x="3849529" y="243459"/>
                    <a:pt x="3832003" y="243459"/>
                  </a:cubicBezTo>
                  <a:lnTo>
                    <a:pt x="3680460" y="243459"/>
                  </a:lnTo>
                  <a:cubicBezTo>
                    <a:pt x="3663029" y="243459"/>
                    <a:pt x="3648647" y="230600"/>
                    <a:pt x="3648647" y="214789"/>
                  </a:cubicBezTo>
                  <a:lnTo>
                    <a:pt x="3648647" y="62960"/>
                  </a:lnTo>
                  <a:close/>
                  <a:moveTo>
                    <a:pt x="3372422" y="63056"/>
                  </a:moveTo>
                  <a:cubicBezTo>
                    <a:pt x="3372422" y="47339"/>
                    <a:pt x="3386709" y="34385"/>
                    <a:pt x="3404235" y="34385"/>
                  </a:cubicBezTo>
                  <a:lnTo>
                    <a:pt x="3555778" y="34385"/>
                  </a:lnTo>
                  <a:cubicBezTo>
                    <a:pt x="3573209" y="34385"/>
                    <a:pt x="3587591" y="47244"/>
                    <a:pt x="3587591" y="63056"/>
                  </a:cubicBezTo>
                  <a:lnTo>
                    <a:pt x="3587591" y="214789"/>
                  </a:lnTo>
                  <a:cubicBezTo>
                    <a:pt x="3587591" y="230505"/>
                    <a:pt x="3573304" y="243459"/>
                    <a:pt x="3555778" y="243459"/>
                  </a:cubicBezTo>
                  <a:lnTo>
                    <a:pt x="3404235" y="243459"/>
                  </a:lnTo>
                  <a:cubicBezTo>
                    <a:pt x="3386804" y="243459"/>
                    <a:pt x="3372422" y="230600"/>
                    <a:pt x="3372422" y="214789"/>
                  </a:cubicBezTo>
                  <a:lnTo>
                    <a:pt x="3372422" y="62960"/>
                  </a:lnTo>
                  <a:close/>
                  <a:moveTo>
                    <a:pt x="3096197" y="63056"/>
                  </a:moveTo>
                  <a:cubicBezTo>
                    <a:pt x="3096197" y="47339"/>
                    <a:pt x="3110484" y="34385"/>
                    <a:pt x="3128010" y="34385"/>
                  </a:cubicBezTo>
                  <a:lnTo>
                    <a:pt x="3279553" y="34385"/>
                  </a:lnTo>
                  <a:cubicBezTo>
                    <a:pt x="3296984" y="34385"/>
                    <a:pt x="3311366" y="47244"/>
                    <a:pt x="3311366" y="63056"/>
                  </a:cubicBezTo>
                  <a:lnTo>
                    <a:pt x="3311366" y="214789"/>
                  </a:lnTo>
                  <a:cubicBezTo>
                    <a:pt x="3311366" y="230505"/>
                    <a:pt x="3297079" y="243459"/>
                    <a:pt x="3279553" y="243459"/>
                  </a:cubicBezTo>
                  <a:lnTo>
                    <a:pt x="3128010" y="243459"/>
                  </a:lnTo>
                  <a:cubicBezTo>
                    <a:pt x="3110579" y="243459"/>
                    <a:pt x="3096197" y="230600"/>
                    <a:pt x="3096197" y="214789"/>
                  </a:cubicBezTo>
                  <a:lnTo>
                    <a:pt x="3096197" y="62960"/>
                  </a:lnTo>
                  <a:close/>
                  <a:moveTo>
                    <a:pt x="2819972" y="63056"/>
                  </a:moveTo>
                  <a:cubicBezTo>
                    <a:pt x="2819972" y="47339"/>
                    <a:pt x="2834259" y="34385"/>
                    <a:pt x="2851785" y="34385"/>
                  </a:cubicBezTo>
                  <a:lnTo>
                    <a:pt x="3003328" y="34385"/>
                  </a:lnTo>
                  <a:cubicBezTo>
                    <a:pt x="3020759" y="34385"/>
                    <a:pt x="3035141" y="47244"/>
                    <a:pt x="3035141" y="63056"/>
                  </a:cubicBezTo>
                  <a:lnTo>
                    <a:pt x="3035141" y="214789"/>
                  </a:lnTo>
                  <a:cubicBezTo>
                    <a:pt x="3035141" y="230505"/>
                    <a:pt x="3020854" y="243459"/>
                    <a:pt x="3003328" y="243459"/>
                  </a:cubicBezTo>
                  <a:lnTo>
                    <a:pt x="2851785" y="243459"/>
                  </a:lnTo>
                  <a:cubicBezTo>
                    <a:pt x="2834354" y="243459"/>
                    <a:pt x="2819972" y="230600"/>
                    <a:pt x="2819972" y="214789"/>
                  </a:cubicBezTo>
                  <a:lnTo>
                    <a:pt x="2819972" y="62960"/>
                  </a:lnTo>
                  <a:close/>
                  <a:moveTo>
                    <a:pt x="2543747" y="63056"/>
                  </a:moveTo>
                  <a:cubicBezTo>
                    <a:pt x="2543747" y="47339"/>
                    <a:pt x="2558034" y="34385"/>
                    <a:pt x="2575560" y="34385"/>
                  </a:cubicBezTo>
                  <a:lnTo>
                    <a:pt x="2727103" y="34385"/>
                  </a:lnTo>
                  <a:cubicBezTo>
                    <a:pt x="2744534" y="34385"/>
                    <a:pt x="2758916" y="47244"/>
                    <a:pt x="2758916" y="63056"/>
                  </a:cubicBezTo>
                  <a:lnTo>
                    <a:pt x="2758916" y="214789"/>
                  </a:lnTo>
                  <a:cubicBezTo>
                    <a:pt x="2758916" y="230505"/>
                    <a:pt x="2744629" y="243459"/>
                    <a:pt x="2727103" y="243459"/>
                  </a:cubicBezTo>
                  <a:lnTo>
                    <a:pt x="2575560" y="243459"/>
                  </a:lnTo>
                  <a:cubicBezTo>
                    <a:pt x="2558129" y="243459"/>
                    <a:pt x="2543747" y="230600"/>
                    <a:pt x="2543747" y="214789"/>
                  </a:cubicBezTo>
                  <a:lnTo>
                    <a:pt x="2543747" y="62960"/>
                  </a:lnTo>
                  <a:close/>
                  <a:moveTo>
                    <a:pt x="2267522" y="63056"/>
                  </a:moveTo>
                  <a:cubicBezTo>
                    <a:pt x="2267522" y="47339"/>
                    <a:pt x="2281809" y="34385"/>
                    <a:pt x="2299335" y="34385"/>
                  </a:cubicBezTo>
                  <a:lnTo>
                    <a:pt x="2450878" y="34385"/>
                  </a:lnTo>
                  <a:cubicBezTo>
                    <a:pt x="2468309" y="34385"/>
                    <a:pt x="2482691" y="47244"/>
                    <a:pt x="2482691" y="63056"/>
                  </a:cubicBezTo>
                  <a:lnTo>
                    <a:pt x="2482691" y="214789"/>
                  </a:lnTo>
                  <a:cubicBezTo>
                    <a:pt x="2482691" y="230505"/>
                    <a:pt x="2468404" y="243459"/>
                    <a:pt x="2450878" y="243459"/>
                  </a:cubicBezTo>
                  <a:lnTo>
                    <a:pt x="2299335" y="243459"/>
                  </a:lnTo>
                  <a:cubicBezTo>
                    <a:pt x="2281904" y="243459"/>
                    <a:pt x="2267522" y="230600"/>
                    <a:pt x="2267522" y="214789"/>
                  </a:cubicBezTo>
                  <a:lnTo>
                    <a:pt x="2267522" y="62960"/>
                  </a:lnTo>
                  <a:close/>
                  <a:moveTo>
                    <a:pt x="1991297" y="63056"/>
                  </a:moveTo>
                  <a:cubicBezTo>
                    <a:pt x="1991297" y="47339"/>
                    <a:pt x="2005584" y="34385"/>
                    <a:pt x="2023110" y="34385"/>
                  </a:cubicBezTo>
                  <a:lnTo>
                    <a:pt x="2174653" y="34385"/>
                  </a:lnTo>
                  <a:cubicBezTo>
                    <a:pt x="2192084" y="34385"/>
                    <a:pt x="2206466" y="47244"/>
                    <a:pt x="2206466" y="63056"/>
                  </a:cubicBezTo>
                  <a:lnTo>
                    <a:pt x="2206466" y="214789"/>
                  </a:lnTo>
                  <a:cubicBezTo>
                    <a:pt x="2206466" y="230505"/>
                    <a:pt x="2192179" y="243459"/>
                    <a:pt x="2174653" y="243459"/>
                  </a:cubicBezTo>
                  <a:lnTo>
                    <a:pt x="2023110" y="243459"/>
                  </a:lnTo>
                  <a:cubicBezTo>
                    <a:pt x="2005679" y="243459"/>
                    <a:pt x="1991297" y="230600"/>
                    <a:pt x="1991297" y="214789"/>
                  </a:cubicBezTo>
                  <a:lnTo>
                    <a:pt x="1991297" y="62960"/>
                  </a:lnTo>
                  <a:close/>
                  <a:moveTo>
                    <a:pt x="1715072" y="63056"/>
                  </a:moveTo>
                  <a:cubicBezTo>
                    <a:pt x="1715072" y="47339"/>
                    <a:pt x="1729359" y="34385"/>
                    <a:pt x="1746885" y="34385"/>
                  </a:cubicBezTo>
                  <a:lnTo>
                    <a:pt x="1898428" y="34385"/>
                  </a:lnTo>
                  <a:cubicBezTo>
                    <a:pt x="1915859" y="34385"/>
                    <a:pt x="1930241" y="47244"/>
                    <a:pt x="1930241" y="63056"/>
                  </a:cubicBezTo>
                  <a:lnTo>
                    <a:pt x="1930241" y="214789"/>
                  </a:lnTo>
                  <a:cubicBezTo>
                    <a:pt x="1930241" y="230505"/>
                    <a:pt x="1915954" y="243459"/>
                    <a:pt x="1898428" y="243459"/>
                  </a:cubicBezTo>
                  <a:lnTo>
                    <a:pt x="1746885" y="243459"/>
                  </a:lnTo>
                  <a:cubicBezTo>
                    <a:pt x="1729454" y="243459"/>
                    <a:pt x="1715072" y="230600"/>
                    <a:pt x="1715072" y="214789"/>
                  </a:cubicBezTo>
                  <a:lnTo>
                    <a:pt x="1715072" y="62960"/>
                  </a:lnTo>
                  <a:close/>
                  <a:moveTo>
                    <a:pt x="1438847" y="63056"/>
                  </a:moveTo>
                  <a:cubicBezTo>
                    <a:pt x="1438847" y="47339"/>
                    <a:pt x="1453134" y="34385"/>
                    <a:pt x="1470660" y="34385"/>
                  </a:cubicBezTo>
                  <a:lnTo>
                    <a:pt x="1622203" y="34385"/>
                  </a:lnTo>
                  <a:cubicBezTo>
                    <a:pt x="1639634" y="34385"/>
                    <a:pt x="1654016" y="47244"/>
                    <a:pt x="1654016" y="63056"/>
                  </a:cubicBezTo>
                  <a:lnTo>
                    <a:pt x="1654016" y="214789"/>
                  </a:lnTo>
                  <a:cubicBezTo>
                    <a:pt x="1654016" y="230505"/>
                    <a:pt x="1639729" y="243459"/>
                    <a:pt x="1622203" y="243459"/>
                  </a:cubicBezTo>
                  <a:lnTo>
                    <a:pt x="1470660" y="243459"/>
                  </a:lnTo>
                  <a:cubicBezTo>
                    <a:pt x="1453229" y="243459"/>
                    <a:pt x="1438847" y="230600"/>
                    <a:pt x="1438847" y="214789"/>
                  </a:cubicBezTo>
                  <a:lnTo>
                    <a:pt x="1438847" y="62960"/>
                  </a:lnTo>
                  <a:close/>
                  <a:moveTo>
                    <a:pt x="1162622" y="63056"/>
                  </a:moveTo>
                  <a:cubicBezTo>
                    <a:pt x="1162622" y="47339"/>
                    <a:pt x="1176909" y="34385"/>
                    <a:pt x="1194435" y="34385"/>
                  </a:cubicBezTo>
                  <a:lnTo>
                    <a:pt x="1345978" y="34385"/>
                  </a:lnTo>
                  <a:cubicBezTo>
                    <a:pt x="1363409" y="34385"/>
                    <a:pt x="1377791" y="47244"/>
                    <a:pt x="1377791" y="63056"/>
                  </a:cubicBezTo>
                  <a:lnTo>
                    <a:pt x="1377791" y="214789"/>
                  </a:lnTo>
                  <a:cubicBezTo>
                    <a:pt x="1377791" y="230505"/>
                    <a:pt x="1363504" y="243459"/>
                    <a:pt x="1345978" y="243459"/>
                  </a:cubicBezTo>
                  <a:lnTo>
                    <a:pt x="1194435" y="243459"/>
                  </a:lnTo>
                  <a:cubicBezTo>
                    <a:pt x="1177004" y="243459"/>
                    <a:pt x="1162622" y="230600"/>
                    <a:pt x="1162622" y="214789"/>
                  </a:cubicBezTo>
                  <a:lnTo>
                    <a:pt x="1162622" y="62960"/>
                  </a:lnTo>
                  <a:close/>
                  <a:moveTo>
                    <a:pt x="886397" y="63056"/>
                  </a:moveTo>
                  <a:cubicBezTo>
                    <a:pt x="886397" y="47339"/>
                    <a:pt x="900684" y="34385"/>
                    <a:pt x="918210" y="34385"/>
                  </a:cubicBezTo>
                  <a:lnTo>
                    <a:pt x="1069753" y="34385"/>
                  </a:lnTo>
                  <a:cubicBezTo>
                    <a:pt x="1087184" y="34385"/>
                    <a:pt x="1101566" y="47244"/>
                    <a:pt x="1101566" y="63056"/>
                  </a:cubicBezTo>
                  <a:lnTo>
                    <a:pt x="1101566" y="214789"/>
                  </a:lnTo>
                  <a:cubicBezTo>
                    <a:pt x="1101566" y="230505"/>
                    <a:pt x="1087279" y="243459"/>
                    <a:pt x="1069753" y="243459"/>
                  </a:cubicBezTo>
                  <a:lnTo>
                    <a:pt x="918210" y="243459"/>
                  </a:lnTo>
                  <a:cubicBezTo>
                    <a:pt x="900779" y="243459"/>
                    <a:pt x="886397" y="230600"/>
                    <a:pt x="886397" y="214789"/>
                  </a:cubicBezTo>
                  <a:lnTo>
                    <a:pt x="886397" y="62960"/>
                  </a:lnTo>
                  <a:close/>
                  <a:moveTo>
                    <a:pt x="610172" y="63056"/>
                  </a:moveTo>
                  <a:cubicBezTo>
                    <a:pt x="610172" y="47339"/>
                    <a:pt x="624459" y="34385"/>
                    <a:pt x="641985" y="34385"/>
                  </a:cubicBezTo>
                  <a:lnTo>
                    <a:pt x="793528" y="34385"/>
                  </a:lnTo>
                  <a:cubicBezTo>
                    <a:pt x="810959" y="34385"/>
                    <a:pt x="825341" y="47244"/>
                    <a:pt x="825341" y="63056"/>
                  </a:cubicBezTo>
                  <a:lnTo>
                    <a:pt x="825341" y="214789"/>
                  </a:lnTo>
                  <a:cubicBezTo>
                    <a:pt x="825341" y="230505"/>
                    <a:pt x="811054" y="243459"/>
                    <a:pt x="793528" y="243459"/>
                  </a:cubicBezTo>
                  <a:lnTo>
                    <a:pt x="641985" y="243459"/>
                  </a:lnTo>
                  <a:cubicBezTo>
                    <a:pt x="624554" y="243459"/>
                    <a:pt x="610172" y="230600"/>
                    <a:pt x="610172" y="214789"/>
                  </a:cubicBezTo>
                  <a:lnTo>
                    <a:pt x="610172" y="62960"/>
                  </a:lnTo>
                  <a:close/>
                  <a:moveTo>
                    <a:pt x="333947" y="63056"/>
                  </a:moveTo>
                  <a:cubicBezTo>
                    <a:pt x="333947" y="47339"/>
                    <a:pt x="348234" y="34385"/>
                    <a:pt x="365760" y="34385"/>
                  </a:cubicBezTo>
                  <a:lnTo>
                    <a:pt x="517303" y="34385"/>
                  </a:lnTo>
                  <a:cubicBezTo>
                    <a:pt x="534734" y="34385"/>
                    <a:pt x="549116" y="47244"/>
                    <a:pt x="549116" y="63056"/>
                  </a:cubicBezTo>
                  <a:lnTo>
                    <a:pt x="549116" y="214789"/>
                  </a:lnTo>
                  <a:cubicBezTo>
                    <a:pt x="549116" y="230505"/>
                    <a:pt x="534829" y="243459"/>
                    <a:pt x="517303" y="243459"/>
                  </a:cubicBezTo>
                  <a:lnTo>
                    <a:pt x="365760" y="243459"/>
                  </a:lnTo>
                  <a:cubicBezTo>
                    <a:pt x="348329" y="243459"/>
                    <a:pt x="333947" y="230600"/>
                    <a:pt x="333947" y="214789"/>
                  </a:cubicBezTo>
                  <a:lnTo>
                    <a:pt x="333947" y="62960"/>
                  </a:lnTo>
                  <a:close/>
                  <a:moveTo>
                    <a:pt x="57722" y="63056"/>
                  </a:moveTo>
                  <a:cubicBezTo>
                    <a:pt x="57722" y="47339"/>
                    <a:pt x="72009" y="34385"/>
                    <a:pt x="89535" y="34385"/>
                  </a:cubicBezTo>
                  <a:lnTo>
                    <a:pt x="241078" y="34385"/>
                  </a:lnTo>
                  <a:cubicBezTo>
                    <a:pt x="258509" y="34385"/>
                    <a:pt x="272891" y="47244"/>
                    <a:pt x="272891" y="63056"/>
                  </a:cubicBezTo>
                  <a:lnTo>
                    <a:pt x="272891" y="214789"/>
                  </a:lnTo>
                  <a:cubicBezTo>
                    <a:pt x="272891" y="230505"/>
                    <a:pt x="258604" y="243459"/>
                    <a:pt x="241078" y="243459"/>
                  </a:cubicBezTo>
                  <a:lnTo>
                    <a:pt x="89535" y="243459"/>
                  </a:lnTo>
                  <a:cubicBezTo>
                    <a:pt x="72104" y="243459"/>
                    <a:pt x="57722" y="230600"/>
                    <a:pt x="57722" y="214789"/>
                  </a:cubicBezTo>
                  <a:lnTo>
                    <a:pt x="57722" y="62960"/>
                  </a:lnTo>
                  <a:close/>
                </a:path>
              </a:pathLst>
            </a:custGeom>
            <a:solidFill>
              <a:srgbClr val="FFFFFF">
                <a:alpha val="3522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26"/>
          <p:cNvGrpSpPr/>
          <p:nvPr/>
        </p:nvGrpSpPr>
        <p:grpSpPr>
          <a:xfrm>
            <a:off x="302987" y="288516"/>
            <a:ext cx="8538026" cy="4566468"/>
            <a:chOff x="1298853" y="4144865"/>
            <a:chExt cx="3636452" cy="1944916"/>
          </a:xfrm>
        </p:grpSpPr>
        <p:sp>
          <p:nvSpPr>
            <p:cNvPr id="236" name="Google Shape;236;p26"/>
            <p:cNvSpPr/>
            <p:nvPr/>
          </p:nvSpPr>
          <p:spPr>
            <a:xfrm>
              <a:off x="4556060" y="4144865"/>
              <a:ext cx="379245" cy="379245"/>
            </a:xfrm>
            <a:custGeom>
              <a:avLst/>
              <a:gdLst/>
              <a:ahLst/>
              <a:cxnLst/>
              <a:rect l="l" t="t" r="r" b="b"/>
              <a:pathLst>
                <a:path w="379245" h="379245" extrusionOk="0">
                  <a:moveTo>
                    <a:pt x="379245" y="379245"/>
                  </a:moveTo>
                  <a:lnTo>
                    <a:pt x="379245" y="0"/>
                  </a:ln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4556060" y="5710536"/>
              <a:ext cx="379245" cy="379245"/>
            </a:xfrm>
            <a:custGeom>
              <a:avLst/>
              <a:gdLst/>
              <a:ahLst/>
              <a:cxnLst/>
              <a:rect l="l" t="t" r="r" b="b"/>
              <a:pathLst>
                <a:path w="379245" h="379245" extrusionOk="0">
                  <a:moveTo>
                    <a:pt x="0" y="379246"/>
                  </a:moveTo>
                  <a:lnTo>
                    <a:pt x="379245" y="379246"/>
                  </a:lnTo>
                  <a:lnTo>
                    <a:pt x="379245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1298853" y="4144865"/>
              <a:ext cx="379245" cy="379245"/>
            </a:xfrm>
            <a:custGeom>
              <a:avLst/>
              <a:gdLst/>
              <a:ahLst/>
              <a:cxnLst/>
              <a:rect l="l" t="t" r="r" b="b"/>
              <a:pathLst>
                <a:path w="379245" h="379245" extrusionOk="0">
                  <a:moveTo>
                    <a:pt x="379246" y="0"/>
                  </a:moveTo>
                  <a:lnTo>
                    <a:pt x="0" y="0"/>
                  </a:lnTo>
                  <a:lnTo>
                    <a:pt x="0" y="37924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1298853" y="5710536"/>
              <a:ext cx="379245" cy="379245"/>
            </a:xfrm>
            <a:custGeom>
              <a:avLst/>
              <a:gdLst/>
              <a:ahLst/>
              <a:cxnLst/>
              <a:rect l="l" t="t" r="r" b="b"/>
              <a:pathLst>
                <a:path w="379245" h="379245" extrusionOk="0">
                  <a:moveTo>
                    <a:pt x="0" y="0"/>
                  </a:moveTo>
                  <a:lnTo>
                    <a:pt x="0" y="379246"/>
                  </a:lnTo>
                  <a:lnTo>
                    <a:pt x="379246" y="379246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71" r:id="rId10"/>
    <p:sldLayoutId id="2147483672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>
            <a:spLocks noGrp="1"/>
          </p:cNvSpPr>
          <p:nvPr>
            <p:ph type="ctrTitle"/>
          </p:nvPr>
        </p:nvSpPr>
        <p:spPr>
          <a:xfrm>
            <a:off x="3323411" y="1109656"/>
            <a:ext cx="2861083" cy="8325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CineConnect </a:t>
            </a:r>
            <a:endParaRPr dirty="0"/>
          </a:p>
        </p:txBody>
      </p:sp>
      <p:sp>
        <p:nvSpPr>
          <p:cNvPr id="251" name="Google Shape;251;p30"/>
          <p:cNvSpPr txBox="1">
            <a:spLocks noGrp="1"/>
          </p:cNvSpPr>
          <p:nvPr>
            <p:ph type="subTitle" idx="1"/>
          </p:nvPr>
        </p:nvSpPr>
        <p:spPr>
          <a:xfrm>
            <a:off x="2885771" y="1851911"/>
            <a:ext cx="3736362" cy="3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A Hybrid Movie Recommendation Tool</a:t>
            </a:r>
            <a:endParaRPr sz="1600" dirty="0"/>
          </a:p>
        </p:txBody>
      </p:sp>
      <p:sp>
        <p:nvSpPr>
          <p:cNvPr id="252" name="Google Shape;252;p30"/>
          <p:cNvSpPr/>
          <p:nvPr/>
        </p:nvSpPr>
        <p:spPr>
          <a:xfrm>
            <a:off x="3051011" y="1389745"/>
            <a:ext cx="272400" cy="27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55F393-9CDA-8C17-5726-D13836604035}"/>
              </a:ext>
            </a:extLst>
          </p:cNvPr>
          <p:cNvSpPr txBox="1"/>
          <p:nvPr/>
        </p:nvSpPr>
        <p:spPr>
          <a:xfrm>
            <a:off x="3122690" y="3689096"/>
            <a:ext cx="3262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Archivo" panose="020B0604020202020204" charset="0"/>
                <a:cs typeface="Archivo" panose="020B0604020202020204" charset="0"/>
              </a:rPr>
              <a:t>Preparing By: </a:t>
            </a:r>
            <a:r>
              <a:rPr lang="en-US" sz="1200" dirty="0">
                <a:solidFill>
                  <a:schemeClr val="tx2">
                    <a:lumMod val="90000"/>
                  </a:schemeClr>
                </a:solidFill>
                <a:latin typeface="Archivo" panose="020B0604020202020204" charset="0"/>
                <a:cs typeface="Archivo" panose="020B0604020202020204" charset="0"/>
              </a:rPr>
              <a:t>MITHILA PAUL</a:t>
            </a:r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Archivo" panose="020B0604020202020204" charset="0"/>
                <a:cs typeface="Archivo" panose="020B0604020202020204" charset="0"/>
              </a:rPr>
              <a:t>(Roll:1633)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05C0C-8B53-BC1C-37D2-4E9EE0819EAC}"/>
              </a:ext>
            </a:extLst>
          </p:cNvPr>
          <p:cNvSpPr txBox="1"/>
          <p:nvPr/>
        </p:nvSpPr>
        <p:spPr>
          <a:xfrm>
            <a:off x="2885772" y="3996873"/>
            <a:ext cx="3736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Archivo" panose="020B0604020202020204" charset="0"/>
                <a:cs typeface="Archivo" panose="020B0604020202020204" charset="0"/>
              </a:rPr>
              <a:t>Supervised By: Prof. Dr. B.M. </a:t>
            </a:r>
            <a:r>
              <a:rPr lang="en-US" dirty="0" err="1">
                <a:solidFill>
                  <a:schemeClr val="tx2">
                    <a:lumMod val="90000"/>
                  </a:schemeClr>
                </a:solidFill>
                <a:latin typeface="Archivo" panose="020B0604020202020204" charset="0"/>
                <a:cs typeface="Archivo" panose="020B0604020202020204" charset="0"/>
              </a:rPr>
              <a:t>Mainul</a:t>
            </a:r>
            <a:r>
              <a:rPr lang="en-US" dirty="0">
                <a:solidFill>
                  <a:schemeClr val="tx2">
                    <a:lumMod val="90000"/>
                  </a:schemeClr>
                </a:solidFill>
                <a:latin typeface="Archivo" panose="020B0604020202020204" charset="0"/>
                <a:cs typeface="Archivo" panose="020B0604020202020204" charset="0"/>
              </a:rPr>
              <a:t> Hossain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3FB37-DA54-7CA8-F653-0DC866127888}"/>
              </a:ext>
            </a:extLst>
          </p:cNvPr>
          <p:cNvSpPr txBox="1"/>
          <p:nvPr/>
        </p:nvSpPr>
        <p:spPr>
          <a:xfrm>
            <a:off x="3211551" y="2557788"/>
            <a:ext cx="2720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Oswald" panose="00000500000000000000" pitchFamily="2" charset="0"/>
              </a:rPr>
              <a:t>SPL-1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  <a:latin typeface="Oswald" panose="00000500000000000000" pitchFamily="2" charset="0"/>
              </a:rPr>
              <a:t>Mid-Term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  <a:latin typeface="Oswald" panose="00000500000000000000" pitchFamily="2" charset="0"/>
              </a:rPr>
              <a:t>Presentation</a:t>
            </a:r>
            <a:endParaRPr lang="en-US" sz="1800" dirty="0">
              <a:solidFill>
                <a:srgbClr val="FF0000"/>
              </a:solidFill>
              <a:latin typeface="Oswald" panose="000005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" grpId="0"/>
      <p:bldP spid="251" grpId="0" build="p"/>
      <p:bldP spid="252" grpId="0" animBg="1"/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Why is this problem important?</a:t>
            </a:r>
            <a:r>
              <a:rPr lang="en" dirty="0"/>
              <a:t> </a:t>
            </a:r>
            <a:endParaRPr dirty="0"/>
          </a:p>
        </p:txBody>
      </p:sp>
      <p:sp>
        <p:nvSpPr>
          <p:cNvPr id="267" name="Google Shape;267;p32"/>
          <p:cNvSpPr txBox="1">
            <a:spLocks noGrp="1"/>
          </p:cNvSpPr>
          <p:nvPr>
            <p:ph type="title" idx="2"/>
          </p:nvPr>
        </p:nvSpPr>
        <p:spPr>
          <a:xfrm>
            <a:off x="1194508" y="1542930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69" name="Google Shape;269;p32"/>
          <p:cNvSpPr txBox="1">
            <a:spLocks noGrp="1"/>
          </p:cNvSpPr>
          <p:nvPr>
            <p:ph type="title" idx="4"/>
          </p:nvPr>
        </p:nvSpPr>
        <p:spPr>
          <a:xfrm>
            <a:off x="1135034" y="2571750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71" name="Google Shape;271;p32"/>
          <p:cNvSpPr txBox="1">
            <a:spLocks noGrp="1"/>
          </p:cNvSpPr>
          <p:nvPr>
            <p:ph type="title" idx="6"/>
          </p:nvPr>
        </p:nvSpPr>
        <p:spPr>
          <a:xfrm>
            <a:off x="1135034" y="3618279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74" name="Google Shape;274;p32"/>
          <p:cNvSpPr txBox="1">
            <a:spLocks noGrp="1"/>
          </p:cNvSpPr>
          <p:nvPr>
            <p:ph type="subTitle" idx="8"/>
          </p:nvPr>
        </p:nvSpPr>
        <p:spPr>
          <a:xfrm>
            <a:off x="1929208" y="2571750"/>
            <a:ext cx="5445453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Most recommendation systems are black-box or based on what others liked.</a:t>
            </a:r>
            <a:endParaRPr dirty="0"/>
          </a:p>
        </p:txBody>
      </p:sp>
      <p:sp>
        <p:nvSpPr>
          <p:cNvPr id="275" name="Google Shape;275;p32"/>
          <p:cNvSpPr txBox="1">
            <a:spLocks noGrp="1"/>
          </p:cNvSpPr>
          <p:nvPr>
            <p:ph type="subTitle" idx="9"/>
          </p:nvPr>
        </p:nvSpPr>
        <p:spPr>
          <a:xfrm>
            <a:off x="1929208" y="3642888"/>
            <a:ext cx="4620275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Aim to design a lightweight, offline, file-based recommendation engine prioritizing users’ choice.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83CA319-6D30-7C6D-FB61-4A343A7950B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29208" y="1578880"/>
            <a:ext cx="66095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swald" panose="00000500000000000000" pitchFamily="2" charset="0"/>
              </a:rPr>
              <a:t>Users struggle to discover relevant movies according to their own preference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FBF4E6-DBA3-2E65-15FC-51EEC32DA619}"/>
              </a:ext>
            </a:extLst>
          </p:cNvPr>
          <p:cNvSpPr txBox="1"/>
          <p:nvPr/>
        </p:nvSpPr>
        <p:spPr>
          <a:xfrm>
            <a:off x="4505094" y="4698379"/>
            <a:ext cx="289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" grpId="0"/>
      <p:bldP spid="267" grpId="0"/>
      <p:bldP spid="269" grpId="0"/>
      <p:bldP spid="271" grpId="0"/>
      <p:bldP spid="274" grpId="0" build="p"/>
      <p:bldP spid="275" grpId="0" build="p"/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1606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CineConnect</a:t>
            </a:r>
            <a:endParaRPr dirty="0"/>
          </a:p>
        </p:txBody>
      </p:sp>
      <p:sp>
        <p:nvSpPr>
          <p:cNvPr id="258" name="Google Shape;258;p31"/>
          <p:cNvSpPr txBox="1">
            <a:spLocks noGrp="1"/>
          </p:cNvSpPr>
          <p:nvPr>
            <p:ph type="body" idx="1"/>
          </p:nvPr>
        </p:nvSpPr>
        <p:spPr>
          <a:xfrm>
            <a:off x="738585" y="962316"/>
            <a:ext cx="2554742" cy="4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Console Based Web Application 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37F04DB-415E-DE6E-209A-0273553B52BD}"/>
              </a:ext>
            </a:extLst>
          </p:cNvPr>
          <p:cNvSpPr/>
          <p:nvPr/>
        </p:nvSpPr>
        <p:spPr>
          <a:xfrm>
            <a:off x="401443" y="2468139"/>
            <a:ext cx="1516566" cy="966439"/>
          </a:xfrm>
          <a:prstGeom prst="round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Register/Login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A5DAA1A0-73DD-2514-53D9-23B1AE7314C9}"/>
              </a:ext>
            </a:extLst>
          </p:cNvPr>
          <p:cNvCxnSpPr>
            <a:cxnSpLocks/>
            <a:endCxn id="6" idx="1"/>
          </p:cNvCxnSpPr>
          <p:nvPr/>
        </p:nvCxnSpPr>
        <p:spPr>
          <a:xfrm rot="5400000" flipH="1" flipV="1">
            <a:off x="417269" y="2052435"/>
            <a:ext cx="494984" cy="2688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103C013-0738-BC14-E1E4-A7A6DBB07735}"/>
              </a:ext>
            </a:extLst>
          </p:cNvPr>
          <p:cNvSpPr/>
          <p:nvPr/>
        </p:nvSpPr>
        <p:spPr>
          <a:xfrm>
            <a:off x="799170" y="1709102"/>
            <a:ext cx="1531435" cy="460500"/>
          </a:xfrm>
          <a:prstGeom prst="rect">
            <a:avLst/>
          </a:prstGeom>
          <a:noFill/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Checks if the user’s </a:t>
            </a:r>
            <a:r>
              <a:rPr lang="en-US" sz="1000" dirty="0">
                <a:solidFill>
                  <a:schemeClr val="tx1"/>
                </a:solidFill>
              </a:rPr>
              <a:t>personal ratings</a:t>
            </a:r>
            <a:r>
              <a:rPr lang="en-US" sz="1000" dirty="0"/>
              <a:t> </a:t>
            </a:r>
            <a:r>
              <a:rPr lang="en-US" sz="1000" dirty="0">
                <a:solidFill>
                  <a:schemeClr val="tx1"/>
                </a:solidFill>
              </a:rPr>
              <a:t>already exists or not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545E5B-5872-7703-F168-51A3C3399CB6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1918009" y="2951358"/>
            <a:ext cx="41259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7E649C7-5999-131B-4182-B234E1BB1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491095"/>
              </p:ext>
            </p:extLst>
          </p:nvPr>
        </p:nvGraphicFramePr>
        <p:xfrm>
          <a:off x="2330604" y="2341758"/>
          <a:ext cx="1988633" cy="1155670"/>
        </p:xfrm>
        <a:graphic>
          <a:graphicData uri="http://schemas.openxmlformats.org/drawingml/2006/table">
            <a:tbl>
              <a:tblPr firstRow="1" bandRow="1">
                <a:tableStyleId>{9DA0BCEC-DF6B-4964-B3D8-1E088FF5E0F4}</a:tableStyleId>
              </a:tblPr>
              <a:tblGrid>
                <a:gridCol w="1988633">
                  <a:extLst>
                    <a:ext uri="{9D8B030D-6E8A-4147-A177-3AD203B41FA5}">
                      <a16:colId xmlns:a16="http://schemas.microsoft.com/office/drawing/2014/main" val="2838767815"/>
                    </a:ext>
                  </a:extLst>
                </a:gridCol>
              </a:tblGrid>
              <a:tr h="287904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chivo" panose="020B0604020202020204" charset="0"/>
                          <a:cs typeface="Archivo" panose="020B0604020202020204" charset="0"/>
                        </a:rPr>
                        <a:t>View My Ratings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816104"/>
                  </a:ext>
                </a:extLst>
              </a:tr>
              <a:tr h="291958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chivo" panose="020B0604020202020204" charset="0"/>
                          <a:cs typeface="Archivo" panose="020B0604020202020204" charset="0"/>
                        </a:rPr>
                        <a:t>Rate A Movie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93698"/>
                  </a:ext>
                </a:extLst>
              </a:tr>
              <a:tr h="287904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chivo" panose="020B0604020202020204" charset="0"/>
                          <a:cs typeface="Archivo" panose="020B0604020202020204" charset="0"/>
                        </a:rPr>
                        <a:t>Get Recommendation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598753"/>
                  </a:ext>
                </a:extLst>
              </a:tr>
              <a:tr h="287904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chivo" panose="020B0604020202020204" charset="0"/>
                          <a:cs typeface="Archivo" panose="020B0604020202020204" charset="0"/>
                        </a:rPr>
                        <a:t>Join/Create A Community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630369"/>
                  </a:ext>
                </a:extLst>
              </a:tr>
            </a:tbl>
          </a:graphicData>
        </a:graphic>
      </p:graphicFrame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5805140-E46A-1F60-DDF2-984EC81E71CB}"/>
              </a:ext>
            </a:extLst>
          </p:cNvPr>
          <p:cNvCxnSpPr>
            <a:cxnSpLocks/>
          </p:cNvCxnSpPr>
          <p:nvPr/>
        </p:nvCxnSpPr>
        <p:spPr>
          <a:xfrm flipV="1">
            <a:off x="4337822" y="1839726"/>
            <a:ext cx="866076" cy="6675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A202227-5C77-50C2-5F6B-2609CD54E3C0}"/>
              </a:ext>
            </a:extLst>
          </p:cNvPr>
          <p:cNvCxnSpPr>
            <a:cxnSpLocks/>
          </p:cNvCxnSpPr>
          <p:nvPr/>
        </p:nvCxnSpPr>
        <p:spPr>
          <a:xfrm flipV="1">
            <a:off x="4319237" y="2538939"/>
            <a:ext cx="884661" cy="261387"/>
          </a:xfrm>
          <a:prstGeom prst="bentConnector3">
            <a:avLst>
              <a:gd name="adj1" fmla="val 642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DC95B5A5-AB87-C2BE-C146-744D4CEF07BC}"/>
              </a:ext>
            </a:extLst>
          </p:cNvPr>
          <p:cNvCxnSpPr>
            <a:cxnSpLocks/>
          </p:cNvCxnSpPr>
          <p:nvPr/>
        </p:nvCxnSpPr>
        <p:spPr>
          <a:xfrm flipV="1">
            <a:off x="6787371" y="2434336"/>
            <a:ext cx="351267" cy="729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9757F4B-E0E0-03BA-A68D-5C98F01DF7C1}"/>
              </a:ext>
            </a:extLst>
          </p:cNvPr>
          <p:cNvCxnSpPr>
            <a:cxnSpLocks/>
          </p:cNvCxnSpPr>
          <p:nvPr/>
        </p:nvCxnSpPr>
        <p:spPr>
          <a:xfrm>
            <a:off x="4337822" y="3052543"/>
            <a:ext cx="817757" cy="3164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521E764-10A7-EE60-F81D-CB961F9419A7}"/>
              </a:ext>
            </a:extLst>
          </p:cNvPr>
          <p:cNvSpPr/>
          <p:nvPr/>
        </p:nvSpPr>
        <p:spPr>
          <a:xfrm>
            <a:off x="5203898" y="1432570"/>
            <a:ext cx="1412487" cy="667547"/>
          </a:xfrm>
          <a:prstGeom prst="snip1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User view their previous rated movies</a:t>
            </a:r>
          </a:p>
        </p:txBody>
      </p:sp>
      <p:sp>
        <p:nvSpPr>
          <p:cNvPr id="33" name="Rectangle: Diagonal Corners Snipped 32">
            <a:extLst>
              <a:ext uri="{FF2B5EF4-FFF2-40B4-BE49-F238E27FC236}">
                <a16:creationId xmlns:a16="http://schemas.microsoft.com/office/drawing/2014/main" id="{EE463683-6140-9FC4-F7F2-65BC7F70FAF2}"/>
              </a:ext>
            </a:extLst>
          </p:cNvPr>
          <p:cNvSpPr/>
          <p:nvPr/>
        </p:nvSpPr>
        <p:spPr>
          <a:xfrm>
            <a:off x="5203898" y="2252868"/>
            <a:ext cx="1583473" cy="572142"/>
          </a:xfrm>
          <a:prstGeom prst="snip2Diag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Can rate a movie by searching its name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2AEFF8-5368-2B26-106E-35C741E5E8DA}"/>
              </a:ext>
            </a:extLst>
          </p:cNvPr>
          <p:cNvSpPr/>
          <p:nvPr/>
        </p:nvSpPr>
        <p:spPr>
          <a:xfrm>
            <a:off x="7138638" y="2187897"/>
            <a:ext cx="1583472" cy="56048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Keep the record!</a:t>
            </a:r>
          </a:p>
        </p:txBody>
      </p:sp>
      <p:sp>
        <p:nvSpPr>
          <p:cNvPr id="37" name="Rectangle: Diagonal Corners Rounded 36">
            <a:extLst>
              <a:ext uri="{FF2B5EF4-FFF2-40B4-BE49-F238E27FC236}">
                <a16:creationId xmlns:a16="http://schemas.microsoft.com/office/drawing/2014/main" id="{CC2D9B62-0ACA-24D6-7592-E8A6024F6EAB}"/>
              </a:ext>
            </a:extLst>
          </p:cNvPr>
          <p:cNvSpPr/>
          <p:nvPr/>
        </p:nvSpPr>
        <p:spPr>
          <a:xfrm>
            <a:off x="5174163" y="3036324"/>
            <a:ext cx="2914187" cy="639337"/>
          </a:xfrm>
          <a:prstGeom prst="round2Diag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Program Runs </a:t>
            </a:r>
            <a:r>
              <a:rPr lang="en-US" sz="1050" b="1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CBF </a:t>
            </a:r>
            <a:r>
              <a:rPr lang="en-US" sz="105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&amp; </a:t>
            </a:r>
            <a:r>
              <a:rPr lang="en-US" sz="1050" b="1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Matrix-Factorization </a:t>
            </a:r>
            <a:r>
              <a:rPr lang="en-US" sz="105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 to get the best movies according to user’s choice</a:t>
            </a:r>
          </a:p>
          <a:p>
            <a:pPr algn="ctr"/>
            <a:endParaRPr lang="en-US" sz="1050" dirty="0">
              <a:solidFill>
                <a:schemeClr val="tx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03B6A70F-9B32-08F7-C653-29B24D23EDB5}"/>
              </a:ext>
            </a:extLst>
          </p:cNvPr>
          <p:cNvCxnSpPr/>
          <p:nvPr/>
        </p:nvCxnSpPr>
        <p:spPr>
          <a:xfrm>
            <a:off x="4337822" y="3355992"/>
            <a:ext cx="992461" cy="881473"/>
          </a:xfrm>
          <a:prstGeom prst="bentConnector3">
            <a:avLst>
              <a:gd name="adj1" fmla="val 282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Single Corner Snipped 53">
            <a:extLst>
              <a:ext uri="{FF2B5EF4-FFF2-40B4-BE49-F238E27FC236}">
                <a16:creationId xmlns:a16="http://schemas.microsoft.com/office/drawing/2014/main" id="{342FFC7B-7B63-E20A-A9FC-F5A44DED3963}"/>
              </a:ext>
            </a:extLst>
          </p:cNvPr>
          <p:cNvSpPr/>
          <p:nvPr/>
        </p:nvSpPr>
        <p:spPr>
          <a:xfrm>
            <a:off x="5330283" y="3911659"/>
            <a:ext cx="2022088" cy="698802"/>
          </a:xfrm>
          <a:prstGeom prst="snip1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User can create or get access to a commenting file ,based on movie preference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253359-BB0B-7F78-C4FF-728171699BF8}"/>
              </a:ext>
            </a:extLst>
          </p:cNvPr>
          <p:cNvSpPr txBox="1"/>
          <p:nvPr/>
        </p:nvSpPr>
        <p:spPr>
          <a:xfrm>
            <a:off x="4505094" y="4698379"/>
            <a:ext cx="289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" grpId="0"/>
      <p:bldP spid="258" grpId="0" build="p"/>
      <p:bldP spid="2" grpId="0" animBg="1"/>
      <p:bldP spid="6" grpId="0" animBg="1"/>
      <p:bldP spid="32" grpId="0" animBg="1"/>
      <p:bldP spid="33" grpId="0" animBg="1"/>
      <p:bldP spid="36" grpId="0" animBg="1"/>
      <p:bldP spid="37" grpId="0" animBg="1"/>
      <p:bldP spid="5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DDD20-08EB-2A38-6012-B201430E4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1684B04-9FFD-9031-35CF-7B6DD8FCC077}"/>
              </a:ext>
            </a:extLst>
          </p:cNvPr>
          <p:cNvSpPr txBox="1">
            <a:spLocks/>
          </p:cNvSpPr>
          <p:nvPr/>
        </p:nvSpPr>
        <p:spPr>
          <a:xfrm>
            <a:off x="980196" y="2571750"/>
            <a:ext cx="586665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609600" lvl="1" indent="0">
              <a:buNone/>
            </a:pPr>
            <a:endParaRPr lang="en-US" dirty="0"/>
          </a:p>
          <a:p>
            <a:pPr marL="609600" lvl="1" indent="0">
              <a:buFont typeface="Nunito Light"/>
              <a:buNone/>
            </a:pPr>
            <a:endParaRPr lang="en-US" dirty="0"/>
          </a:p>
          <a:p>
            <a:pPr marL="609600" lvl="1" indent="0">
              <a:buFont typeface="Nunito Light"/>
              <a:buNone/>
            </a:pPr>
            <a:endParaRPr lang="en-US" dirty="0"/>
          </a:p>
        </p:txBody>
      </p:sp>
      <p:sp>
        <p:nvSpPr>
          <p:cNvPr id="4" name="Google Shape;266;p32">
            <a:extLst>
              <a:ext uri="{FF2B5EF4-FFF2-40B4-BE49-F238E27FC236}">
                <a16:creationId xmlns:a16="http://schemas.microsoft.com/office/drawing/2014/main" id="{8D3CAF3C-5599-FB6E-DF5C-ECD97877DC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Files to be used </a:t>
            </a:r>
            <a:endParaRPr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352EF4-49F8-1167-CE04-798612171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999" y="1215750"/>
            <a:ext cx="8349660" cy="1928699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US" sz="1400" dirty="0"/>
              <a:t>Processed Master File Containing Movies and Their Metadata(title, director, genre, cast)</a:t>
            </a:r>
          </a:p>
          <a:p>
            <a:pPr>
              <a:lnSpc>
                <a:spcPct val="300000"/>
              </a:lnSpc>
            </a:pPr>
            <a:r>
              <a:rPr lang="en-US" sz="1400" dirty="0"/>
              <a:t>Second Master File Containing Sparse table of User(IDs) and their Rated Movie(IDs) and Ratings</a:t>
            </a:r>
          </a:p>
          <a:p>
            <a:pPr>
              <a:lnSpc>
                <a:spcPct val="300000"/>
              </a:lnSpc>
            </a:pPr>
            <a:r>
              <a:rPr lang="en-US" sz="1400" dirty="0"/>
              <a:t>Users Personal File Containing Their Ratings </a:t>
            </a:r>
          </a:p>
          <a:p>
            <a:pPr>
              <a:lnSpc>
                <a:spcPct val="300000"/>
              </a:lnSpc>
            </a:pPr>
            <a:r>
              <a:rPr lang="en-US" sz="1400" dirty="0"/>
              <a:t>Community File Based On Movie Preference To Leave Users’ comments/messages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FCA31E-669F-B873-F4F8-080B9F6A6392}"/>
              </a:ext>
            </a:extLst>
          </p:cNvPr>
          <p:cNvSpPr txBox="1"/>
          <p:nvPr/>
        </p:nvSpPr>
        <p:spPr>
          <a:xfrm>
            <a:off x="4505094" y="4698379"/>
            <a:ext cx="289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2578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2BE2D-ECAD-90E6-50E3-7958A0114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to be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5B5BF-E9EE-64E9-A7B9-D5FAB8DED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310194"/>
            <a:ext cx="7704000" cy="761732"/>
          </a:xfrm>
        </p:spPr>
        <p:txBody>
          <a:bodyPr/>
          <a:lstStyle/>
          <a:p>
            <a:r>
              <a:rPr lang="en-US" sz="1600" b="1" dirty="0"/>
              <a:t>Content-Based Filtering (CBF)</a:t>
            </a:r>
          </a:p>
          <a:p>
            <a:pPr lvl="1"/>
            <a:r>
              <a:rPr lang="en-US" sz="1400" dirty="0"/>
              <a:t>Compares user preference vector with movie feature vectors</a:t>
            </a:r>
          </a:p>
          <a:p>
            <a:pPr lvl="1"/>
            <a:r>
              <a:rPr lang="en-US" sz="1400" dirty="0"/>
              <a:t>Uses cosine similarity</a:t>
            </a:r>
          </a:p>
          <a:p>
            <a:pPr marL="609600" lvl="1" indent="0">
              <a:buNone/>
            </a:pPr>
            <a:endParaRPr lang="en-US" dirty="0"/>
          </a:p>
          <a:p>
            <a:pPr marL="609600" lvl="1" indent="0">
              <a:buNone/>
            </a:pP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D8D83D1-6469-B094-815E-3708313B5800}"/>
              </a:ext>
            </a:extLst>
          </p:cNvPr>
          <p:cNvSpPr txBox="1">
            <a:spLocks/>
          </p:cNvSpPr>
          <p:nvPr/>
        </p:nvSpPr>
        <p:spPr>
          <a:xfrm>
            <a:off x="980196" y="2571750"/>
            <a:ext cx="586665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609600" lvl="1" indent="0">
              <a:buNone/>
            </a:pPr>
            <a:endParaRPr lang="en-US" dirty="0"/>
          </a:p>
          <a:p>
            <a:pPr marL="609600" lvl="1" indent="0">
              <a:buFont typeface="Nunito Light"/>
              <a:buNone/>
            </a:pPr>
            <a:endParaRPr lang="en-US" dirty="0"/>
          </a:p>
          <a:p>
            <a:pPr marL="609600" lvl="1" indent="0">
              <a:buFont typeface="Nunito Light"/>
              <a:buNone/>
            </a:pP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2E066CB-A187-F9BD-8217-17F1B9813288}"/>
              </a:ext>
            </a:extLst>
          </p:cNvPr>
          <p:cNvSpPr txBox="1">
            <a:spLocks/>
          </p:cNvSpPr>
          <p:nvPr/>
        </p:nvSpPr>
        <p:spPr>
          <a:xfrm>
            <a:off x="775756" y="2395262"/>
            <a:ext cx="7704000" cy="67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r>
              <a:rPr lang="en-US" sz="1600" b="1" dirty="0"/>
              <a:t>Matrix Factorization </a:t>
            </a:r>
            <a:endParaRPr lang="en-US" dirty="0"/>
          </a:p>
          <a:p>
            <a:pPr lvl="1"/>
            <a:r>
              <a:rPr lang="en-US" sz="1400" dirty="0"/>
              <a:t>Predicts missing ratings from user-movie interactions</a:t>
            </a:r>
          </a:p>
          <a:p>
            <a:pPr marL="609600" lvl="1" indent="0">
              <a:buFont typeface="Nunito Light"/>
              <a:buNone/>
            </a:pP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2EBA5C1-03E3-DD1C-DC6C-501D511AF3A9}"/>
              </a:ext>
            </a:extLst>
          </p:cNvPr>
          <p:cNvSpPr txBox="1">
            <a:spLocks/>
          </p:cNvSpPr>
          <p:nvPr/>
        </p:nvSpPr>
        <p:spPr>
          <a:xfrm>
            <a:off x="775756" y="3382366"/>
            <a:ext cx="7704000" cy="67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r>
              <a:rPr lang="en-US" sz="1600" b="1" dirty="0"/>
              <a:t>Cold Start Strategy</a:t>
            </a:r>
          </a:p>
          <a:p>
            <a:pPr lvl="1"/>
            <a:r>
              <a:rPr lang="en-US" sz="1400" dirty="0"/>
              <a:t>Predicts missing ratings from user-movie interactions</a:t>
            </a:r>
          </a:p>
          <a:p>
            <a:pPr marL="609600" lvl="1" indent="0">
              <a:buFont typeface="Nunito Light"/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C6392-5378-6E05-8C70-FC6C947DCB6B}"/>
              </a:ext>
            </a:extLst>
          </p:cNvPr>
          <p:cNvSpPr txBox="1"/>
          <p:nvPr/>
        </p:nvSpPr>
        <p:spPr>
          <a:xfrm>
            <a:off x="4505094" y="4698379"/>
            <a:ext cx="289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788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B0894-2120-C2F1-4861-F20C8C6D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889B3-E701-2EAB-D99C-00E0E3A9C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Dataset preprocessing (tags generation)</a:t>
            </a:r>
          </a:p>
          <a:p>
            <a:endParaRPr lang="en-US" sz="1600" dirty="0"/>
          </a:p>
          <a:p>
            <a:r>
              <a:rPr lang="en-US" sz="1600" dirty="0"/>
              <a:t>TF-IDF vectorization of movies</a:t>
            </a:r>
          </a:p>
          <a:p>
            <a:endParaRPr lang="en-US" sz="1600" dirty="0"/>
          </a:p>
          <a:p>
            <a:r>
              <a:rPr lang="en-US" sz="1600" dirty="0"/>
              <a:t>Rating system with movie ID + title</a:t>
            </a:r>
          </a:p>
          <a:p>
            <a:endParaRPr lang="en-US" sz="1600" dirty="0"/>
          </a:p>
          <a:p>
            <a:r>
              <a:rPr lang="en-US" sz="1600" dirty="0"/>
              <a:t>Minimal Cold-Start strategy </a:t>
            </a:r>
          </a:p>
          <a:p>
            <a:endParaRPr lang="en-US" sz="1600" dirty="0"/>
          </a:p>
          <a:p>
            <a:r>
              <a:rPr lang="en-US" sz="1600" dirty="0"/>
              <a:t>Content-based similarity computation</a:t>
            </a:r>
          </a:p>
          <a:p>
            <a:endParaRPr lang="en-US" sz="1600" dirty="0"/>
          </a:p>
          <a:p>
            <a:r>
              <a:rPr lang="en-US" sz="1600" dirty="0"/>
              <a:t>Personalized recommendations working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92250-2E3D-A55C-7EC8-02AA6201C8E1}"/>
              </a:ext>
            </a:extLst>
          </p:cNvPr>
          <p:cNvSpPr txBox="1"/>
          <p:nvPr/>
        </p:nvSpPr>
        <p:spPr>
          <a:xfrm>
            <a:off x="4505094" y="4698379"/>
            <a:ext cx="289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9134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5D491-7B69-7375-34BF-C5567861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In Action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93149A-72F7-13A1-44D0-930B2F9750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-186" b="1192"/>
          <a:stretch>
            <a:fillRect/>
          </a:stretch>
        </p:blipFill>
        <p:spPr>
          <a:xfrm>
            <a:off x="720000" y="1156302"/>
            <a:ext cx="4820323" cy="13554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BB07A65-C144-EC24-6E68-2C6C39A51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680" y="2650314"/>
            <a:ext cx="2829320" cy="20481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2D9E79D-10E3-7D26-E34F-0B35B589B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093" y="1797754"/>
            <a:ext cx="3096057" cy="447737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1DEB7A-5C0F-F728-FC9D-C643DE4C6270}"/>
              </a:ext>
            </a:extLst>
          </p:cNvPr>
          <p:cNvCxnSpPr/>
          <p:nvPr/>
        </p:nvCxnSpPr>
        <p:spPr>
          <a:xfrm>
            <a:off x="2118732" y="1962614"/>
            <a:ext cx="32189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03FFB93-B0BA-1646-634F-7ED3B11A724D}"/>
              </a:ext>
            </a:extLst>
          </p:cNvPr>
          <p:cNvCxnSpPr/>
          <p:nvPr/>
        </p:nvCxnSpPr>
        <p:spPr>
          <a:xfrm flipH="1">
            <a:off x="4363844" y="2245491"/>
            <a:ext cx="1189463" cy="520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D0EC5DF-82EC-FE8B-56DD-10F045A8133E}"/>
              </a:ext>
            </a:extLst>
          </p:cNvPr>
          <p:cNvSpPr txBox="1"/>
          <p:nvPr/>
        </p:nvSpPr>
        <p:spPr>
          <a:xfrm>
            <a:off x="4505094" y="4698379"/>
            <a:ext cx="289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1738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2B606-4264-5D39-A146-3053FB890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8DEA-B4D8-9684-2BEB-24C0FBDAB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In Action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CFF7ACE-4F1C-AA5F-996D-6A69B927E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91" y="1619528"/>
            <a:ext cx="2829320" cy="20481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E30973-BB7C-F163-D8AA-FBBB4D0CF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210" y="1134445"/>
            <a:ext cx="3657599" cy="30183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362454-2ADD-8390-9EE5-2A513C6ACD79}"/>
              </a:ext>
            </a:extLst>
          </p:cNvPr>
          <p:cNvSpPr txBox="1"/>
          <p:nvPr/>
        </p:nvSpPr>
        <p:spPr>
          <a:xfrm>
            <a:off x="825191" y="980556"/>
            <a:ext cx="2081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Oswald" panose="00000500000000000000" pitchFamily="2" charset="0"/>
                <a:cs typeface="Archivo" panose="020B0604020202020204" charset="0"/>
              </a:rPr>
              <a:t>The Cold Start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BAB0AA-3E8B-3B6E-41FF-DFD204B5E26E}"/>
              </a:ext>
            </a:extLst>
          </p:cNvPr>
          <p:cNvCxnSpPr/>
          <p:nvPr/>
        </p:nvCxnSpPr>
        <p:spPr>
          <a:xfrm flipV="1">
            <a:off x="3434576" y="1806498"/>
            <a:ext cx="1085385" cy="1300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3E9B212-5405-E5E3-39AB-8EBEDDE660AA}"/>
              </a:ext>
            </a:extLst>
          </p:cNvPr>
          <p:cNvSpPr txBox="1"/>
          <p:nvPr/>
        </p:nvSpPr>
        <p:spPr>
          <a:xfrm>
            <a:off x="4505094" y="4698379"/>
            <a:ext cx="289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8824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B5C9-1EC6-4F72-4E56-30E610E3D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51D0-0010-1988-01AD-48FE0FE18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In Action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EF51D2A-02E4-CDD4-7B0D-B8A9FA2D0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91" y="1702420"/>
            <a:ext cx="2714813" cy="19652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DB76CB-399D-FBD7-B85B-D4C07B1DAC46}"/>
              </a:ext>
            </a:extLst>
          </p:cNvPr>
          <p:cNvSpPr txBox="1"/>
          <p:nvPr/>
        </p:nvSpPr>
        <p:spPr>
          <a:xfrm>
            <a:off x="825191" y="980556"/>
            <a:ext cx="2081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Oswald" panose="00000500000000000000" pitchFamily="2" charset="0"/>
                <a:cs typeface="Archivo" panose="020B0604020202020204" charset="0"/>
              </a:rPr>
              <a:t>Ratings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E73230-5934-CB49-F217-36969453F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106" y="1288333"/>
            <a:ext cx="3134162" cy="97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23A4F7-99B5-87C2-2020-15A768DAB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487" y="2745991"/>
            <a:ext cx="3415322" cy="157417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E2D6EC-90C3-4585-8963-0FC2B32E875C}"/>
              </a:ext>
            </a:extLst>
          </p:cNvPr>
          <p:cNvCxnSpPr>
            <a:cxnSpLocks/>
          </p:cNvCxnSpPr>
          <p:nvPr/>
        </p:nvCxnSpPr>
        <p:spPr>
          <a:xfrm flipV="1">
            <a:off x="2564780" y="1702420"/>
            <a:ext cx="2282283" cy="959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66F5D70-0B2F-E0D3-BAFC-72E9A07D7139}"/>
              </a:ext>
            </a:extLst>
          </p:cNvPr>
          <p:cNvCxnSpPr>
            <a:cxnSpLocks/>
          </p:cNvCxnSpPr>
          <p:nvPr/>
        </p:nvCxnSpPr>
        <p:spPr>
          <a:xfrm flipV="1">
            <a:off x="2780371" y="2832410"/>
            <a:ext cx="2007219" cy="62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22F72B-796A-CCE6-B2A1-E3862B449A8F}"/>
              </a:ext>
            </a:extLst>
          </p:cNvPr>
          <p:cNvSpPr txBox="1"/>
          <p:nvPr/>
        </p:nvSpPr>
        <p:spPr>
          <a:xfrm>
            <a:off x="4505094" y="4698379"/>
            <a:ext cx="289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02107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2600-6097-E97A-CBF3-7EEA3D60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B6158-8568-B2B5-6A56-B12BEDE7C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In Action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F430267-D6D2-57CA-361C-4434C47C1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91" y="1702420"/>
            <a:ext cx="2714813" cy="19652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E1CF0B-12A3-C780-246D-756788C14AF4}"/>
              </a:ext>
            </a:extLst>
          </p:cNvPr>
          <p:cNvSpPr txBox="1"/>
          <p:nvPr/>
        </p:nvSpPr>
        <p:spPr>
          <a:xfrm>
            <a:off x="825191" y="980556"/>
            <a:ext cx="2081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Oswald" panose="00000500000000000000" pitchFamily="2" charset="0"/>
                <a:cs typeface="Archivo" panose="020B0604020202020204" charset="0"/>
              </a:rPr>
              <a:t>CBF Recommendation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D8459-9510-D769-B3BB-70E6387120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25"/>
          <a:stretch>
            <a:fillRect/>
          </a:stretch>
        </p:blipFill>
        <p:spPr>
          <a:xfrm>
            <a:off x="4572000" y="1397747"/>
            <a:ext cx="3570853" cy="257461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5B78B8-A947-E38D-81E0-53102468A11A}"/>
              </a:ext>
            </a:extLst>
          </p:cNvPr>
          <p:cNvCxnSpPr/>
          <p:nvPr/>
        </p:nvCxnSpPr>
        <p:spPr>
          <a:xfrm flipV="1">
            <a:off x="3271024" y="1918010"/>
            <a:ext cx="1226635" cy="1196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F033DFB-C610-EA09-D119-4CFF44E67939}"/>
              </a:ext>
            </a:extLst>
          </p:cNvPr>
          <p:cNvSpPr txBox="1"/>
          <p:nvPr/>
        </p:nvSpPr>
        <p:spPr>
          <a:xfrm>
            <a:off x="4505094" y="4705813"/>
            <a:ext cx="289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9144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What remains to be implemented</a:t>
            </a:r>
            <a:endParaRPr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31A3423-5167-6257-F713-A4478552182C}"/>
              </a:ext>
            </a:extLst>
          </p:cNvPr>
          <p:cNvSpPr txBox="1">
            <a:spLocks/>
          </p:cNvSpPr>
          <p:nvPr/>
        </p:nvSpPr>
        <p:spPr>
          <a:xfrm>
            <a:off x="578752" y="1813262"/>
            <a:ext cx="77040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4381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Improved cold-start strategy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Hybrid model: CBF + Matrix Factorization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Community Idea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7AD5C89-48C3-383B-3B1F-AFA957AA44FF}"/>
              </a:ext>
            </a:extLst>
          </p:cNvPr>
          <p:cNvSpPr txBox="1">
            <a:spLocks/>
          </p:cNvSpPr>
          <p:nvPr/>
        </p:nvSpPr>
        <p:spPr>
          <a:xfrm>
            <a:off x="578752" y="1597449"/>
            <a:ext cx="7704000" cy="67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r>
              <a:rPr lang="en-US" sz="1600" dirty="0"/>
              <a:t>Matrix Factorization for better prediction of unseen movies</a:t>
            </a:r>
          </a:p>
          <a:p>
            <a:pPr marL="609600" lvl="1" indent="0">
              <a:buFont typeface="Nunito Light"/>
              <a:buNone/>
            </a:pP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F82810E-34E4-5553-BF33-9FF684A59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479888"/>
              </p:ext>
            </p:extLst>
          </p:nvPr>
        </p:nvGraphicFramePr>
        <p:xfrm>
          <a:off x="5911258" y="2747645"/>
          <a:ext cx="2371494" cy="1150656"/>
        </p:xfrm>
        <a:graphic>
          <a:graphicData uri="http://schemas.openxmlformats.org/drawingml/2006/table">
            <a:tbl>
              <a:tblPr firstRow="1" bandRow="1">
                <a:tableStyleId>{9DA0BCEC-DF6B-4964-B3D8-1E088FF5E0F4}</a:tableStyleId>
              </a:tblPr>
              <a:tblGrid>
                <a:gridCol w="790498">
                  <a:extLst>
                    <a:ext uri="{9D8B030D-6E8A-4147-A177-3AD203B41FA5}">
                      <a16:colId xmlns:a16="http://schemas.microsoft.com/office/drawing/2014/main" val="580675726"/>
                    </a:ext>
                  </a:extLst>
                </a:gridCol>
                <a:gridCol w="790498">
                  <a:extLst>
                    <a:ext uri="{9D8B030D-6E8A-4147-A177-3AD203B41FA5}">
                      <a16:colId xmlns:a16="http://schemas.microsoft.com/office/drawing/2014/main" val="1428619109"/>
                    </a:ext>
                  </a:extLst>
                </a:gridCol>
                <a:gridCol w="790498">
                  <a:extLst>
                    <a:ext uri="{9D8B030D-6E8A-4147-A177-3AD203B41FA5}">
                      <a16:colId xmlns:a16="http://schemas.microsoft.com/office/drawing/2014/main" val="3341355777"/>
                    </a:ext>
                  </a:extLst>
                </a:gridCol>
              </a:tblGrid>
              <a:tr h="38355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/>
                          </a:solidFill>
                          <a:latin typeface="Archivo" panose="020B0604020202020204" charset="0"/>
                          <a:cs typeface="Archivo" panose="020B0604020202020204" charset="0"/>
                        </a:rPr>
                        <a:t>UID/MID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chivo" panose="020B0604020202020204" charset="0"/>
                          <a:cs typeface="Archivo" panose="020B0604020202020204" charset="0"/>
                        </a:rPr>
                        <a:t>M001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chivo" panose="020B0604020202020204" charset="0"/>
                          <a:cs typeface="Archivo" panose="020B0604020202020204" charset="0"/>
                        </a:rPr>
                        <a:t>M002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67327"/>
                  </a:ext>
                </a:extLst>
              </a:tr>
              <a:tr h="38355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chivo" panose="020B0604020202020204" charset="0"/>
                          <a:cs typeface="Archivo" panose="020B0604020202020204" charset="0"/>
                        </a:rPr>
                        <a:t>U001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chivo" panose="020B0604020202020204" charset="0"/>
                          <a:cs typeface="Archivo" panose="020B060402020202020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chivo" panose="020B0604020202020204" charset="0"/>
                          <a:cs typeface="Archivo" panose="020B0604020202020204" charset="0"/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725047"/>
                  </a:ext>
                </a:extLst>
              </a:tr>
              <a:tr h="38355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chivo" panose="020B0604020202020204" charset="0"/>
                          <a:cs typeface="Archivo" panose="020B0604020202020204" charset="0"/>
                        </a:rPr>
                        <a:t>U002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chivo" panose="020B0604020202020204" charset="0"/>
                          <a:cs typeface="Archivo" panose="020B060402020202020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chivo" panose="020B0604020202020204" charset="0"/>
                          <a:cs typeface="Archivo" panose="020B060402020202020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0503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1D86C6-3D2C-5339-A085-E50EC937D1F5}"/>
              </a:ext>
            </a:extLst>
          </p:cNvPr>
          <p:cNvCxnSpPr/>
          <p:nvPr/>
        </p:nvCxnSpPr>
        <p:spPr>
          <a:xfrm>
            <a:off x="6393366" y="1813262"/>
            <a:ext cx="602166" cy="758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8AE2BF7-1B53-3F14-6087-23D49ED6B8B1}"/>
              </a:ext>
            </a:extLst>
          </p:cNvPr>
          <p:cNvSpPr txBox="1"/>
          <p:nvPr/>
        </p:nvSpPr>
        <p:spPr>
          <a:xfrm>
            <a:off x="4505093" y="4698379"/>
            <a:ext cx="438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>
            <a:spLocks noGrp="1"/>
          </p:cNvSpPr>
          <p:nvPr>
            <p:ph type="title"/>
          </p:nvPr>
        </p:nvSpPr>
        <p:spPr>
          <a:xfrm>
            <a:off x="1917365" y="2211710"/>
            <a:ext cx="2654635" cy="9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Thank You </a:t>
            </a:r>
            <a:endParaRPr dirty="0"/>
          </a:p>
        </p:txBody>
      </p:sp>
      <p:sp>
        <p:nvSpPr>
          <p:cNvPr id="292" name="Google Shape;292;p34"/>
          <p:cNvSpPr/>
          <p:nvPr/>
        </p:nvSpPr>
        <p:spPr>
          <a:xfrm>
            <a:off x="1498630" y="2534115"/>
            <a:ext cx="272400" cy="27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97BB5925-1EE3-AE16-169B-E85E7CC75452}"/>
              </a:ext>
            </a:extLst>
          </p:cNvPr>
          <p:cNvSpPr/>
          <p:nvPr/>
        </p:nvSpPr>
        <p:spPr>
          <a:xfrm>
            <a:off x="4724078" y="2211710"/>
            <a:ext cx="966439" cy="773151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" grpId="0"/>
      <p:bldP spid="292" grpId="0" animBg="1"/>
      <p:bldP spid="4" grpId="0" animBg="1"/>
    </p:bldLst>
  </p:timing>
</p:sld>
</file>

<file path=ppt/theme/theme1.xml><?xml version="1.0" encoding="utf-8"?>
<a:theme xmlns:a="http://schemas.openxmlformats.org/drawingml/2006/main" name="Documentary Film Project Proposal by Slidesgo">
  <a:themeElements>
    <a:clrScheme name="Simple Light">
      <a:dk1>
        <a:srgbClr val="FFFFFF"/>
      </a:dk1>
      <a:lt1>
        <a:srgbClr val="030303"/>
      </a:lt1>
      <a:dk2>
        <a:srgbClr val="595959"/>
      </a:dk2>
      <a:lt2>
        <a:srgbClr val="EBEBEB"/>
      </a:lt2>
      <a:accent1>
        <a:srgbClr val="E8202B"/>
      </a:accent1>
      <a:accent2>
        <a:srgbClr val="5A33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353</Words>
  <Application>Microsoft Office PowerPoint</Application>
  <PresentationFormat>On-screen Show (16:9)</PresentationFormat>
  <Paragraphs>85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Nunito Light</vt:lpstr>
      <vt:lpstr>Calibri</vt:lpstr>
      <vt:lpstr>Anaheim</vt:lpstr>
      <vt:lpstr>Oswald</vt:lpstr>
      <vt:lpstr>Arial</vt:lpstr>
      <vt:lpstr>Archivo</vt:lpstr>
      <vt:lpstr>Documentary Film Project Proposal by Slidesgo</vt:lpstr>
      <vt:lpstr>CineConnect </vt:lpstr>
      <vt:lpstr>Why is this problem important? </vt:lpstr>
      <vt:lpstr>What is CineConnect</vt:lpstr>
      <vt:lpstr>Files to be used </vt:lpstr>
      <vt:lpstr>Functions to be used</vt:lpstr>
      <vt:lpstr>Current Progress</vt:lpstr>
      <vt:lpstr>System In Action</vt:lpstr>
      <vt:lpstr>System In Action</vt:lpstr>
      <vt:lpstr>System In Action</vt:lpstr>
      <vt:lpstr>System In Action</vt:lpstr>
      <vt:lpstr>What remains to be implemented</vt:lpstr>
      <vt:lpstr> 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Asus</cp:lastModifiedBy>
  <cp:revision>6</cp:revision>
  <dcterms:modified xsi:type="dcterms:W3CDTF">2026-04-25T06:14:08Z</dcterms:modified>
</cp:coreProperties>
</file>